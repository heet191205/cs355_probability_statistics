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8" r:id="rId7"/>
    <p:sldId id="333" r:id="rId8"/>
    <p:sldId id="342" r:id="rId9"/>
    <p:sldId id="346" r:id="rId10"/>
    <p:sldId id="351" r:id="rId11"/>
    <p:sldId id="334" r:id="rId12"/>
    <p:sldId id="335" r:id="rId13"/>
    <p:sldId id="348" r:id="rId14"/>
    <p:sldId id="336" r:id="rId15"/>
    <p:sldId id="337" r:id="rId16"/>
    <p:sldId id="350" r:id="rId17"/>
    <p:sldId id="338" r:id="rId18"/>
    <p:sldId id="339" r:id="rId19"/>
    <p:sldId id="340" r:id="rId20"/>
    <p:sldId id="343" r:id="rId2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2010" y="14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S::bgeng@uab.edu::b4253f3e-c40b-4a70-8207-93818653a34c" providerId="AD" clId="Web-{480CA2F6-6E22-DE72-7ABE-526AFAB08E8D}"/>
    <pc:docChg chg="addSld modSld">
      <pc:chgData name="Geng, Baocheng" userId="S::bgeng@uab.edu::b4253f3e-c40b-4a70-8207-93818653a34c" providerId="AD" clId="Web-{480CA2F6-6E22-DE72-7ABE-526AFAB08E8D}" dt="2023-03-28T01:39:35.507" v="84" actId="20577"/>
      <pc:docMkLst>
        <pc:docMk/>
      </pc:docMkLst>
      <pc:sldChg chg="addSp delSp modSp">
        <pc:chgData name="Geng, Baocheng" userId="S::bgeng@uab.edu::b4253f3e-c40b-4a70-8207-93818653a34c" providerId="AD" clId="Web-{480CA2F6-6E22-DE72-7ABE-526AFAB08E8D}" dt="2023-03-28T01:39:35.507" v="84" actId="20577"/>
        <pc:sldMkLst>
          <pc:docMk/>
          <pc:sldMk cId="1285318556" sldId="344"/>
        </pc:sldMkLst>
        <pc:spChg chg="add mod">
          <ac:chgData name="Geng, Baocheng" userId="S::bgeng@uab.edu::b4253f3e-c40b-4a70-8207-93818653a34c" providerId="AD" clId="Web-{480CA2F6-6E22-DE72-7ABE-526AFAB08E8D}" dt="2023-03-28T01:39:35.507" v="84" actId="20577"/>
          <ac:spMkLst>
            <pc:docMk/>
            <pc:sldMk cId="1285318556" sldId="344"/>
            <ac:spMk id="4" creationId="{CB065D2C-881C-CF25-CB64-E9CBCE488EE2}"/>
          </ac:spMkLst>
        </pc:spChg>
        <pc:picChg chg="add del mod">
          <ac:chgData name="Geng, Baocheng" userId="S::bgeng@uab.edu::b4253f3e-c40b-4a70-8207-93818653a34c" providerId="AD" clId="Web-{480CA2F6-6E22-DE72-7ABE-526AFAB08E8D}" dt="2023-03-28T01:34:45.169" v="5"/>
          <ac:picMkLst>
            <pc:docMk/>
            <pc:sldMk cId="1285318556" sldId="344"/>
            <ac:picMk id="3" creationId="{0672101D-B632-A071-EC97-09401355E86E}"/>
          </ac:picMkLst>
        </pc:picChg>
      </pc:sldChg>
      <pc:sldChg chg="add replId">
        <pc:chgData name="Geng, Baocheng" userId="S::bgeng@uab.edu::b4253f3e-c40b-4a70-8207-93818653a34c" providerId="AD" clId="Web-{480CA2F6-6E22-DE72-7ABE-526AFAB08E8D}" dt="2023-03-28T01:34:24.700" v="3"/>
        <pc:sldMkLst>
          <pc:docMk/>
          <pc:sldMk cId="3678742028" sldId="345"/>
        </pc:sldMkLst>
      </pc:sldChg>
    </pc:docChg>
  </pc:docChgLst>
  <pc:docChgLst>
    <pc:chgData name="Geng, Baocheng" userId="b4253f3e-c40b-4a70-8207-93818653a34c" providerId="ADAL" clId="{43CB4DDA-B14C-4562-8260-5825ACAAEED7}"/>
    <pc:docChg chg="delSld modSld">
      <pc:chgData name="Geng, Baocheng" userId="b4253f3e-c40b-4a70-8207-93818653a34c" providerId="ADAL" clId="{43CB4DDA-B14C-4562-8260-5825ACAAEED7}" dt="2024-03-27T02:22:00.889" v="6" actId="2696"/>
      <pc:docMkLst>
        <pc:docMk/>
      </pc:docMkLst>
      <pc:sldChg chg="modSp mod">
        <pc:chgData name="Geng, Baocheng" userId="b4253f3e-c40b-4a70-8207-93818653a34c" providerId="ADAL" clId="{43CB4DDA-B14C-4562-8260-5825ACAAEED7}" dt="2024-03-27T02:21:29.832" v="3" actId="20577"/>
        <pc:sldMkLst>
          <pc:docMk/>
          <pc:sldMk cId="0" sldId="256"/>
        </pc:sldMkLst>
        <pc:spChg chg="mod">
          <ac:chgData name="Geng, Baocheng" userId="b4253f3e-c40b-4a70-8207-93818653a34c" providerId="ADAL" clId="{43CB4DDA-B14C-4562-8260-5825ACAAEED7}" dt="2024-03-27T02:21:29.832" v="3" actId="20577"/>
          <ac:spMkLst>
            <pc:docMk/>
            <pc:sldMk cId="0" sldId="256"/>
            <ac:spMk id="7" creationId="{00000000-0000-0000-0000-000000000000}"/>
          </ac:spMkLst>
        </pc:spChg>
      </pc:sldChg>
      <pc:sldChg chg="del">
        <pc:chgData name="Geng, Baocheng" userId="b4253f3e-c40b-4a70-8207-93818653a34c" providerId="ADAL" clId="{43CB4DDA-B14C-4562-8260-5825ACAAEED7}" dt="2024-03-27T02:21:37.439" v="4" actId="2696"/>
        <pc:sldMkLst>
          <pc:docMk/>
          <pc:sldMk cId="503195734" sldId="331"/>
        </pc:sldMkLst>
      </pc:sldChg>
      <pc:sldChg chg="del">
        <pc:chgData name="Geng, Baocheng" userId="b4253f3e-c40b-4a70-8207-93818653a34c" providerId="ADAL" clId="{43CB4DDA-B14C-4562-8260-5825ACAAEED7}" dt="2024-03-27T02:21:57.627" v="5" actId="2696"/>
        <pc:sldMkLst>
          <pc:docMk/>
          <pc:sldMk cId="1285318556" sldId="344"/>
        </pc:sldMkLst>
      </pc:sldChg>
      <pc:sldChg chg="del">
        <pc:chgData name="Geng, Baocheng" userId="b4253f3e-c40b-4a70-8207-93818653a34c" providerId="ADAL" clId="{43CB4DDA-B14C-4562-8260-5825ACAAEED7}" dt="2024-03-27T02:22:00.889" v="6" actId="2696"/>
        <pc:sldMkLst>
          <pc:docMk/>
          <pc:sldMk cId="3678742028" sldId="345"/>
        </pc:sldMkLst>
      </pc:sldChg>
    </pc:docChg>
  </pc:docChgLst>
  <pc:docChgLst>
    <pc:chgData name="Geng, Baocheng" userId="S::bgeng@uab.edu::b4253f3e-c40b-4a70-8207-93818653a34c" providerId="AD" clId="Web-{0353C3BA-A744-D4D1-D661-C52CF725E4A0}"/>
    <pc:docChg chg="modSld">
      <pc:chgData name="Geng, Baocheng" userId="S::bgeng@uab.edu::b4253f3e-c40b-4a70-8207-93818653a34c" providerId="AD" clId="Web-{0353C3BA-A744-D4D1-D661-C52CF725E4A0}" dt="2023-03-09T14:46:31.229" v="12" actId="1076"/>
      <pc:docMkLst>
        <pc:docMk/>
      </pc:docMkLst>
      <pc:sldChg chg="modSp">
        <pc:chgData name="Geng, Baocheng" userId="S::bgeng@uab.edu::b4253f3e-c40b-4a70-8207-93818653a34c" providerId="AD" clId="Web-{0353C3BA-A744-D4D1-D661-C52CF725E4A0}" dt="2023-03-09T14:42:44.115" v="0" actId="20577"/>
        <pc:sldMkLst>
          <pc:docMk/>
          <pc:sldMk cId="0" sldId="269"/>
        </pc:sldMkLst>
        <pc:spChg chg="mod">
          <ac:chgData name="Geng, Baocheng" userId="S::bgeng@uab.edu::b4253f3e-c40b-4a70-8207-93818653a34c" providerId="AD" clId="Web-{0353C3BA-A744-D4D1-D661-C52CF725E4A0}" dt="2023-03-09T14:42:44.115" v="0" actId="20577"/>
          <ac:spMkLst>
            <pc:docMk/>
            <pc:sldMk cId="0" sldId="269"/>
            <ac:spMk id="9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0353C3BA-A744-D4D1-D661-C52CF725E4A0}" dt="2023-03-09T14:46:31.229" v="12" actId="1076"/>
        <pc:sldMkLst>
          <pc:docMk/>
          <pc:sldMk cId="0" sldId="273"/>
        </pc:sldMkLst>
        <pc:spChg chg="mod">
          <ac:chgData name="Geng, Baocheng" userId="S::bgeng@uab.edu::b4253f3e-c40b-4a70-8207-93818653a34c" providerId="AD" clId="Web-{0353C3BA-A744-D4D1-D661-C52CF725E4A0}" dt="2023-03-09T14:46:31.229" v="12" actId="1076"/>
          <ac:spMkLst>
            <pc:docMk/>
            <pc:sldMk cId="0" sldId="273"/>
            <ac:spMk id="7" creationId="{00000000-0000-0000-0000-000000000000}"/>
          </ac:spMkLst>
        </pc:spChg>
        <pc:picChg chg="mod">
          <ac:chgData name="Geng, Baocheng" userId="S::bgeng@uab.edu::b4253f3e-c40b-4a70-8207-93818653a34c" providerId="AD" clId="Web-{0353C3BA-A744-D4D1-D661-C52CF725E4A0}" dt="2023-03-09T14:46:20.448" v="10" actId="1076"/>
          <ac:picMkLst>
            <pc:docMk/>
            <pc:sldMk cId="0" sldId="273"/>
            <ac:picMk id="3" creationId="{00000000-0000-0000-0000-000000000000}"/>
          </ac:picMkLst>
        </pc:picChg>
        <pc:picChg chg="mod">
          <ac:chgData name="Geng, Baocheng" userId="S::bgeng@uab.edu::b4253f3e-c40b-4a70-8207-93818653a34c" providerId="AD" clId="Web-{0353C3BA-A744-D4D1-D661-C52CF725E4A0}" dt="2023-03-09T14:46:26.885" v="11" actId="1076"/>
          <ac:picMkLst>
            <pc:docMk/>
            <pc:sldMk cId="0" sldId="273"/>
            <ac:picMk id="4" creationId="{00000000-0000-0000-0000-000000000000}"/>
          </ac:picMkLst>
        </pc:picChg>
      </pc:sldChg>
    </pc:docChg>
  </pc:docChgLst>
  <pc:docChgLst>
    <pc:chgData name="Geng, Baocheng" userId="b4253f3e-c40b-4a70-8207-93818653a34c" providerId="ADAL" clId="{13F12F7B-4DDC-4F67-96B8-D3A6FCA8B9BB}"/>
    <pc:docChg chg="undo custSel addSld delSld modSld sldOrd">
      <pc:chgData name="Geng, Baocheng" userId="b4253f3e-c40b-4a70-8207-93818653a34c" providerId="ADAL" clId="{13F12F7B-4DDC-4F67-96B8-D3A6FCA8B9BB}" dt="2023-03-28T14:35:36.385" v="254" actId="1076"/>
      <pc:docMkLst>
        <pc:docMk/>
      </pc:docMkLst>
      <pc:sldChg chg="modSp mod">
        <pc:chgData name="Geng, Baocheng" userId="b4253f3e-c40b-4a70-8207-93818653a34c" providerId="ADAL" clId="{13F12F7B-4DDC-4F67-96B8-D3A6FCA8B9BB}" dt="2023-03-27T16:40:59.676" v="3" actId="20577"/>
        <pc:sldMkLst>
          <pc:docMk/>
          <pc:sldMk cId="0" sldId="256"/>
        </pc:sldMkLst>
        <pc:spChg chg="mod">
          <ac:chgData name="Geng, Baocheng" userId="b4253f3e-c40b-4a70-8207-93818653a34c" providerId="ADAL" clId="{13F12F7B-4DDC-4F67-96B8-D3A6FCA8B9BB}" dt="2023-03-27T16:40:59.676" v="3" actId="20577"/>
          <ac:spMkLst>
            <pc:docMk/>
            <pc:sldMk cId="0" sldId="256"/>
            <ac:spMk id="7" creationId="{00000000-0000-0000-0000-000000000000}"/>
          </ac:spMkLst>
        </pc:spChg>
      </pc:sldChg>
      <pc:sldChg chg="del">
        <pc:chgData name="Geng, Baocheng" userId="b4253f3e-c40b-4a70-8207-93818653a34c" providerId="ADAL" clId="{13F12F7B-4DDC-4F67-96B8-D3A6FCA8B9BB}" dt="2023-03-27T16:45:42.837" v="7" actId="47"/>
        <pc:sldMkLst>
          <pc:docMk/>
          <pc:sldMk cId="0" sldId="257"/>
        </pc:sldMkLst>
      </pc:sldChg>
      <pc:sldChg chg="del">
        <pc:chgData name="Geng, Baocheng" userId="b4253f3e-c40b-4a70-8207-93818653a34c" providerId="ADAL" clId="{13F12F7B-4DDC-4F67-96B8-D3A6FCA8B9BB}" dt="2023-03-27T16:45:43.436" v="25" actId="47"/>
        <pc:sldMkLst>
          <pc:docMk/>
          <pc:sldMk cId="0" sldId="260"/>
        </pc:sldMkLst>
      </pc:sldChg>
      <pc:sldChg chg="del">
        <pc:chgData name="Geng, Baocheng" userId="b4253f3e-c40b-4a70-8207-93818653a34c" providerId="ADAL" clId="{13F12F7B-4DDC-4F67-96B8-D3A6FCA8B9BB}" dt="2023-03-27T16:45:43.111" v="15" actId="47"/>
        <pc:sldMkLst>
          <pc:docMk/>
          <pc:sldMk cId="0" sldId="261"/>
        </pc:sldMkLst>
      </pc:sldChg>
      <pc:sldChg chg="del">
        <pc:chgData name="Geng, Baocheng" userId="b4253f3e-c40b-4a70-8207-93818653a34c" providerId="ADAL" clId="{13F12F7B-4DDC-4F67-96B8-D3A6FCA8B9BB}" dt="2023-03-27T16:45:43.006" v="12" actId="47"/>
        <pc:sldMkLst>
          <pc:docMk/>
          <pc:sldMk cId="0" sldId="262"/>
        </pc:sldMkLst>
      </pc:sldChg>
      <pc:sldChg chg="del">
        <pc:chgData name="Geng, Baocheng" userId="b4253f3e-c40b-4a70-8207-93818653a34c" providerId="ADAL" clId="{13F12F7B-4DDC-4F67-96B8-D3A6FCA8B9BB}" dt="2023-03-27T16:45:43.604" v="30" actId="47"/>
        <pc:sldMkLst>
          <pc:docMk/>
          <pc:sldMk cId="0" sldId="263"/>
        </pc:sldMkLst>
      </pc:sldChg>
      <pc:sldChg chg="del">
        <pc:chgData name="Geng, Baocheng" userId="b4253f3e-c40b-4a70-8207-93818653a34c" providerId="ADAL" clId="{13F12F7B-4DDC-4F67-96B8-D3A6FCA8B9BB}" dt="2023-03-27T16:45:43.149" v="16" actId="47"/>
        <pc:sldMkLst>
          <pc:docMk/>
          <pc:sldMk cId="0" sldId="264"/>
        </pc:sldMkLst>
      </pc:sldChg>
      <pc:sldChg chg="del">
        <pc:chgData name="Geng, Baocheng" userId="b4253f3e-c40b-4a70-8207-93818653a34c" providerId="ADAL" clId="{13F12F7B-4DDC-4F67-96B8-D3A6FCA8B9BB}" dt="2023-03-27T16:45:43.699" v="33" actId="47"/>
        <pc:sldMkLst>
          <pc:docMk/>
          <pc:sldMk cId="0" sldId="266"/>
        </pc:sldMkLst>
      </pc:sldChg>
      <pc:sldChg chg="del">
        <pc:chgData name="Geng, Baocheng" userId="b4253f3e-c40b-4a70-8207-93818653a34c" providerId="ADAL" clId="{13F12F7B-4DDC-4F67-96B8-D3A6FCA8B9BB}" dt="2023-03-27T16:45:43.728" v="34" actId="47"/>
        <pc:sldMkLst>
          <pc:docMk/>
          <pc:sldMk cId="0" sldId="268"/>
        </pc:sldMkLst>
      </pc:sldChg>
      <pc:sldChg chg="del">
        <pc:chgData name="Geng, Baocheng" userId="b4253f3e-c40b-4a70-8207-93818653a34c" providerId="ADAL" clId="{13F12F7B-4DDC-4F67-96B8-D3A6FCA8B9BB}" dt="2023-03-27T16:45:43.540" v="28" actId="47"/>
        <pc:sldMkLst>
          <pc:docMk/>
          <pc:sldMk cId="0" sldId="269"/>
        </pc:sldMkLst>
      </pc:sldChg>
      <pc:sldChg chg="del">
        <pc:chgData name="Geng, Baocheng" userId="b4253f3e-c40b-4a70-8207-93818653a34c" providerId="ADAL" clId="{13F12F7B-4DDC-4F67-96B8-D3A6FCA8B9BB}" dt="2023-03-27T16:45:46.260" v="44" actId="47"/>
        <pc:sldMkLst>
          <pc:docMk/>
          <pc:sldMk cId="0" sldId="273"/>
        </pc:sldMkLst>
      </pc:sldChg>
      <pc:sldChg chg="del">
        <pc:chgData name="Geng, Baocheng" userId="b4253f3e-c40b-4a70-8207-93818653a34c" providerId="ADAL" clId="{13F12F7B-4DDC-4F67-96B8-D3A6FCA8B9BB}" dt="2023-03-27T16:45:46.292" v="45" actId="47"/>
        <pc:sldMkLst>
          <pc:docMk/>
          <pc:sldMk cId="0" sldId="276"/>
        </pc:sldMkLst>
      </pc:sldChg>
      <pc:sldChg chg="del">
        <pc:chgData name="Geng, Baocheng" userId="b4253f3e-c40b-4a70-8207-93818653a34c" providerId="ADAL" clId="{13F12F7B-4DDC-4F67-96B8-D3A6FCA8B9BB}" dt="2023-03-27T16:45:43.047" v="13" actId="47"/>
        <pc:sldMkLst>
          <pc:docMk/>
          <pc:sldMk cId="0" sldId="288"/>
        </pc:sldMkLst>
      </pc:sldChg>
      <pc:sldChg chg="del">
        <pc:chgData name="Geng, Baocheng" userId="b4253f3e-c40b-4a70-8207-93818653a34c" providerId="ADAL" clId="{13F12F7B-4DDC-4F67-96B8-D3A6FCA8B9BB}" dt="2023-03-27T16:45:43.276" v="20" actId="47"/>
        <pc:sldMkLst>
          <pc:docMk/>
          <pc:sldMk cId="0" sldId="292"/>
        </pc:sldMkLst>
      </pc:sldChg>
      <pc:sldChg chg="del">
        <pc:chgData name="Geng, Baocheng" userId="b4253f3e-c40b-4a70-8207-93818653a34c" providerId="ADAL" clId="{13F12F7B-4DDC-4F67-96B8-D3A6FCA8B9BB}" dt="2023-03-27T16:45:43.315" v="21" actId="47"/>
        <pc:sldMkLst>
          <pc:docMk/>
          <pc:sldMk cId="0" sldId="294"/>
        </pc:sldMkLst>
      </pc:sldChg>
      <pc:sldChg chg="del">
        <pc:chgData name="Geng, Baocheng" userId="b4253f3e-c40b-4a70-8207-93818653a34c" providerId="ADAL" clId="{13F12F7B-4DDC-4F67-96B8-D3A6FCA8B9BB}" dt="2023-03-27T16:45:43.347" v="22" actId="47"/>
        <pc:sldMkLst>
          <pc:docMk/>
          <pc:sldMk cId="0" sldId="297"/>
        </pc:sldMkLst>
      </pc:sldChg>
      <pc:sldChg chg="del">
        <pc:chgData name="Geng, Baocheng" userId="b4253f3e-c40b-4a70-8207-93818653a34c" providerId="ADAL" clId="{13F12F7B-4DDC-4F67-96B8-D3A6FCA8B9BB}" dt="2023-03-27T16:45:43.460" v="26" actId="47"/>
        <pc:sldMkLst>
          <pc:docMk/>
          <pc:sldMk cId="0" sldId="302"/>
        </pc:sldMkLst>
      </pc:sldChg>
      <pc:sldChg chg="del">
        <pc:chgData name="Geng, Baocheng" userId="b4253f3e-c40b-4a70-8207-93818653a34c" providerId="ADAL" clId="{13F12F7B-4DDC-4F67-96B8-D3A6FCA8B9BB}" dt="2023-03-27T16:45:42.913" v="9" actId="47"/>
        <pc:sldMkLst>
          <pc:docMk/>
          <pc:sldMk cId="0" sldId="305"/>
        </pc:sldMkLst>
      </pc:sldChg>
      <pc:sldChg chg="del">
        <pc:chgData name="Geng, Baocheng" userId="b4253f3e-c40b-4a70-8207-93818653a34c" providerId="ADAL" clId="{13F12F7B-4DDC-4F67-96B8-D3A6FCA8B9BB}" dt="2023-03-27T16:45:42.870" v="8" actId="47"/>
        <pc:sldMkLst>
          <pc:docMk/>
          <pc:sldMk cId="0" sldId="306"/>
        </pc:sldMkLst>
      </pc:sldChg>
      <pc:sldChg chg="del">
        <pc:chgData name="Geng, Baocheng" userId="b4253f3e-c40b-4a70-8207-93818653a34c" providerId="ADAL" clId="{13F12F7B-4DDC-4F67-96B8-D3A6FCA8B9BB}" dt="2023-03-27T16:45:43.380" v="23" actId="47"/>
        <pc:sldMkLst>
          <pc:docMk/>
          <pc:sldMk cId="0" sldId="307"/>
        </pc:sldMkLst>
      </pc:sldChg>
      <pc:sldChg chg="del">
        <pc:chgData name="Geng, Baocheng" userId="b4253f3e-c40b-4a70-8207-93818653a34c" providerId="ADAL" clId="{13F12F7B-4DDC-4F67-96B8-D3A6FCA8B9BB}" dt="2023-03-27T16:45:46.421" v="49" actId="47"/>
        <pc:sldMkLst>
          <pc:docMk/>
          <pc:sldMk cId="0" sldId="312"/>
        </pc:sldMkLst>
      </pc:sldChg>
      <pc:sldChg chg="del">
        <pc:chgData name="Geng, Baocheng" userId="b4253f3e-c40b-4a70-8207-93818653a34c" providerId="ADAL" clId="{13F12F7B-4DDC-4F67-96B8-D3A6FCA8B9BB}" dt="2023-03-27T16:45:43.199" v="18" actId="47"/>
        <pc:sldMkLst>
          <pc:docMk/>
          <pc:sldMk cId="0" sldId="314"/>
        </pc:sldMkLst>
      </pc:sldChg>
      <pc:sldChg chg="del">
        <pc:chgData name="Geng, Baocheng" userId="b4253f3e-c40b-4a70-8207-93818653a34c" providerId="ADAL" clId="{13F12F7B-4DDC-4F67-96B8-D3A6FCA8B9BB}" dt="2023-03-27T16:45:45.590" v="38" actId="47"/>
        <pc:sldMkLst>
          <pc:docMk/>
          <pc:sldMk cId="0" sldId="315"/>
        </pc:sldMkLst>
      </pc:sldChg>
      <pc:sldChg chg="del">
        <pc:chgData name="Geng, Baocheng" userId="b4253f3e-c40b-4a70-8207-93818653a34c" providerId="ADAL" clId="{13F12F7B-4DDC-4F67-96B8-D3A6FCA8B9BB}" dt="2023-03-27T16:45:46.102" v="39" actId="47"/>
        <pc:sldMkLst>
          <pc:docMk/>
          <pc:sldMk cId="0" sldId="320"/>
        </pc:sldMkLst>
      </pc:sldChg>
      <pc:sldChg chg="del">
        <pc:chgData name="Geng, Baocheng" userId="b4253f3e-c40b-4a70-8207-93818653a34c" providerId="ADAL" clId="{13F12F7B-4DDC-4F67-96B8-D3A6FCA8B9BB}" dt="2023-03-27T16:45:46.143" v="40" actId="47"/>
        <pc:sldMkLst>
          <pc:docMk/>
          <pc:sldMk cId="0" sldId="325"/>
        </pc:sldMkLst>
      </pc:sldChg>
      <pc:sldChg chg="del">
        <pc:chgData name="Geng, Baocheng" userId="b4253f3e-c40b-4a70-8207-93818653a34c" providerId="ADAL" clId="{13F12F7B-4DDC-4F67-96B8-D3A6FCA8B9BB}" dt="2023-03-27T16:45:46.477" v="50" actId="47"/>
        <pc:sldMkLst>
          <pc:docMk/>
          <pc:sldMk cId="881140687" sldId="327"/>
        </pc:sldMkLst>
      </pc:sldChg>
      <pc:sldChg chg="del">
        <pc:chgData name="Geng, Baocheng" userId="b4253f3e-c40b-4a70-8207-93818653a34c" providerId="ADAL" clId="{13F12F7B-4DDC-4F67-96B8-D3A6FCA8B9BB}" dt="2023-03-27T16:45:47.102" v="52" actId="47"/>
        <pc:sldMkLst>
          <pc:docMk/>
          <pc:sldMk cId="1247606091" sldId="329"/>
        </pc:sldMkLst>
      </pc:sldChg>
      <pc:sldChg chg="addSp delSp modSp add del mod">
        <pc:chgData name="Geng, Baocheng" userId="b4253f3e-c40b-4a70-8207-93818653a34c" providerId="ADAL" clId="{13F12F7B-4DDC-4F67-96B8-D3A6FCA8B9BB}" dt="2023-03-27T16:47:18.347" v="138" actId="14100"/>
        <pc:sldMkLst>
          <pc:docMk/>
          <pc:sldMk cId="503195734" sldId="331"/>
        </pc:sldMkLst>
        <pc:spChg chg="mod">
          <ac:chgData name="Geng, Baocheng" userId="b4253f3e-c40b-4a70-8207-93818653a34c" providerId="ADAL" clId="{13F12F7B-4DDC-4F67-96B8-D3A6FCA8B9BB}" dt="2023-03-27T16:45:57.490" v="61" actId="20577"/>
          <ac:spMkLst>
            <pc:docMk/>
            <pc:sldMk cId="503195734" sldId="331"/>
            <ac:spMk id="2" creationId="{00000000-0000-0000-0000-000000000000}"/>
          </ac:spMkLst>
        </pc:spChg>
        <pc:spChg chg="add mod">
          <ac:chgData name="Geng, Baocheng" userId="b4253f3e-c40b-4a70-8207-93818653a34c" providerId="ADAL" clId="{13F12F7B-4DDC-4F67-96B8-D3A6FCA8B9BB}" dt="2023-03-27T16:47:18.347" v="138" actId="14100"/>
          <ac:spMkLst>
            <pc:docMk/>
            <pc:sldMk cId="503195734" sldId="331"/>
            <ac:spMk id="3" creationId="{6E706680-4588-BA2A-B1C2-165D884B5D45}"/>
          </ac:spMkLst>
        </pc:spChg>
        <pc:picChg chg="del">
          <ac:chgData name="Geng, Baocheng" userId="b4253f3e-c40b-4a70-8207-93818653a34c" providerId="ADAL" clId="{13F12F7B-4DDC-4F67-96B8-D3A6FCA8B9BB}" dt="2023-03-27T16:45:59.325" v="62" actId="478"/>
          <ac:picMkLst>
            <pc:docMk/>
            <pc:sldMk cId="503195734" sldId="331"/>
            <ac:picMk id="5" creationId="{8CE3EDE3-62E2-F8D8-EF5D-804758543344}"/>
          </ac:picMkLst>
        </pc:picChg>
      </pc:sldChg>
      <pc:sldChg chg="new del">
        <pc:chgData name="Geng, Baocheng" userId="b4253f3e-c40b-4a70-8207-93818653a34c" providerId="ADAL" clId="{13F12F7B-4DDC-4F67-96B8-D3A6FCA8B9BB}" dt="2023-03-27T16:48:27.908" v="141" actId="47"/>
        <pc:sldMkLst>
          <pc:docMk/>
          <pc:sldMk cId="540178490" sldId="332"/>
        </pc:sldMkLst>
      </pc:sldChg>
      <pc:sldChg chg="addSp delSp modSp add mod">
        <pc:chgData name="Geng, Baocheng" userId="b4253f3e-c40b-4a70-8207-93818653a34c" providerId="ADAL" clId="{13F12F7B-4DDC-4F67-96B8-D3A6FCA8B9BB}" dt="2023-03-27T16:54:04.679" v="218" actId="1076"/>
        <pc:sldMkLst>
          <pc:docMk/>
          <pc:sldMk cId="1107287829" sldId="333"/>
        </pc:sldMkLst>
        <pc:spChg chg="mod">
          <ac:chgData name="Geng, Baocheng" userId="b4253f3e-c40b-4a70-8207-93818653a34c" providerId="ADAL" clId="{13F12F7B-4DDC-4F67-96B8-D3A6FCA8B9BB}" dt="2023-03-27T16:48:34.297" v="158" actId="20577"/>
          <ac:spMkLst>
            <pc:docMk/>
            <pc:sldMk cId="1107287829" sldId="333"/>
            <ac:spMk id="2" creationId="{00000000-0000-0000-0000-000000000000}"/>
          </ac:spMkLst>
        </pc:spChg>
        <pc:spChg chg="del">
          <ac:chgData name="Geng, Baocheng" userId="b4253f3e-c40b-4a70-8207-93818653a34c" providerId="ADAL" clId="{13F12F7B-4DDC-4F67-96B8-D3A6FCA8B9BB}" dt="2023-03-27T16:48:37.570" v="159" actId="478"/>
          <ac:spMkLst>
            <pc:docMk/>
            <pc:sldMk cId="1107287829" sldId="333"/>
            <ac:spMk id="3" creationId="{6E706680-4588-BA2A-B1C2-165D884B5D45}"/>
          </ac:spMkLst>
        </pc:spChg>
        <pc:picChg chg="add del mod">
          <ac:chgData name="Geng, Baocheng" userId="b4253f3e-c40b-4a70-8207-93818653a34c" providerId="ADAL" clId="{13F12F7B-4DDC-4F67-96B8-D3A6FCA8B9BB}" dt="2023-03-27T16:53:56.313" v="213" actId="478"/>
          <ac:picMkLst>
            <pc:docMk/>
            <pc:sldMk cId="1107287829" sldId="333"/>
            <ac:picMk id="5" creationId="{ABE4FA8A-66D5-B6FD-3E6E-61F04360C668}"/>
          </ac:picMkLst>
        </pc:picChg>
        <pc:picChg chg="add mod">
          <ac:chgData name="Geng, Baocheng" userId="b4253f3e-c40b-4a70-8207-93818653a34c" providerId="ADAL" clId="{13F12F7B-4DDC-4F67-96B8-D3A6FCA8B9BB}" dt="2023-03-27T16:54:04.679" v="218" actId="1076"/>
          <ac:picMkLst>
            <pc:docMk/>
            <pc:sldMk cId="1107287829" sldId="333"/>
            <ac:picMk id="10" creationId="{E960F275-DB12-FB8A-C8E6-71268816A15E}"/>
          </ac:picMkLst>
        </pc:picChg>
      </pc:sldChg>
      <pc:sldChg chg="addSp delSp modSp add mod">
        <pc:chgData name="Geng, Baocheng" userId="b4253f3e-c40b-4a70-8207-93818653a34c" providerId="ADAL" clId="{13F12F7B-4DDC-4F67-96B8-D3A6FCA8B9BB}" dt="2023-03-27T16:49:29.759" v="169" actId="1076"/>
        <pc:sldMkLst>
          <pc:docMk/>
          <pc:sldMk cId="1382905722" sldId="334"/>
        </pc:sldMkLst>
        <pc:picChg chg="add mod">
          <ac:chgData name="Geng, Baocheng" userId="b4253f3e-c40b-4a70-8207-93818653a34c" providerId="ADAL" clId="{13F12F7B-4DDC-4F67-96B8-D3A6FCA8B9BB}" dt="2023-03-27T16:49:29.759" v="169" actId="1076"/>
          <ac:picMkLst>
            <pc:docMk/>
            <pc:sldMk cId="1382905722" sldId="334"/>
            <ac:picMk id="4" creationId="{F64FDFAC-69AC-4CEA-B89B-210A07D4CE20}"/>
          </ac:picMkLst>
        </pc:picChg>
        <pc:picChg chg="del">
          <ac:chgData name="Geng, Baocheng" userId="b4253f3e-c40b-4a70-8207-93818653a34c" providerId="ADAL" clId="{13F12F7B-4DDC-4F67-96B8-D3A6FCA8B9BB}" dt="2023-03-27T16:49:23.963" v="165" actId="478"/>
          <ac:picMkLst>
            <pc:docMk/>
            <pc:sldMk cId="1382905722" sldId="334"/>
            <ac:picMk id="5" creationId="{ABE4FA8A-66D5-B6FD-3E6E-61F04360C668}"/>
          </ac:picMkLst>
        </pc:picChg>
      </pc:sldChg>
      <pc:sldChg chg="addSp delSp modSp add del mod">
        <pc:chgData name="Geng, Baocheng" userId="b4253f3e-c40b-4a70-8207-93818653a34c" providerId="ADAL" clId="{13F12F7B-4DDC-4F67-96B8-D3A6FCA8B9BB}" dt="2023-03-27T16:52:02.338" v="176" actId="1076"/>
        <pc:sldMkLst>
          <pc:docMk/>
          <pc:sldMk cId="959414550" sldId="335"/>
        </pc:sldMkLst>
        <pc:picChg chg="del">
          <ac:chgData name="Geng, Baocheng" userId="b4253f3e-c40b-4a70-8207-93818653a34c" providerId="ADAL" clId="{13F12F7B-4DDC-4F67-96B8-D3A6FCA8B9BB}" dt="2023-03-27T16:51:53.144" v="172" actId="478"/>
          <ac:picMkLst>
            <pc:docMk/>
            <pc:sldMk cId="959414550" sldId="335"/>
            <ac:picMk id="4" creationId="{F64FDFAC-69AC-4CEA-B89B-210A07D4CE20}"/>
          </ac:picMkLst>
        </pc:picChg>
        <pc:picChg chg="add mod">
          <ac:chgData name="Geng, Baocheng" userId="b4253f3e-c40b-4a70-8207-93818653a34c" providerId="ADAL" clId="{13F12F7B-4DDC-4F67-96B8-D3A6FCA8B9BB}" dt="2023-03-27T16:52:02.338" v="176" actId="1076"/>
          <ac:picMkLst>
            <pc:docMk/>
            <pc:sldMk cId="959414550" sldId="335"/>
            <ac:picMk id="5" creationId="{3EE0D70F-E408-4B4B-C78D-D5DA59531B4A}"/>
          </ac:picMkLst>
        </pc:picChg>
      </pc:sldChg>
      <pc:sldChg chg="addSp delSp modSp add mod">
        <pc:chgData name="Geng, Baocheng" userId="b4253f3e-c40b-4a70-8207-93818653a34c" providerId="ADAL" clId="{13F12F7B-4DDC-4F67-96B8-D3A6FCA8B9BB}" dt="2023-03-27T16:52:14.448" v="180" actId="962"/>
        <pc:sldMkLst>
          <pc:docMk/>
          <pc:sldMk cId="1529903539" sldId="336"/>
        </pc:sldMkLst>
        <pc:picChg chg="del">
          <ac:chgData name="Geng, Baocheng" userId="b4253f3e-c40b-4a70-8207-93818653a34c" providerId="ADAL" clId="{13F12F7B-4DDC-4F67-96B8-D3A6FCA8B9BB}" dt="2023-03-27T16:52:06.809" v="177" actId="478"/>
          <ac:picMkLst>
            <pc:docMk/>
            <pc:sldMk cId="1529903539" sldId="336"/>
            <ac:picMk id="4" creationId="{F64FDFAC-69AC-4CEA-B89B-210A07D4CE20}"/>
          </ac:picMkLst>
        </pc:picChg>
        <pc:picChg chg="add mod">
          <ac:chgData name="Geng, Baocheng" userId="b4253f3e-c40b-4a70-8207-93818653a34c" providerId="ADAL" clId="{13F12F7B-4DDC-4F67-96B8-D3A6FCA8B9BB}" dt="2023-03-27T16:52:14.448" v="180" actId="962"/>
          <ac:picMkLst>
            <pc:docMk/>
            <pc:sldMk cId="1529903539" sldId="336"/>
            <ac:picMk id="5" creationId="{D8F28A41-696A-CCE5-7B99-CD52E3A6A49B}"/>
          </ac:picMkLst>
        </pc:picChg>
      </pc:sldChg>
      <pc:sldChg chg="addSp delSp modSp add mod">
        <pc:chgData name="Geng, Baocheng" userId="b4253f3e-c40b-4a70-8207-93818653a34c" providerId="ADAL" clId="{13F12F7B-4DDC-4F67-96B8-D3A6FCA8B9BB}" dt="2023-03-27T16:52:32.022" v="186" actId="962"/>
        <pc:sldMkLst>
          <pc:docMk/>
          <pc:sldMk cId="4193301988" sldId="337"/>
        </pc:sldMkLst>
        <pc:picChg chg="add mod">
          <ac:chgData name="Geng, Baocheng" userId="b4253f3e-c40b-4a70-8207-93818653a34c" providerId="ADAL" clId="{13F12F7B-4DDC-4F67-96B8-D3A6FCA8B9BB}" dt="2023-03-27T16:52:32.022" v="186" actId="962"/>
          <ac:picMkLst>
            <pc:docMk/>
            <pc:sldMk cId="4193301988" sldId="337"/>
            <ac:picMk id="4" creationId="{8D9C3921-B722-A207-B0A7-E77959FFAD7B}"/>
          </ac:picMkLst>
        </pc:picChg>
        <pc:picChg chg="del">
          <ac:chgData name="Geng, Baocheng" userId="b4253f3e-c40b-4a70-8207-93818653a34c" providerId="ADAL" clId="{13F12F7B-4DDC-4F67-96B8-D3A6FCA8B9BB}" dt="2023-03-27T16:52:26.566" v="183" actId="478"/>
          <ac:picMkLst>
            <pc:docMk/>
            <pc:sldMk cId="4193301988" sldId="337"/>
            <ac:picMk id="5" creationId="{D8F28A41-696A-CCE5-7B99-CD52E3A6A49B}"/>
          </ac:picMkLst>
        </pc:picChg>
      </pc:sldChg>
      <pc:sldChg chg="addSp delSp modSp add mod">
        <pc:chgData name="Geng, Baocheng" userId="b4253f3e-c40b-4a70-8207-93818653a34c" providerId="ADAL" clId="{13F12F7B-4DDC-4F67-96B8-D3A6FCA8B9BB}" dt="2023-03-27T16:52:45.170" v="191" actId="1076"/>
        <pc:sldMkLst>
          <pc:docMk/>
          <pc:sldMk cId="3285856939" sldId="338"/>
        </pc:sldMkLst>
        <pc:picChg chg="add mod">
          <ac:chgData name="Geng, Baocheng" userId="b4253f3e-c40b-4a70-8207-93818653a34c" providerId="ADAL" clId="{13F12F7B-4DDC-4F67-96B8-D3A6FCA8B9BB}" dt="2023-03-27T16:52:45.170" v="191" actId="1076"/>
          <ac:picMkLst>
            <pc:docMk/>
            <pc:sldMk cId="3285856939" sldId="338"/>
            <ac:picMk id="4" creationId="{D77C9138-8528-7049-82FC-BB9856D87B78}"/>
          </ac:picMkLst>
        </pc:picChg>
        <pc:picChg chg="del">
          <ac:chgData name="Geng, Baocheng" userId="b4253f3e-c40b-4a70-8207-93818653a34c" providerId="ADAL" clId="{13F12F7B-4DDC-4F67-96B8-D3A6FCA8B9BB}" dt="2023-03-27T16:52:35.742" v="187" actId="478"/>
          <ac:picMkLst>
            <pc:docMk/>
            <pc:sldMk cId="3285856939" sldId="338"/>
            <ac:picMk id="5" creationId="{D8F28A41-696A-CCE5-7B99-CD52E3A6A49B}"/>
          </ac:picMkLst>
        </pc:picChg>
      </pc:sldChg>
      <pc:sldChg chg="addSp delSp modSp add mod">
        <pc:chgData name="Geng, Baocheng" userId="b4253f3e-c40b-4a70-8207-93818653a34c" providerId="ADAL" clId="{13F12F7B-4DDC-4F67-96B8-D3A6FCA8B9BB}" dt="2023-03-27T16:52:58.280" v="198" actId="1076"/>
        <pc:sldMkLst>
          <pc:docMk/>
          <pc:sldMk cId="4210124451" sldId="339"/>
        </pc:sldMkLst>
        <pc:picChg chg="del">
          <ac:chgData name="Geng, Baocheng" userId="b4253f3e-c40b-4a70-8207-93818653a34c" providerId="ADAL" clId="{13F12F7B-4DDC-4F67-96B8-D3A6FCA8B9BB}" dt="2023-03-27T16:52:51.395" v="194" actId="478"/>
          <ac:picMkLst>
            <pc:docMk/>
            <pc:sldMk cId="4210124451" sldId="339"/>
            <ac:picMk id="4" creationId="{D77C9138-8528-7049-82FC-BB9856D87B78}"/>
          </ac:picMkLst>
        </pc:picChg>
        <pc:picChg chg="add mod">
          <ac:chgData name="Geng, Baocheng" userId="b4253f3e-c40b-4a70-8207-93818653a34c" providerId="ADAL" clId="{13F12F7B-4DDC-4F67-96B8-D3A6FCA8B9BB}" dt="2023-03-27T16:52:58.280" v="198" actId="1076"/>
          <ac:picMkLst>
            <pc:docMk/>
            <pc:sldMk cId="4210124451" sldId="339"/>
            <ac:picMk id="5" creationId="{9C757717-E65B-CF99-6579-626CB8FD2F40}"/>
          </ac:picMkLst>
        </pc:picChg>
      </pc:sldChg>
      <pc:sldChg chg="addSp delSp modSp add mod">
        <pc:chgData name="Geng, Baocheng" userId="b4253f3e-c40b-4a70-8207-93818653a34c" providerId="ADAL" clId="{13F12F7B-4DDC-4F67-96B8-D3A6FCA8B9BB}" dt="2023-03-27T16:53:08.730" v="202" actId="962"/>
        <pc:sldMkLst>
          <pc:docMk/>
          <pc:sldMk cId="4204330288" sldId="340"/>
        </pc:sldMkLst>
        <pc:picChg chg="del">
          <ac:chgData name="Geng, Baocheng" userId="b4253f3e-c40b-4a70-8207-93818653a34c" providerId="ADAL" clId="{13F12F7B-4DDC-4F67-96B8-D3A6FCA8B9BB}" dt="2023-03-27T16:53:03.382" v="199" actId="478"/>
          <ac:picMkLst>
            <pc:docMk/>
            <pc:sldMk cId="4204330288" sldId="340"/>
            <ac:picMk id="4" creationId="{D77C9138-8528-7049-82FC-BB9856D87B78}"/>
          </ac:picMkLst>
        </pc:picChg>
        <pc:picChg chg="add mod">
          <ac:chgData name="Geng, Baocheng" userId="b4253f3e-c40b-4a70-8207-93818653a34c" providerId="ADAL" clId="{13F12F7B-4DDC-4F67-96B8-D3A6FCA8B9BB}" dt="2023-03-27T16:53:08.730" v="202" actId="962"/>
          <ac:picMkLst>
            <pc:docMk/>
            <pc:sldMk cId="4204330288" sldId="340"/>
            <ac:picMk id="5" creationId="{F464C5DB-F9F5-B12D-6319-556E98A1D8C7}"/>
          </ac:picMkLst>
        </pc:picChg>
      </pc:sldChg>
      <pc:sldChg chg="addSp delSp modSp add del mod">
        <pc:chgData name="Geng, Baocheng" userId="b4253f3e-c40b-4a70-8207-93818653a34c" providerId="ADAL" clId="{13F12F7B-4DDC-4F67-96B8-D3A6FCA8B9BB}" dt="2023-03-28T14:34:46.515" v="233" actId="2696"/>
        <pc:sldMkLst>
          <pc:docMk/>
          <pc:sldMk cId="811299727" sldId="341"/>
        </pc:sldMkLst>
        <pc:picChg chg="add mod">
          <ac:chgData name="Geng, Baocheng" userId="b4253f3e-c40b-4a70-8207-93818653a34c" providerId="ADAL" clId="{13F12F7B-4DDC-4F67-96B8-D3A6FCA8B9BB}" dt="2023-03-27T16:53:24.969" v="209" actId="1076"/>
          <ac:picMkLst>
            <pc:docMk/>
            <pc:sldMk cId="811299727" sldId="341"/>
            <ac:picMk id="4" creationId="{6A31BC91-EC34-B334-48A1-49EFE2A7B606}"/>
          </ac:picMkLst>
        </pc:picChg>
        <pc:picChg chg="del">
          <ac:chgData name="Geng, Baocheng" userId="b4253f3e-c40b-4a70-8207-93818653a34c" providerId="ADAL" clId="{13F12F7B-4DDC-4F67-96B8-D3A6FCA8B9BB}" dt="2023-03-27T16:53:16.368" v="204" actId="478"/>
          <ac:picMkLst>
            <pc:docMk/>
            <pc:sldMk cId="811299727" sldId="341"/>
            <ac:picMk id="5" creationId="{F464C5DB-F9F5-B12D-6319-556E98A1D8C7}"/>
          </ac:picMkLst>
        </pc:picChg>
      </pc:sldChg>
      <pc:sldChg chg="add ord">
        <pc:chgData name="Geng, Baocheng" userId="b4253f3e-c40b-4a70-8207-93818653a34c" providerId="ADAL" clId="{13F12F7B-4DDC-4F67-96B8-D3A6FCA8B9BB}" dt="2023-03-27T16:53:54.877" v="212"/>
        <pc:sldMkLst>
          <pc:docMk/>
          <pc:sldMk cId="2277541239" sldId="342"/>
        </pc:sldMkLst>
      </pc:sldChg>
      <pc:sldChg chg="add">
        <pc:chgData name="Geng, Baocheng" userId="b4253f3e-c40b-4a70-8207-93818653a34c" providerId="ADAL" clId="{13F12F7B-4DDC-4F67-96B8-D3A6FCA8B9BB}" dt="2023-03-27T20:17:38.393" v="219" actId="2890"/>
        <pc:sldMkLst>
          <pc:docMk/>
          <pc:sldMk cId="3166089408" sldId="343"/>
        </pc:sldMkLst>
      </pc:sldChg>
      <pc:sldChg chg="delSp modSp add mod">
        <pc:chgData name="Geng, Baocheng" userId="b4253f3e-c40b-4a70-8207-93818653a34c" providerId="ADAL" clId="{13F12F7B-4DDC-4F67-96B8-D3A6FCA8B9BB}" dt="2023-03-28T14:35:24.675" v="253" actId="255"/>
        <pc:sldMkLst>
          <pc:docMk/>
          <pc:sldMk cId="1285318556" sldId="344"/>
        </pc:sldMkLst>
        <pc:spChg chg="mod">
          <ac:chgData name="Geng, Baocheng" userId="b4253f3e-c40b-4a70-8207-93818653a34c" providerId="ADAL" clId="{13F12F7B-4DDC-4F67-96B8-D3A6FCA8B9BB}" dt="2023-03-27T20:18:52.242" v="227" actId="20577"/>
          <ac:spMkLst>
            <pc:docMk/>
            <pc:sldMk cId="1285318556" sldId="344"/>
            <ac:spMk id="2" creationId="{00000000-0000-0000-0000-000000000000}"/>
          </ac:spMkLst>
        </pc:spChg>
        <pc:spChg chg="mod">
          <ac:chgData name="Geng, Baocheng" userId="b4253f3e-c40b-4a70-8207-93818653a34c" providerId="ADAL" clId="{13F12F7B-4DDC-4F67-96B8-D3A6FCA8B9BB}" dt="2023-03-28T14:35:24.675" v="253" actId="255"/>
          <ac:spMkLst>
            <pc:docMk/>
            <pc:sldMk cId="1285318556" sldId="344"/>
            <ac:spMk id="4" creationId="{CB065D2C-881C-CF25-CB64-E9CBCE488EE2}"/>
          </ac:spMkLst>
        </pc:spChg>
        <pc:picChg chg="del">
          <ac:chgData name="Geng, Baocheng" userId="b4253f3e-c40b-4a70-8207-93818653a34c" providerId="ADAL" clId="{13F12F7B-4DDC-4F67-96B8-D3A6FCA8B9BB}" dt="2023-03-27T20:18:46.648" v="221" actId="478"/>
          <ac:picMkLst>
            <pc:docMk/>
            <pc:sldMk cId="1285318556" sldId="344"/>
            <ac:picMk id="4" creationId="{6A31BC91-EC34-B334-48A1-49EFE2A7B606}"/>
          </ac:picMkLst>
        </pc:picChg>
      </pc:sldChg>
      <pc:sldChg chg="modSp mod">
        <pc:chgData name="Geng, Baocheng" userId="b4253f3e-c40b-4a70-8207-93818653a34c" providerId="ADAL" clId="{13F12F7B-4DDC-4F67-96B8-D3A6FCA8B9BB}" dt="2023-03-28T14:35:36.385" v="254" actId="1076"/>
        <pc:sldMkLst>
          <pc:docMk/>
          <pc:sldMk cId="3678742028" sldId="345"/>
        </pc:sldMkLst>
        <pc:picChg chg="mod">
          <ac:chgData name="Geng, Baocheng" userId="b4253f3e-c40b-4a70-8207-93818653a34c" providerId="ADAL" clId="{13F12F7B-4DDC-4F67-96B8-D3A6FCA8B9BB}" dt="2023-03-28T14:35:36.385" v="254" actId="1076"/>
          <ac:picMkLst>
            <pc:docMk/>
            <pc:sldMk cId="3678742028" sldId="345"/>
            <ac:picMk id="3" creationId="{0672101D-B632-A071-EC97-09401355E86E}"/>
          </ac:picMkLst>
        </pc:picChg>
      </pc:sldChg>
      <pc:sldChg chg="new">
        <pc:chgData name="Geng, Baocheng" userId="b4253f3e-c40b-4a70-8207-93818653a34c" providerId="ADAL" clId="{13F12F7B-4DDC-4F67-96B8-D3A6FCA8B9BB}" dt="2023-03-28T14:32:40.229" v="228" actId="680"/>
        <pc:sldMkLst>
          <pc:docMk/>
          <pc:sldMk cId="2828331273" sldId="346"/>
        </pc:sldMkLst>
      </pc:sldChg>
      <pc:sldChg chg="new">
        <pc:chgData name="Geng, Baocheng" userId="b4253f3e-c40b-4a70-8207-93818653a34c" providerId="ADAL" clId="{13F12F7B-4DDC-4F67-96B8-D3A6FCA8B9BB}" dt="2023-03-28T14:32:50.652" v="229" actId="680"/>
        <pc:sldMkLst>
          <pc:docMk/>
          <pc:sldMk cId="342032947" sldId="347"/>
        </pc:sldMkLst>
      </pc:sldChg>
      <pc:sldChg chg="del">
        <pc:chgData name="Geng, Baocheng" userId="b4253f3e-c40b-4a70-8207-93818653a34c" providerId="ADAL" clId="{13F12F7B-4DDC-4F67-96B8-D3A6FCA8B9BB}" dt="2023-03-27T16:45:43.495" v="27" actId="47"/>
        <pc:sldMkLst>
          <pc:docMk/>
          <pc:sldMk cId="1246312653" sldId="347"/>
        </pc:sldMkLst>
      </pc:sldChg>
      <pc:sldChg chg="new">
        <pc:chgData name="Geng, Baocheng" userId="b4253f3e-c40b-4a70-8207-93818653a34c" providerId="ADAL" clId="{13F12F7B-4DDC-4F67-96B8-D3A6FCA8B9BB}" dt="2023-03-28T14:32:54.977" v="230" actId="680"/>
        <pc:sldMkLst>
          <pc:docMk/>
          <pc:sldMk cId="2682651582" sldId="348"/>
        </pc:sldMkLst>
      </pc:sldChg>
      <pc:sldChg chg="new">
        <pc:chgData name="Geng, Baocheng" userId="b4253f3e-c40b-4a70-8207-93818653a34c" providerId="ADAL" clId="{13F12F7B-4DDC-4F67-96B8-D3A6FCA8B9BB}" dt="2023-03-28T14:33:52.942" v="231" actId="680"/>
        <pc:sldMkLst>
          <pc:docMk/>
          <pc:sldMk cId="2335150217" sldId="349"/>
        </pc:sldMkLst>
      </pc:sldChg>
      <pc:sldChg chg="new">
        <pc:chgData name="Geng, Baocheng" userId="b4253f3e-c40b-4a70-8207-93818653a34c" providerId="ADAL" clId="{13F12F7B-4DDC-4F67-96B8-D3A6FCA8B9BB}" dt="2023-03-28T14:34:02.335" v="232" actId="680"/>
        <pc:sldMkLst>
          <pc:docMk/>
          <pc:sldMk cId="892293594" sldId="350"/>
        </pc:sldMkLst>
      </pc:sldChg>
      <pc:sldChg chg="del">
        <pc:chgData name="Geng, Baocheng" userId="b4253f3e-c40b-4a70-8207-93818653a34c" providerId="ADAL" clId="{13F12F7B-4DDC-4F67-96B8-D3A6FCA8B9BB}" dt="2023-03-27T16:45:46.195" v="42" actId="47"/>
        <pc:sldMkLst>
          <pc:docMk/>
          <pc:sldMk cId="1411334702" sldId="361"/>
        </pc:sldMkLst>
      </pc:sldChg>
      <pc:sldChg chg="del">
        <pc:chgData name="Geng, Baocheng" userId="b4253f3e-c40b-4a70-8207-93818653a34c" providerId="ADAL" clId="{13F12F7B-4DDC-4F67-96B8-D3A6FCA8B9BB}" dt="2023-03-27T16:45:44.955" v="37" actId="47"/>
        <pc:sldMkLst>
          <pc:docMk/>
          <pc:sldMk cId="1147304112" sldId="366"/>
        </pc:sldMkLst>
      </pc:sldChg>
      <pc:sldChg chg="del">
        <pc:chgData name="Geng, Baocheng" userId="b4253f3e-c40b-4a70-8207-93818653a34c" providerId="ADAL" clId="{13F12F7B-4DDC-4F67-96B8-D3A6FCA8B9BB}" dt="2023-03-27T16:45:42.975" v="11" actId="47"/>
        <pc:sldMkLst>
          <pc:docMk/>
          <pc:sldMk cId="502429178" sldId="369"/>
        </pc:sldMkLst>
      </pc:sldChg>
      <pc:sldChg chg="del">
        <pc:chgData name="Geng, Baocheng" userId="b4253f3e-c40b-4a70-8207-93818653a34c" providerId="ADAL" clId="{13F12F7B-4DDC-4F67-96B8-D3A6FCA8B9BB}" dt="2023-03-27T16:45:42.947" v="10" actId="47"/>
        <pc:sldMkLst>
          <pc:docMk/>
          <pc:sldMk cId="736026431" sldId="372"/>
        </pc:sldMkLst>
      </pc:sldChg>
      <pc:sldChg chg="del">
        <pc:chgData name="Geng, Baocheng" userId="b4253f3e-c40b-4a70-8207-93818653a34c" providerId="ADAL" clId="{13F12F7B-4DDC-4F67-96B8-D3A6FCA8B9BB}" dt="2023-03-27T16:45:43.077" v="14" actId="47"/>
        <pc:sldMkLst>
          <pc:docMk/>
          <pc:sldMk cId="0" sldId="391"/>
        </pc:sldMkLst>
      </pc:sldChg>
      <pc:sldChg chg="del">
        <pc:chgData name="Geng, Baocheng" userId="b4253f3e-c40b-4a70-8207-93818653a34c" providerId="ADAL" clId="{13F12F7B-4DDC-4F67-96B8-D3A6FCA8B9BB}" dt="2023-03-27T16:45:43.175" v="17" actId="47"/>
        <pc:sldMkLst>
          <pc:docMk/>
          <pc:sldMk cId="0" sldId="394"/>
        </pc:sldMkLst>
      </pc:sldChg>
      <pc:sldChg chg="del">
        <pc:chgData name="Geng, Baocheng" userId="b4253f3e-c40b-4a70-8207-93818653a34c" providerId="ADAL" clId="{13F12F7B-4DDC-4F67-96B8-D3A6FCA8B9BB}" dt="2023-03-27T16:45:43.249" v="19" actId="47"/>
        <pc:sldMkLst>
          <pc:docMk/>
          <pc:sldMk cId="0" sldId="395"/>
        </pc:sldMkLst>
      </pc:sldChg>
      <pc:sldChg chg="del">
        <pc:chgData name="Geng, Baocheng" userId="b4253f3e-c40b-4a70-8207-93818653a34c" providerId="ADAL" clId="{13F12F7B-4DDC-4F67-96B8-D3A6FCA8B9BB}" dt="2023-03-27T16:45:43.415" v="24" actId="47"/>
        <pc:sldMkLst>
          <pc:docMk/>
          <pc:sldMk cId="0" sldId="397"/>
        </pc:sldMkLst>
      </pc:sldChg>
      <pc:sldChg chg="del">
        <pc:chgData name="Geng, Baocheng" userId="b4253f3e-c40b-4a70-8207-93818653a34c" providerId="ADAL" clId="{13F12F7B-4DDC-4F67-96B8-D3A6FCA8B9BB}" dt="2023-03-27T16:45:43.577" v="29" actId="47"/>
        <pc:sldMkLst>
          <pc:docMk/>
          <pc:sldMk cId="0" sldId="398"/>
        </pc:sldMkLst>
      </pc:sldChg>
      <pc:sldChg chg="del">
        <pc:chgData name="Geng, Baocheng" userId="b4253f3e-c40b-4a70-8207-93818653a34c" providerId="ADAL" clId="{13F12F7B-4DDC-4F67-96B8-D3A6FCA8B9BB}" dt="2023-03-27T16:45:43.637" v="31" actId="47"/>
        <pc:sldMkLst>
          <pc:docMk/>
          <pc:sldMk cId="0" sldId="399"/>
        </pc:sldMkLst>
      </pc:sldChg>
      <pc:sldChg chg="del">
        <pc:chgData name="Geng, Baocheng" userId="b4253f3e-c40b-4a70-8207-93818653a34c" providerId="ADAL" clId="{13F12F7B-4DDC-4F67-96B8-D3A6FCA8B9BB}" dt="2023-03-27T16:45:43.665" v="32" actId="47"/>
        <pc:sldMkLst>
          <pc:docMk/>
          <pc:sldMk cId="0" sldId="400"/>
        </pc:sldMkLst>
      </pc:sldChg>
      <pc:sldChg chg="del">
        <pc:chgData name="Geng, Baocheng" userId="b4253f3e-c40b-4a70-8207-93818653a34c" providerId="ADAL" clId="{13F12F7B-4DDC-4F67-96B8-D3A6FCA8B9BB}" dt="2023-03-27T16:45:44.451" v="36" actId="47"/>
        <pc:sldMkLst>
          <pc:docMk/>
          <pc:sldMk cId="0" sldId="401"/>
        </pc:sldMkLst>
      </pc:sldChg>
      <pc:sldChg chg="del">
        <pc:chgData name="Geng, Baocheng" userId="b4253f3e-c40b-4a70-8207-93818653a34c" providerId="ADAL" clId="{13F12F7B-4DDC-4F67-96B8-D3A6FCA8B9BB}" dt="2023-03-27T16:45:46.231" v="43" actId="47"/>
        <pc:sldMkLst>
          <pc:docMk/>
          <pc:sldMk cId="0" sldId="403"/>
        </pc:sldMkLst>
      </pc:sldChg>
      <pc:sldChg chg="del">
        <pc:chgData name="Geng, Baocheng" userId="b4253f3e-c40b-4a70-8207-93818653a34c" providerId="ADAL" clId="{13F12F7B-4DDC-4F67-96B8-D3A6FCA8B9BB}" dt="2023-03-27T16:45:46.329" v="46" actId="47"/>
        <pc:sldMkLst>
          <pc:docMk/>
          <pc:sldMk cId="0" sldId="404"/>
        </pc:sldMkLst>
      </pc:sldChg>
      <pc:sldChg chg="del">
        <pc:chgData name="Geng, Baocheng" userId="b4253f3e-c40b-4a70-8207-93818653a34c" providerId="ADAL" clId="{13F12F7B-4DDC-4F67-96B8-D3A6FCA8B9BB}" dt="2023-03-27T16:45:46.363" v="47" actId="47"/>
        <pc:sldMkLst>
          <pc:docMk/>
          <pc:sldMk cId="0" sldId="405"/>
        </pc:sldMkLst>
      </pc:sldChg>
      <pc:sldChg chg="del">
        <pc:chgData name="Geng, Baocheng" userId="b4253f3e-c40b-4a70-8207-93818653a34c" providerId="ADAL" clId="{13F12F7B-4DDC-4F67-96B8-D3A6FCA8B9BB}" dt="2023-03-27T16:45:46.393" v="48" actId="47"/>
        <pc:sldMkLst>
          <pc:docMk/>
          <pc:sldMk cId="0" sldId="406"/>
        </pc:sldMkLst>
      </pc:sldChg>
      <pc:sldChg chg="del">
        <pc:chgData name="Geng, Baocheng" userId="b4253f3e-c40b-4a70-8207-93818653a34c" providerId="ADAL" clId="{13F12F7B-4DDC-4F67-96B8-D3A6FCA8B9BB}" dt="2023-03-27T16:45:46.498" v="51" actId="47"/>
        <pc:sldMkLst>
          <pc:docMk/>
          <pc:sldMk cId="2595192183" sldId="407"/>
        </pc:sldMkLst>
      </pc:sldChg>
      <pc:sldChg chg="del">
        <pc:chgData name="Geng, Baocheng" userId="b4253f3e-c40b-4a70-8207-93818653a34c" providerId="ADAL" clId="{13F12F7B-4DDC-4F67-96B8-D3A6FCA8B9BB}" dt="2023-03-27T16:45:47.608" v="53" actId="47"/>
        <pc:sldMkLst>
          <pc:docMk/>
          <pc:sldMk cId="2091671419" sldId="408"/>
        </pc:sldMkLst>
      </pc:sldChg>
      <pc:sldChg chg="del">
        <pc:chgData name="Geng, Baocheng" userId="b4253f3e-c40b-4a70-8207-93818653a34c" providerId="ADAL" clId="{13F12F7B-4DDC-4F67-96B8-D3A6FCA8B9BB}" dt="2023-03-27T16:45:44.193" v="35" actId="47"/>
        <pc:sldMkLst>
          <pc:docMk/>
          <pc:sldMk cId="2256304610" sldId="409"/>
        </pc:sldMkLst>
      </pc:sldChg>
      <pc:sldChg chg="del">
        <pc:chgData name="Geng, Baocheng" userId="b4253f3e-c40b-4a70-8207-93818653a34c" providerId="ADAL" clId="{13F12F7B-4DDC-4F67-96B8-D3A6FCA8B9BB}" dt="2023-03-27T16:45:40.582" v="4" actId="47"/>
        <pc:sldMkLst>
          <pc:docMk/>
          <pc:sldMk cId="4136310337" sldId="410"/>
        </pc:sldMkLst>
      </pc:sldChg>
      <pc:sldChg chg="del">
        <pc:chgData name="Geng, Baocheng" userId="b4253f3e-c40b-4a70-8207-93818653a34c" providerId="ADAL" clId="{13F12F7B-4DDC-4F67-96B8-D3A6FCA8B9BB}" dt="2023-03-27T16:45:42.301" v="5" actId="47"/>
        <pc:sldMkLst>
          <pc:docMk/>
          <pc:sldMk cId="2708175399" sldId="411"/>
        </pc:sldMkLst>
      </pc:sldChg>
      <pc:sldChg chg="del">
        <pc:chgData name="Geng, Baocheng" userId="b4253f3e-c40b-4a70-8207-93818653a34c" providerId="ADAL" clId="{13F12F7B-4DDC-4F67-96B8-D3A6FCA8B9BB}" dt="2023-03-27T16:45:42.806" v="6" actId="47"/>
        <pc:sldMkLst>
          <pc:docMk/>
          <pc:sldMk cId="3308708304" sldId="412"/>
        </pc:sldMkLst>
      </pc:sldChg>
    </pc:docChg>
  </pc:docChgLst>
  <pc:docChgLst>
    <pc:chgData name="Geng, Baocheng" userId="b4253f3e-c40b-4a70-8207-93818653a34c" providerId="ADAL" clId="{AE05144D-EB48-4A9D-AD7C-34DE5BB3C632}"/>
    <pc:docChg chg="undo custSel addSld delSld modSld sldOrd">
      <pc:chgData name="Geng, Baocheng" userId="b4253f3e-c40b-4a70-8207-93818653a34c" providerId="ADAL" clId="{AE05144D-EB48-4A9D-AD7C-34DE5BB3C632}" dt="2023-03-08T19:56:52.471" v="683" actId="5793"/>
      <pc:docMkLst>
        <pc:docMk/>
      </pc:docMkLst>
      <pc:sldChg chg="modSp mod">
        <pc:chgData name="Geng, Baocheng" userId="b4253f3e-c40b-4a70-8207-93818653a34c" providerId="ADAL" clId="{AE05144D-EB48-4A9D-AD7C-34DE5BB3C632}" dt="2023-03-08T15:40:59.054" v="3" actId="20577"/>
        <pc:sldMkLst>
          <pc:docMk/>
          <pc:sldMk cId="0" sldId="256"/>
        </pc:sldMkLst>
        <pc:spChg chg="mod">
          <ac:chgData name="Geng, Baocheng" userId="b4253f3e-c40b-4a70-8207-93818653a34c" providerId="ADAL" clId="{AE05144D-EB48-4A9D-AD7C-34DE5BB3C632}" dt="2023-03-08T15:40:59.054" v="3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Geng, Baocheng" userId="b4253f3e-c40b-4a70-8207-93818653a34c" providerId="ADAL" clId="{AE05144D-EB48-4A9D-AD7C-34DE5BB3C632}" dt="2023-03-08T15:43:23.705" v="28" actId="1076"/>
        <pc:sldMkLst>
          <pc:docMk/>
          <pc:sldMk cId="0" sldId="260"/>
        </pc:sldMkLst>
        <pc:spChg chg="mod">
          <ac:chgData name="Geng, Baocheng" userId="b4253f3e-c40b-4a70-8207-93818653a34c" providerId="ADAL" clId="{AE05144D-EB48-4A9D-AD7C-34DE5BB3C632}" dt="2023-03-08T15:43:23.705" v="28" actId="1076"/>
          <ac:spMkLst>
            <pc:docMk/>
            <pc:sldMk cId="0" sldId="260"/>
            <ac:spMk id="2" creationId="{00000000-0000-0000-0000-000000000000}"/>
          </ac:spMkLst>
        </pc:spChg>
      </pc:sldChg>
      <pc:sldChg chg="delSp modSp mod">
        <pc:chgData name="Geng, Baocheng" userId="b4253f3e-c40b-4a70-8207-93818653a34c" providerId="ADAL" clId="{AE05144D-EB48-4A9D-AD7C-34DE5BB3C632}" dt="2023-03-08T15:41:50.788" v="7" actId="478"/>
        <pc:sldMkLst>
          <pc:docMk/>
          <pc:sldMk cId="0" sldId="262"/>
        </pc:sldMkLst>
        <pc:spChg chg="mod">
          <ac:chgData name="Geng, Baocheng" userId="b4253f3e-c40b-4a70-8207-93818653a34c" providerId="ADAL" clId="{AE05144D-EB48-4A9D-AD7C-34DE5BB3C632}" dt="2023-03-08T15:41:46.812" v="6" actId="14100"/>
          <ac:spMkLst>
            <pc:docMk/>
            <pc:sldMk cId="0" sldId="262"/>
            <ac:spMk id="2" creationId="{00000000-0000-0000-0000-000000000000}"/>
          </ac:spMkLst>
        </pc:spChg>
        <pc:spChg chg="del">
          <ac:chgData name="Geng, Baocheng" userId="b4253f3e-c40b-4a70-8207-93818653a34c" providerId="ADAL" clId="{AE05144D-EB48-4A9D-AD7C-34DE5BB3C632}" dt="2023-03-08T15:41:50.788" v="7" actId="478"/>
          <ac:spMkLst>
            <pc:docMk/>
            <pc:sldMk cId="0" sldId="262"/>
            <ac:spMk id="11" creationId="{00000000-0000-0000-0000-000000000000}"/>
          </ac:spMkLst>
        </pc:spChg>
      </pc:sldChg>
      <pc:sldChg chg="add del">
        <pc:chgData name="Geng, Baocheng" userId="b4253f3e-c40b-4a70-8207-93818653a34c" providerId="ADAL" clId="{AE05144D-EB48-4A9D-AD7C-34DE5BB3C632}" dt="2023-03-08T15:45:39.304" v="47" actId="47"/>
        <pc:sldMkLst>
          <pc:docMk/>
          <pc:sldMk cId="0" sldId="265"/>
        </pc:sldMkLst>
      </pc:sldChg>
      <pc:sldChg chg="add del">
        <pc:chgData name="Geng, Baocheng" userId="b4253f3e-c40b-4a70-8207-93818653a34c" providerId="ADAL" clId="{AE05144D-EB48-4A9D-AD7C-34DE5BB3C632}" dt="2023-03-08T15:45:17.732" v="41" actId="47"/>
        <pc:sldMkLst>
          <pc:docMk/>
          <pc:sldMk cId="0" sldId="266"/>
        </pc:sldMkLst>
      </pc:sldChg>
      <pc:sldChg chg="add del">
        <pc:chgData name="Geng, Baocheng" userId="b4253f3e-c40b-4a70-8207-93818653a34c" providerId="ADAL" clId="{AE05144D-EB48-4A9D-AD7C-34DE5BB3C632}" dt="2023-03-08T15:45:52.652" v="48" actId="47"/>
        <pc:sldMkLst>
          <pc:docMk/>
          <pc:sldMk cId="0" sldId="267"/>
        </pc:sldMkLst>
      </pc:sldChg>
      <pc:sldChg chg="addSp delSp modSp mod ord">
        <pc:chgData name="Geng, Baocheng" userId="b4253f3e-c40b-4a70-8207-93818653a34c" providerId="ADAL" clId="{AE05144D-EB48-4A9D-AD7C-34DE5BB3C632}" dt="2023-03-08T16:12:34.738" v="221" actId="1076"/>
        <pc:sldMkLst>
          <pc:docMk/>
          <pc:sldMk cId="0" sldId="269"/>
        </pc:sldMkLst>
        <pc:spChg chg="mod">
          <ac:chgData name="Geng, Baocheng" userId="b4253f3e-c40b-4a70-8207-93818653a34c" providerId="ADAL" clId="{AE05144D-EB48-4A9D-AD7C-34DE5BB3C632}" dt="2023-03-08T16:11:05.465" v="146" actId="20577"/>
          <ac:spMkLst>
            <pc:docMk/>
            <pc:sldMk cId="0" sldId="269"/>
            <ac:spMk id="4" creationId="{00000000-0000-0000-0000-000000000000}"/>
          </ac:spMkLst>
        </pc:spChg>
        <pc:spChg chg="add del mod">
          <ac:chgData name="Geng, Baocheng" userId="b4253f3e-c40b-4a70-8207-93818653a34c" providerId="ADAL" clId="{AE05144D-EB48-4A9D-AD7C-34DE5BB3C632}" dt="2023-03-08T15:47:04.050" v="61" actId="478"/>
          <ac:spMkLst>
            <pc:docMk/>
            <pc:sldMk cId="0" sldId="269"/>
            <ac:spMk id="5" creationId="{BA14DDE9-CD89-73A5-DF1D-4480C75C077F}"/>
          </ac:spMkLst>
        </pc:spChg>
        <pc:spChg chg="mod">
          <ac:chgData name="Geng, Baocheng" userId="b4253f3e-c40b-4a70-8207-93818653a34c" providerId="ADAL" clId="{AE05144D-EB48-4A9D-AD7C-34DE5BB3C632}" dt="2023-03-08T16:11:29.626" v="164" actId="1076"/>
          <ac:spMkLst>
            <pc:docMk/>
            <pc:sldMk cId="0" sldId="269"/>
            <ac:spMk id="9" creationId="{00000000-0000-0000-0000-000000000000}"/>
          </ac:spMkLst>
        </pc:spChg>
        <pc:picChg chg="del mod replST">
          <ac:chgData name="Geng, Baocheng" userId="b4253f3e-c40b-4a70-8207-93818653a34c" providerId="ADAL" clId="{AE05144D-EB48-4A9D-AD7C-34DE5BB3C632}" dt="2023-03-08T16:08:22.018" v="134" actId="478"/>
          <ac:picMkLst>
            <pc:docMk/>
            <pc:sldMk cId="0" sldId="269"/>
            <ac:picMk id="7" creationId="{023E1973-5266-2DA6-A9BE-F15F025C362F}"/>
          </ac:picMkLst>
        </pc:picChg>
        <pc:picChg chg="del mod replST">
          <ac:chgData name="Geng, Baocheng" userId="b4253f3e-c40b-4a70-8207-93818653a34c" providerId="ADAL" clId="{AE05144D-EB48-4A9D-AD7C-34DE5BB3C632}" dt="2023-03-08T16:12:29.386" v="218" actId="478"/>
          <ac:picMkLst>
            <pc:docMk/>
            <pc:sldMk cId="0" sldId="269"/>
            <ac:picMk id="10" creationId="{6EEED9A9-326C-67EC-ACAD-1451DBF58756}"/>
          </ac:picMkLst>
        </pc:picChg>
        <pc:picChg chg="mod ord replST">
          <ac:chgData name="Geng, Baocheng" userId="b4253f3e-c40b-4a70-8207-93818653a34c" providerId="ADAL" clId="{AE05144D-EB48-4A9D-AD7C-34DE5BB3C632}" dt="2023-03-08T16:12:34.738" v="221" actId="1076"/>
          <ac:picMkLst>
            <pc:docMk/>
            <pc:sldMk cId="0" sldId="269"/>
            <ac:picMk id="12" creationId="{00D61518-9DEF-ED6A-6156-224527E714DC}"/>
          </ac:picMkLst>
        </pc:picChg>
      </pc:sldChg>
      <pc:sldChg chg="modSp add mod">
        <pc:chgData name="Geng, Baocheng" userId="b4253f3e-c40b-4a70-8207-93818653a34c" providerId="ADAL" clId="{AE05144D-EB48-4A9D-AD7C-34DE5BB3C632}" dt="2023-03-08T15:54:47.286" v="118" actId="1076"/>
        <pc:sldMkLst>
          <pc:docMk/>
          <pc:sldMk cId="0" sldId="273"/>
        </pc:sldMkLst>
        <pc:spChg chg="mod">
          <ac:chgData name="Geng, Baocheng" userId="b4253f3e-c40b-4a70-8207-93818653a34c" providerId="ADAL" clId="{AE05144D-EB48-4A9D-AD7C-34DE5BB3C632}" dt="2023-03-08T15:54:47.286" v="118" actId="1076"/>
          <ac:spMkLst>
            <pc:docMk/>
            <pc:sldMk cId="0" sldId="273"/>
            <ac:spMk id="2" creationId="{00000000-0000-0000-0000-000000000000}"/>
          </ac:spMkLst>
        </pc:spChg>
      </pc:sldChg>
      <pc:sldChg chg="modSp add mod">
        <pc:chgData name="Geng, Baocheng" userId="b4253f3e-c40b-4a70-8207-93818653a34c" providerId="ADAL" clId="{AE05144D-EB48-4A9D-AD7C-34DE5BB3C632}" dt="2023-03-08T15:55:35.603" v="121" actId="1076"/>
        <pc:sldMkLst>
          <pc:docMk/>
          <pc:sldMk cId="0" sldId="276"/>
        </pc:sldMkLst>
        <pc:spChg chg="mod">
          <ac:chgData name="Geng, Baocheng" userId="b4253f3e-c40b-4a70-8207-93818653a34c" providerId="ADAL" clId="{AE05144D-EB48-4A9D-AD7C-34DE5BB3C632}" dt="2023-03-08T15:55:35.603" v="121" actId="1076"/>
          <ac:spMkLst>
            <pc:docMk/>
            <pc:sldMk cId="0" sldId="276"/>
            <ac:spMk id="2" creationId="{00000000-0000-0000-0000-000000000000}"/>
          </ac:spMkLst>
        </pc:spChg>
      </pc:sldChg>
      <pc:sldChg chg="add del">
        <pc:chgData name="Geng, Baocheng" userId="b4253f3e-c40b-4a70-8207-93818653a34c" providerId="ADAL" clId="{AE05144D-EB48-4A9D-AD7C-34DE5BB3C632}" dt="2023-03-08T15:45:29.878" v="46" actId="47"/>
        <pc:sldMkLst>
          <pc:docMk/>
          <pc:sldMk cId="183472228" sldId="278"/>
        </pc:sldMkLst>
      </pc:sldChg>
      <pc:sldChg chg="del">
        <pc:chgData name="Geng, Baocheng" userId="b4253f3e-c40b-4a70-8207-93818653a34c" providerId="ADAL" clId="{AE05144D-EB48-4A9D-AD7C-34DE5BB3C632}" dt="2023-03-08T15:46:30.149" v="49" actId="47"/>
        <pc:sldMkLst>
          <pc:docMk/>
          <pc:sldMk cId="0" sldId="279"/>
        </pc:sldMkLst>
      </pc:sldChg>
      <pc:sldChg chg="del">
        <pc:chgData name="Geng, Baocheng" userId="b4253f3e-c40b-4a70-8207-93818653a34c" providerId="ADAL" clId="{AE05144D-EB48-4A9D-AD7C-34DE5BB3C632}" dt="2023-03-08T15:46:32.147" v="50" actId="47"/>
        <pc:sldMkLst>
          <pc:docMk/>
          <pc:sldMk cId="0" sldId="282"/>
        </pc:sldMkLst>
      </pc:sldChg>
      <pc:sldChg chg="del">
        <pc:chgData name="Geng, Baocheng" userId="b4253f3e-c40b-4a70-8207-93818653a34c" providerId="ADAL" clId="{AE05144D-EB48-4A9D-AD7C-34DE5BB3C632}" dt="2023-03-08T15:46:33.474" v="51" actId="47"/>
        <pc:sldMkLst>
          <pc:docMk/>
          <pc:sldMk cId="0" sldId="283"/>
        </pc:sldMkLst>
      </pc:sldChg>
      <pc:sldChg chg="modSp mod">
        <pc:chgData name="Geng, Baocheng" userId="b4253f3e-c40b-4a70-8207-93818653a34c" providerId="ADAL" clId="{AE05144D-EB48-4A9D-AD7C-34DE5BB3C632}" dt="2023-03-08T15:42:40.950" v="18" actId="14100"/>
        <pc:sldMkLst>
          <pc:docMk/>
          <pc:sldMk cId="0" sldId="292"/>
        </pc:sldMkLst>
        <pc:spChg chg="mod">
          <ac:chgData name="Geng, Baocheng" userId="b4253f3e-c40b-4a70-8207-93818653a34c" providerId="ADAL" clId="{AE05144D-EB48-4A9D-AD7C-34DE5BB3C632}" dt="2023-03-08T15:42:40.950" v="18" actId="14100"/>
          <ac:spMkLst>
            <pc:docMk/>
            <pc:sldMk cId="0" sldId="292"/>
            <ac:spMk id="2" creationId="{00000000-0000-0000-0000-000000000000}"/>
          </ac:spMkLst>
        </pc:spChg>
      </pc:sldChg>
      <pc:sldChg chg="modSp mod">
        <pc:chgData name="Geng, Baocheng" userId="b4253f3e-c40b-4a70-8207-93818653a34c" providerId="ADAL" clId="{AE05144D-EB48-4A9D-AD7C-34DE5BB3C632}" dt="2023-03-08T15:42:52.524" v="20" actId="1076"/>
        <pc:sldMkLst>
          <pc:docMk/>
          <pc:sldMk cId="0" sldId="294"/>
        </pc:sldMkLst>
        <pc:spChg chg="mod">
          <ac:chgData name="Geng, Baocheng" userId="b4253f3e-c40b-4a70-8207-93818653a34c" providerId="ADAL" clId="{AE05144D-EB48-4A9D-AD7C-34DE5BB3C632}" dt="2023-03-08T15:42:52.524" v="20" actId="1076"/>
          <ac:spMkLst>
            <pc:docMk/>
            <pc:sldMk cId="0" sldId="294"/>
            <ac:spMk id="2" creationId="{00000000-0000-0000-0000-000000000000}"/>
          </ac:spMkLst>
        </pc:spChg>
      </pc:sldChg>
      <pc:sldChg chg="modSp mod">
        <pc:chgData name="Geng, Baocheng" userId="b4253f3e-c40b-4a70-8207-93818653a34c" providerId="ADAL" clId="{AE05144D-EB48-4A9D-AD7C-34DE5BB3C632}" dt="2023-03-08T15:42:59.891" v="22" actId="1076"/>
        <pc:sldMkLst>
          <pc:docMk/>
          <pc:sldMk cId="0" sldId="297"/>
        </pc:sldMkLst>
        <pc:spChg chg="mod">
          <ac:chgData name="Geng, Baocheng" userId="b4253f3e-c40b-4a70-8207-93818653a34c" providerId="ADAL" clId="{AE05144D-EB48-4A9D-AD7C-34DE5BB3C632}" dt="2023-03-08T15:42:59.891" v="22" actId="1076"/>
          <ac:spMkLst>
            <pc:docMk/>
            <pc:sldMk cId="0" sldId="297"/>
            <ac:spMk id="2" creationId="{00000000-0000-0000-0000-000000000000}"/>
          </ac:spMkLst>
        </pc:spChg>
      </pc:sldChg>
      <pc:sldChg chg="delSp modSp mod">
        <pc:chgData name="Geng, Baocheng" userId="b4253f3e-c40b-4a70-8207-93818653a34c" providerId="ADAL" clId="{AE05144D-EB48-4A9D-AD7C-34DE5BB3C632}" dt="2023-03-08T15:43:58.687" v="33" actId="478"/>
        <pc:sldMkLst>
          <pc:docMk/>
          <pc:sldMk cId="0" sldId="302"/>
        </pc:sldMkLst>
        <pc:spChg chg="mod">
          <ac:chgData name="Geng, Baocheng" userId="b4253f3e-c40b-4a70-8207-93818653a34c" providerId="ADAL" clId="{AE05144D-EB48-4A9D-AD7C-34DE5BB3C632}" dt="2023-03-08T15:43:29.920" v="30" actId="1076"/>
          <ac:spMkLst>
            <pc:docMk/>
            <pc:sldMk cId="0" sldId="302"/>
            <ac:spMk id="2" creationId="{00000000-0000-0000-0000-000000000000}"/>
          </ac:spMkLst>
        </pc:spChg>
        <pc:spChg chg="del mod">
          <ac:chgData name="Geng, Baocheng" userId="b4253f3e-c40b-4a70-8207-93818653a34c" providerId="ADAL" clId="{AE05144D-EB48-4A9D-AD7C-34DE5BB3C632}" dt="2023-03-08T15:43:58.687" v="33" actId="478"/>
          <ac:spMkLst>
            <pc:docMk/>
            <pc:sldMk cId="0" sldId="302"/>
            <ac:spMk id="11" creationId="{00000000-0000-0000-0000-000000000000}"/>
          </ac:spMkLst>
        </pc:spChg>
        <pc:picChg chg="mod">
          <ac:chgData name="Geng, Baocheng" userId="b4253f3e-c40b-4a70-8207-93818653a34c" providerId="ADAL" clId="{AE05144D-EB48-4A9D-AD7C-34DE5BB3C632}" dt="2023-03-08T15:43:33.326" v="31" actId="14100"/>
          <ac:picMkLst>
            <pc:docMk/>
            <pc:sldMk cId="0" sldId="302"/>
            <ac:picMk id="21" creationId="{CA86AB0B-2E71-9992-43E7-4236EC7673FA}"/>
          </ac:picMkLst>
        </pc:picChg>
      </pc:sldChg>
      <pc:sldChg chg="modSp mod">
        <pc:chgData name="Geng, Baocheng" userId="b4253f3e-c40b-4a70-8207-93818653a34c" providerId="ADAL" clId="{AE05144D-EB48-4A9D-AD7C-34DE5BB3C632}" dt="2023-03-08T15:43:11.269" v="24" actId="1076"/>
        <pc:sldMkLst>
          <pc:docMk/>
          <pc:sldMk cId="0" sldId="307"/>
        </pc:sldMkLst>
        <pc:spChg chg="mod">
          <ac:chgData name="Geng, Baocheng" userId="b4253f3e-c40b-4a70-8207-93818653a34c" providerId="ADAL" clId="{AE05144D-EB48-4A9D-AD7C-34DE5BB3C632}" dt="2023-03-08T15:43:11.269" v="24" actId="1076"/>
          <ac:spMkLst>
            <pc:docMk/>
            <pc:sldMk cId="0" sldId="307"/>
            <ac:spMk id="2" creationId="{00000000-0000-0000-0000-000000000000}"/>
          </ac:spMkLst>
        </pc:spChg>
      </pc:sldChg>
      <pc:sldChg chg="add">
        <pc:chgData name="Geng, Baocheng" userId="b4253f3e-c40b-4a70-8207-93818653a34c" providerId="ADAL" clId="{AE05144D-EB48-4A9D-AD7C-34DE5BB3C632}" dt="2023-03-08T15:58:52.641" v="127"/>
        <pc:sldMkLst>
          <pc:docMk/>
          <pc:sldMk cId="0" sldId="312"/>
        </pc:sldMkLst>
      </pc:sldChg>
      <pc:sldChg chg="add">
        <pc:chgData name="Geng, Baocheng" userId="b4253f3e-c40b-4a70-8207-93818653a34c" providerId="ADAL" clId="{AE05144D-EB48-4A9D-AD7C-34DE5BB3C632}" dt="2023-03-08T15:50:47.824" v="97"/>
        <pc:sldMkLst>
          <pc:docMk/>
          <pc:sldMk cId="0" sldId="315"/>
        </pc:sldMkLst>
      </pc:sldChg>
      <pc:sldChg chg="add">
        <pc:chgData name="Geng, Baocheng" userId="b4253f3e-c40b-4a70-8207-93818653a34c" providerId="ADAL" clId="{AE05144D-EB48-4A9D-AD7C-34DE5BB3C632}" dt="2023-03-08T15:51:02.671" v="98"/>
        <pc:sldMkLst>
          <pc:docMk/>
          <pc:sldMk cId="0" sldId="320"/>
        </pc:sldMkLst>
      </pc:sldChg>
      <pc:sldChg chg="add">
        <pc:chgData name="Geng, Baocheng" userId="b4253f3e-c40b-4a70-8207-93818653a34c" providerId="ADAL" clId="{AE05144D-EB48-4A9D-AD7C-34DE5BB3C632}" dt="2023-03-08T15:51:16.097" v="99"/>
        <pc:sldMkLst>
          <pc:docMk/>
          <pc:sldMk cId="0" sldId="325"/>
        </pc:sldMkLst>
      </pc:sldChg>
      <pc:sldChg chg="add">
        <pc:chgData name="Geng, Baocheng" userId="b4253f3e-c40b-4a70-8207-93818653a34c" providerId="ADAL" clId="{AE05144D-EB48-4A9D-AD7C-34DE5BB3C632}" dt="2023-03-08T15:59:24.558" v="128"/>
        <pc:sldMkLst>
          <pc:docMk/>
          <pc:sldMk cId="881140687" sldId="327"/>
        </pc:sldMkLst>
      </pc:sldChg>
      <pc:sldChg chg="add">
        <pc:chgData name="Geng, Baocheng" userId="b4253f3e-c40b-4a70-8207-93818653a34c" providerId="ADAL" clId="{AE05144D-EB48-4A9D-AD7C-34DE5BB3C632}" dt="2023-03-08T15:59:50.169" v="130"/>
        <pc:sldMkLst>
          <pc:docMk/>
          <pc:sldMk cId="1247606091" sldId="329"/>
        </pc:sldMkLst>
      </pc:sldChg>
      <pc:sldChg chg="modSp add mod">
        <pc:chgData name="Geng, Baocheng" userId="b4253f3e-c40b-4a70-8207-93818653a34c" providerId="ADAL" clId="{AE05144D-EB48-4A9D-AD7C-34DE5BB3C632}" dt="2023-03-08T16:02:48.072" v="132" actId="1076"/>
        <pc:sldMkLst>
          <pc:docMk/>
          <pc:sldMk cId="503195734" sldId="331"/>
        </pc:sldMkLst>
        <pc:picChg chg="mod">
          <ac:chgData name="Geng, Baocheng" userId="b4253f3e-c40b-4a70-8207-93818653a34c" providerId="ADAL" clId="{AE05144D-EB48-4A9D-AD7C-34DE5BB3C632}" dt="2023-03-08T16:02:48.072" v="132" actId="1076"/>
          <ac:picMkLst>
            <pc:docMk/>
            <pc:sldMk cId="503195734" sldId="331"/>
            <ac:picMk id="5" creationId="{8CE3EDE3-62E2-F8D8-EF5D-804758543344}"/>
          </ac:picMkLst>
        </pc:picChg>
      </pc:sldChg>
      <pc:sldChg chg="modSp add mod">
        <pc:chgData name="Geng, Baocheng" userId="b4253f3e-c40b-4a70-8207-93818653a34c" providerId="ADAL" clId="{AE05144D-EB48-4A9D-AD7C-34DE5BB3C632}" dt="2023-03-08T15:51:41.558" v="104" actId="1076"/>
        <pc:sldMkLst>
          <pc:docMk/>
          <pc:sldMk cId="959414550" sldId="335"/>
        </pc:sldMkLst>
        <pc:spChg chg="mod">
          <ac:chgData name="Geng, Baocheng" userId="b4253f3e-c40b-4a70-8207-93818653a34c" providerId="ADAL" clId="{AE05144D-EB48-4A9D-AD7C-34DE5BB3C632}" dt="2023-03-08T15:51:41.558" v="104" actId="1076"/>
          <ac:spMkLst>
            <pc:docMk/>
            <pc:sldMk cId="959414550" sldId="335"/>
            <ac:spMk id="2" creationId="{00000000-0000-0000-0000-000000000000}"/>
          </ac:spMkLst>
        </pc:spChg>
      </pc:sldChg>
      <pc:sldChg chg="del">
        <pc:chgData name="Geng, Baocheng" userId="b4253f3e-c40b-4a70-8207-93818653a34c" providerId="ADAL" clId="{AE05144D-EB48-4A9D-AD7C-34DE5BB3C632}" dt="2023-03-08T15:41:15.030" v="4" actId="2696"/>
        <pc:sldMkLst>
          <pc:docMk/>
          <pc:sldMk cId="4204330288" sldId="340"/>
        </pc:sldMkLst>
      </pc:sldChg>
      <pc:sldChg chg="addSp delSp modSp add mod">
        <pc:chgData name="Geng, Baocheng" userId="b4253f3e-c40b-4a70-8207-93818653a34c" providerId="ADAL" clId="{AE05144D-EB48-4A9D-AD7C-34DE5BB3C632}" dt="2023-03-08T15:52:16.326" v="109" actId="1076"/>
        <pc:sldMkLst>
          <pc:docMk/>
          <pc:sldMk cId="1411334702" sldId="361"/>
        </pc:sldMkLst>
        <pc:picChg chg="add mod">
          <ac:chgData name="Geng, Baocheng" userId="b4253f3e-c40b-4a70-8207-93818653a34c" providerId="ADAL" clId="{AE05144D-EB48-4A9D-AD7C-34DE5BB3C632}" dt="2023-03-08T15:52:16.326" v="109" actId="1076"/>
          <ac:picMkLst>
            <pc:docMk/>
            <pc:sldMk cId="1411334702" sldId="361"/>
            <ac:picMk id="3" creationId="{BA1529D6-6650-4941-C25B-A0AA7F9C0488}"/>
          </ac:picMkLst>
        </pc:picChg>
        <pc:picChg chg="del">
          <ac:chgData name="Geng, Baocheng" userId="b4253f3e-c40b-4a70-8207-93818653a34c" providerId="ADAL" clId="{AE05144D-EB48-4A9D-AD7C-34DE5BB3C632}" dt="2023-03-08T15:52:04.305" v="106" actId="478"/>
          <ac:picMkLst>
            <pc:docMk/>
            <pc:sldMk cId="1411334702" sldId="361"/>
            <ac:picMk id="4" creationId="{8546FFEC-6002-2F7D-14E0-D6D758070E27}"/>
          </ac:picMkLst>
        </pc:picChg>
        <pc:picChg chg="mod">
          <ac:chgData name="Geng, Baocheng" userId="b4253f3e-c40b-4a70-8207-93818653a34c" providerId="ADAL" clId="{AE05144D-EB48-4A9D-AD7C-34DE5BB3C632}" dt="2023-03-08T15:52:07.991" v="107" actId="1076"/>
          <ac:picMkLst>
            <pc:docMk/>
            <pc:sldMk cId="1411334702" sldId="361"/>
            <ac:picMk id="6" creationId="{2BE131D3-B622-27BD-13AF-48D3D2AF7F38}"/>
          </ac:picMkLst>
        </pc:picChg>
      </pc:sldChg>
      <pc:sldChg chg="modSp add mod">
        <pc:chgData name="Geng, Baocheng" userId="b4253f3e-c40b-4a70-8207-93818653a34c" providerId="ADAL" clId="{AE05144D-EB48-4A9D-AD7C-34DE5BB3C632}" dt="2023-03-08T15:50:08.659" v="96" actId="14100"/>
        <pc:sldMkLst>
          <pc:docMk/>
          <pc:sldMk cId="1147304112" sldId="366"/>
        </pc:sldMkLst>
        <pc:spChg chg="mod">
          <ac:chgData name="Geng, Baocheng" userId="b4253f3e-c40b-4a70-8207-93818653a34c" providerId="ADAL" clId="{AE05144D-EB48-4A9D-AD7C-34DE5BB3C632}" dt="2023-03-08T15:50:08.659" v="96" actId="14100"/>
          <ac:spMkLst>
            <pc:docMk/>
            <pc:sldMk cId="1147304112" sldId="366"/>
            <ac:spMk id="2" creationId="{00000000-0000-0000-0000-000000000000}"/>
          </ac:spMkLst>
        </pc:spChg>
      </pc:sldChg>
      <pc:sldChg chg="del">
        <pc:chgData name="Geng, Baocheng" userId="b4253f3e-c40b-4a70-8207-93818653a34c" providerId="ADAL" clId="{AE05144D-EB48-4A9D-AD7C-34DE5BB3C632}" dt="2023-03-08T15:41:42.370" v="5" actId="2696"/>
        <pc:sldMkLst>
          <pc:docMk/>
          <pc:sldMk cId="1755279623" sldId="390"/>
        </pc:sldMkLst>
      </pc:sldChg>
      <pc:sldChg chg="del">
        <pc:chgData name="Geng, Baocheng" userId="b4253f3e-c40b-4a70-8207-93818653a34c" providerId="ADAL" clId="{AE05144D-EB48-4A9D-AD7C-34DE5BB3C632}" dt="2023-03-08T15:41:59.244" v="8" actId="47"/>
        <pc:sldMkLst>
          <pc:docMk/>
          <pc:sldMk cId="0" sldId="392"/>
        </pc:sldMkLst>
      </pc:sldChg>
      <pc:sldChg chg="modSp del mod">
        <pc:chgData name="Geng, Baocheng" userId="b4253f3e-c40b-4a70-8207-93818653a34c" providerId="ADAL" clId="{AE05144D-EB48-4A9D-AD7C-34DE5BB3C632}" dt="2023-03-08T15:42:09.161" v="10" actId="47"/>
        <pc:sldMkLst>
          <pc:docMk/>
          <pc:sldMk cId="0" sldId="393"/>
        </pc:sldMkLst>
        <pc:spChg chg="mod">
          <ac:chgData name="Geng, Baocheng" userId="b4253f3e-c40b-4a70-8207-93818653a34c" providerId="ADAL" clId="{AE05144D-EB48-4A9D-AD7C-34DE5BB3C632}" dt="2023-03-08T15:42:07.504" v="9" actId="14100"/>
          <ac:spMkLst>
            <pc:docMk/>
            <pc:sldMk cId="0" sldId="393"/>
            <ac:spMk id="2" creationId="{00000000-0000-0000-0000-000000000000}"/>
          </ac:spMkLst>
        </pc:spChg>
      </pc:sldChg>
      <pc:sldChg chg="modSp mod">
        <pc:chgData name="Geng, Baocheng" userId="b4253f3e-c40b-4a70-8207-93818653a34c" providerId="ADAL" clId="{AE05144D-EB48-4A9D-AD7C-34DE5BB3C632}" dt="2023-03-08T15:42:32.706" v="15" actId="1076"/>
        <pc:sldMkLst>
          <pc:docMk/>
          <pc:sldMk cId="0" sldId="395"/>
        </pc:sldMkLst>
        <pc:spChg chg="mod">
          <ac:chgData name="Geng, Baocheng" userId="b4253f3e-c40b-4a70-8207-93818653a34c" providerId="ADAL" clId="{AE05144D-EB48-4A9D-AD7C-34DE5BB3C632}" dt="2023-03-08T15:42:32.706" v="15" actId="1076"/>
          <ac:spMkLst>
            <pc:docMk/>
            <pc:sldMk cId="0" sldId="395"/>
            <ac:spMk id="2" creationId="{00000000-0000-0000-0000-000000000000}"/>
          </ac:spMkLst>
        </pc:spChg>
        <pc:picChg chg="mod">
          <ac:chgData name="Geng, Baocheng" userId="b4253f3e-c40b-4a70-8207-93818653a34c" providerId="ADAL" clId="{AE05144D-EB48-4A9D-AD7C-34DE5BB3C632}" dt="2023-03-08T15:42:22.841" v="11" actId="14100"/>
          <ac:picMkLst>
            <pc:docMk/>
            <pc:sldMk cId="0" sldId="395"/>
            <ac:picMk id="5" creationId="{33494360-CD35-AAE6-1D2F-57CD5DC79678}"/>
          </ac:picMkLst>
        </pc:picChg>
        <pc:picChg chg="mod">
          <ac:chgData name="Geng, Baocheng" userId="b4253f3e-c40b-4a70-8207-93818653a34c" providerId="ADAL" clId="{AE05144D-EB48-4A9D-AD7C-34DE5BB3C632}" dt="2023-03-08T15:42:26.744" v="13" actId="1076"/>
          <ac:picMkLst>
            <pc:docMk/>
            <pc:sldMk cId="0" sldId="395"/>
            <ac:picMk id="15" creationId="{FF54DF00-6155-A915-C302-A3A8162CEAB1}"/>
          </ac:picMkLst>
        </pc:picChg>
      </pc:sldChg>
      <pc:sldChg chg="add del">
        <pc:chgData name="Geng, Baocheng" userId="b4253f3e-c40b-4a70-8207-93818653a34c" providerId="ADAL" clId="{AE05144D-EB48-4A9D-AD7C-34DE5BB3C632}" dt="2023-03-08T15:45:27.599" v="45" actId="47"/>
        <pc:sldMkLst>
          <pc:docMk/>
          <pc:sldMk cId="0" sldId="396"/>
        </pc:sldMkLst>
      </pc:sldChg>
      <pc:sldChg chg="modSp mod">
        <pc:chgData name="Geng, Baocheng" userId="b4253f3e-c40b-4a70-8207-93818653a34c" providerId="ADAL" clId="{AE05144D-EB48-4A9D-AD7C-34DE5BB3C632}" dt="2023-03-08T15:43:18.282" v="26" actId="1076"/>
        <pc:sldMkLst>
          <pc:docMk/>
          <pc:sldMk cId="0" sldId="397"/>
        </pc:sldMkLst>
        <pc:spChg chg="mod">
          <ac:chgData name="Geng, Baocheng" userId="b4253f3e-c40b-4a70-8207-93818653a34c" providerId="ADAL" clId="{AE05144D-EB48-4A9D-AD7C-34DE5BB3C632}" dt="2023-03-08T15:43:18.282" v="26" actId="1076"/>
          <ac:spMkLst>
            <pc:docMk/>
            <pc:sldMk cId="0" sldId="397"/>
            <ac:spMk id="2" creationId="{00000000-0000-0000-0000-000000000000}"/>
          </ac:spMkLst>
        </pc:spChg>
      </pc:sldChg>
      <pc:sldChg chg="modSp mod">
        <pc:chgData name="Geng, Baocheng" userId="b4253f3e-c40b-4a70-8207-93818653a34c" providerId="ADAL" clId="{AE05144D-EB48-4A9D-AD7C-34DE5BB3C632}" dt="2023-03-08T15:44:36.984" v="34" actId="14100"/>
        <pc:sldMkLst>
          <pc:docMk/>
          <pc:sldMk cId="0" sldId="398"/>
        </pc:sldMkLst>
        <pc:picChg chg="mod">
          <ac:chgData name="Geng, Baocheng" userId="b4253f3e-c40b-4a70-8207-93818653a34c" providerId="ADAL" clId="{AE05144D-EB48-4A9D-AD7C-34DE5BB3C632}" dt="2023-03-08T15:44:36.984" v="34" actId="14100"/>
          <ac:picMkLst>
            <pc:docMk/>
            <pc:sldMk cId="0" sldId="398"/>
            <ac:picMk id="20" creationId="{088546BA-2450-6AA7-0657-D59DFBEDF5FE}"/>
          </ac:picMkLst>
        </pc:picChg>
      </pc:sldChg>
      <pc:sldChg chg="modSp add mod">
        <pc:chgData name="Geng, Baocheng" userId="b4253f3e-c40b-4a70-8207-93818653a34c" providerId="ADAL" clId="{AE05144D-EB48-4A9D-AD7C-34DE5BB3C632}" dt="2023-03-08T15:49:48.009" v="92" actId="1076"/>
        <pc:sldMkLst>
          <pc:docMk/>
          <pc:sldMk cId="0" sldId="401"/>
        </pc:sldMkLst>
        <pc:spChg chg="mod">
          <ac:chgData name="Geng, Baocheng" userId="b4253f3e-c40b-4a70-8207-93818653a34c" providerId="ADAL" clId="{AE05144D-EB48-4A9D-AD7C-34DE5BB3C632}" dt="2023-03-08T15:49:48.009" v="92" actId="1076"/>
          <ac:spMkLst>
            <pc:docMk/>
            <pc:sldMk cId="0" sldId="401"/>
            <ac:spMk id="2" creationId="{00000000-0000-0000-0000-000000000000}"/>
          </ac:spMkLst>
        </pc:spChg>
      </pc:sldChg>
      <pc:sldChg chg="add del">
        <pc:chgData name="Geng, Baocheng" userId="b4253f3e-c40b-4a70-8207-93818653a34c" providerId="ADAL" clId="{AE05144D-EB48-4A9D-AD7C-34DE5BB3C632}" dt="2023-03-08T15:54:15.065" v="112" actId="47"/>
        <pc:sldMkLst>
          <pc:docMk/>
          <pc:sldMk cId="0" sldId="402"/>
        </pc:sldMkLst>
      </pc:sldChg>
      <pc:sldChg chg="modSp add mod">
        <pc:chgData name="Geng, Baocheng" userId="b4253f3e-c40b-4a70-8207-93818653a34c" providerId="ADAL" clId="{AE05144D-EB48-4A9D-AD7C-34DE5BB3C632}" dt="2023-03-08T15:54:21.669" v="114" actId="1076"/>
        <pc:sldMkLst>
          <pc:docMk/>
          <pc:sldMk cId="0" sldId="403"/>
        </pc:sldMkLst>
        <pc:spChg chg="mod">
          <ac:chgData name="Geng, Baocheng" userId="b4253f3e-c40b-4a70-8207-93818653a34c" providerId="ADAL" clId="{AE05144D-EB48-4A9D-AD7C-34DE5BB3C632}" dt="2023-03-08T15:54:21.669" v="114" actId="1076"/>
          <ac:spMkLst>
            <pc:docMk/>
            <pc:sldMk cId="0" sldId="403"/>
            <ac:spMk id="2" creationId="{00000000-0000-0000-0000-000000000000}"/>
          </ac:spMkLst>
        </pc:spChg>
      </pc:sldChg>
      <pc:sldChg chg="add">
        <pc:chgData name="Geng, Baocheng" userId="b4253f3e-c40b-4a70-8207-93818653a34c" providerId="ADAL" clId="{AE05144D-EB48-4A9D-AD7C-34DE5BB3C632}" dt="2023-03-08T15:57:36.125" v="122"/>
        <pc:sldMkLst>
          <pc:docMk/>
          <pc:sldMk cId="0" sldId="404"/>
        </pc:sldMkLst>
      </pc:sldChg>
      <pc:sldChg chg="add">
        <pc:chgData name="Geng, Baocheng" userId="b4253f3e-c40b-4a70-8207-93818653a34c" providerId="ADAL" clId="{AE05144D-EB48-4A9D-AD7C-34DE5BB3C632}" dt="2023-03-08T15:57:54.065" v="123"/>
        <pc:sldMkLst>
          <pc:docMk/>
          <pc:sldMk cId="0" sldId="405"/>
        </pc:sldMkLst>
      </pc:sldChg>
      <pc:sldChg chg="modSp add mod">
        <pc:chgData name="Geng, Baocheng" userId="b4253f3e-c40b-4a70-8207-93818653a34c" providerId="ADAL" clId="{AE05144D-EB48-4A9D-AD7C-34DE5BB3C632}" dt="2023-03-08T15:58:19.278" v="126" actId="14100"/>
        <pc:sldMkLst>
          <pc:docMk/>
          <pc:sldMk cId="0" sldId="406"/>
        </pc:sldMkLst>
        <pc:picChg chg="mod">
          <ac:chgData name="Geng, Baocheng" userId="b4253f3e-c40b-4a70-8207-93818653a34c" providerId="ADAL" clId="{AE05144D-EB48-4A9D-AD7C-34DE5BB3C632}" dt="2023-03-08T15:58:19.278" v="126" actId="14100"/>
          <ac:picMkLst>
            <pc:docMk/>
            <pc:sldMk cId="0" sldId="406"/>
            <ac:picMk id="51" creationId="{A5B6AD11-2313-1E15-4D32-12FFA454CEB3}"/>
          </ac:picMkLst>
        </pc:picChg>
        <pc:picChg chg="mod">
          <ac:chgData name="Geng, Baocheng" userId="b4253f3e-c40b-4a70-8207-93818653a34c" providerId="ADAL" clId="{AE05144D-EB48-4A9D-AD7C-34DE5BB3C632}" dt="2023-03-08T15:58:16.362" v="125" actId="14100"/>
          <ac:picMkLst>
            <pc:docMk/>
            <pc:sldMk cId="0" sldId="406"/>
            <ac:picMk id="53" creationId="{A61A0EF1-A3B0-DBCA-1426-0DF030F20890}"/>
          </ac:picMkLst>
        </pc:picChg>
      </pc:sldChg>
      <pc:sldChg chg="add">
        <pc:chgData name="Geng, Baocheng" userId="b4253f3e-c40b-4a70-8207-93818653a34c" providerId="ADAL" clId="{AE05144D-EB48-4A9D-AD7C-34DE5BB3C632}" dt="2023-03-08T15:59:41.318" v="129"/>
        <pc:sldMkLst>
          <pc:docMk/>
          <pc:sldMk cId="2595192183" sldId="407"/>
        </pc:sldMkLst>
      </pc:sldChg>
      <pc:sldChg chg="addSp modSp new mod ord">
        <pc:chgData name="Geng, Baocheng" userId="b4253f3e-c40b-4a70-8207-93818653a34c" providerId="ADAL" clId="{AE05144D-EB48-4A9D-AD7C-34DE5BB3C632}" dt="2023-03-08T16:46:18.007" v="230" actId="1076"/>
        <pc:sldMkLst>
          <pc:docMk/>
          <pc:sldMk cId="2091671419" sldId="408"/>
        </pc:sldMkLst>
        <pc:spChg chg="add mod">
          <ac:chgData name="Geng, Baocheng" userId="b4253f3e-c40b-4a70-8207-93818653a34c" providerId="ADAL" clId="{AE05144D-EB48-4A9D-AD7C-34DE5BB3C632}" dt="2023-03-08T16:46:18.007" v="230" actId="1076"/>
          <ac:spMkLst>
            <pc:docMk/>
            <pc:sldMk cId="2091671419" sldId="408"/>
            <ac:spMk id="4" creationId="{A0DB6A1D-2D99-40F0-D428-B931317EC995}"/>
          </ac:spMkLst>
        </pc:spChg>
        <pc:picChg chg="add mod">
          <ac:chgData name="Geng, Baocheng" userId="b4253f3e-c40b-4a70-8207-93818653a34c" providerId="ADAL" clId="{AE05144D-EB48-4A9D-AD7C-34DE5BB3C632}" dt="2023-03-08T16:24:02.205" v="229" actId="1076"/>
          <ac:picMkLst>
            <pc:docMk/>
            <pc:sldMk cId="2091671419" sldId="408"/>
            <ac:picMk id="3" creationId="{4950773B-548A-CE37-9748-F637E4A866D4}"/>
          </ac:picMkLst>
        </pc:picChg>
      </pc:sldChg>
      <pc:sldChg chg="add">
        <pc:chgData name="Geng, Baocheng" userId="b4253f3e-c40b-4a70-8207-93818653a34c" providerId="ADAL" clId="{AE05144D-EB48-4A9D-AD7C-34DE5BB3C632}" dt="2023-03-08T16:09:45.901" v="135" actId="2890"/>
        <pc:sldMkLst>
          <pc:docMk/>
          <pc:sldMk cId="2256304610" sldId="409"/>
        </pc:sldMkLst>
      </pc:sldChg>
      <pc:sldChg chg="addSp delSp modSp add mod">
        <pc:chgData name="Geng, Baocheng" userId="b4253f3e-c40b-4a70-8207-93818653a34c" providerId="ADAL" clId="{AE05144D-EB48-4A9D-AD7C-34DE5BB3C632}" dt="2023-03-08T19:44:28.328" v="365" actId="20577"/>
        <pc:sldMkLst>
          <pc:docMk/>
          <pc:sldMk cId="4136310337" sldId="410"/>
        </pc:sldMkLst>
        <pc:spChg chg="mod">
          <ac:chgData name="Geng, Baocheng" userId="b4253f3e-c40b-4a70-8207-93818653a34c" providerId="ADAL" clId="{AE05144D-EB48-4A9D-AD7C-34DE5BB3C632}" dt="2023-03-08T19:42:43.003" v="249" actId="20577"/>
          <ac:spMkLst>
            <pc:docMk/>
            <pc:sldMk cId="4136310337" sldId="410"/>
            <ac:spMk id="2" creationId="{00000000-0000-0000-0000-000000000000}"/>
          </ac:spMkLst>
        </pc:spChg>
        <pc:spChg chg="del">
          <ac:chgData name="Geng, Baocheng" userId="b4253f3e-c40b-4a70-8207-93818653a34c" providerId="ADAL" clId="{AE05144D-EB48-4A9D-AD7C-34DE5BB3C632}" dt="2023-03-08T19:42:31.974" v="232" actId="478"/>
          <ac:spMkLst>
            <pc:docMk/>
            <pc:sldMk cId="4136310337" sldId="410"/>
            <ac:spMk id="3" creationId="{00000000-0000-0000-0000-000000000000}"/>
          </ac:spMkLst>
        </pc:spChg>
        <pc:spChg chg="add mod">
          <ac:chgData name="Geng, Baocheng" userId="b4253f3e-c40b-4a70-8207-93818653a34c" providerId="ADAL" clId="{AE05144D-EB48-4A9D-AD7C-34DE5BB3C632}" dt="2023-03-08T19:44:23.527" v="356" actId="1076"/>
          <ac:spMkLst>
            <pc:docMk/>
            <pc:sldMk cId="4136310337" sldId="410"/>
            <ac:spMk id="5" creationId="{BF842510-C2A0-8083-F248-FBEAA55BE3D8}"/>
          </ac:spMkLst>
        </pc:spChg>
        <pc:spChg chg="add mod">
          <ac:chgData name="Geng, Baocheng" userId="b4253f3e-c40b-4a70-8207-93818653a34c" providerId="ADAL" clId="{AE05144D-EB48-4A9D-AD7C-34DE5BB3C632}" dt="2023-03-08T19:44:28.328" v="365" actId="20577"/>
          <ac:spMkLst>
            <pc:docMk/>
            <pc:sldMk cId="4136310337" sldId="410"/>
            <ac:spMk id="6" creationId="{3F42BD12-7539-0A69-5571-9C3FA9875605}"/>
          </ac:spMkLst>
        </pc:spChg>
        <pc:spChg chg="del">
          <ac:chgData name="Geng, Baocheng" userId="b4253f3e-c40b-4a70-8207-93818653a34c" providerId="ADAL" clId="{AE05144D-EB48-4A9D-AD7C-34DE5BB3C632}" dt="2023-03-08T19:42:33.442" v="233" actId="478"/>
          <ac:spMkLst>
            <pc:docMk/>
            <pc:sldMk cId="4136310337" sldId="410"/>
            <ac:spMk id="9" creationId="{00000000-0000-0000-0000-000000000000}"/>
          </ac:spMkLst>
        </pc:spChg>
      </pc:sldChg>
      <pc:sldChg chg="delSp modSp add mod">
        <pc:chgData name="Geng, Baocheng" userId="b4253f3e-c40b-4a70-8207-93818653a34c" providerId="ADAL" clId="{AE05144D-EB48-4A9D-AD7C-34DE5BB3C632}" dt="2023-03-08T19:49:13.664" v="506" actId="20577"/>
        <pc:sldMkLst>
          <pc:docMk/>
          <pc:sldMk cId="2708175399" sldId="411"/>
        </pc:sldMkLst>
        <pc:spChg chg="mod">
          <ac:chgData name="Geng, Baocheng" userId="b4253f3e-c40b-4a70-8207-93818653a34c" providerId="ADAL" clId="{AE05144D-EB48-4A9D-AD7C-34DE5BB3C632}" dt="2023-03-08T19:49:13.664" v="506" actId="20577"/>
          <ac:spMkLst>
            <pc:docMk/>
            <pc:sldMk cId="2708175399" sldId="411"/>
            <ac:spMk id="5" creationId="{BF842510-C2A0-8083-F248-FBEAA55BE3D8}"/>
          </ac:spMkLst>
        </pc:spChg>
        <pc:spChg chg="del">
          <ac:chgData name="Geng, Baocheng" userId="b4253f3e-c40b-4a70-8207-93818653a34c" providerId="ADAL" clId="{AE05144D-EB48-4A9D-AD7C-34DE5BB3C632}" dt="2023-03-08T19:45:05.589" v="367" actId="478"/>
          <ac:spMkLst>
            <pc:docMk/>
            <pc:sldMk cId="2708175399" sldId="411"/>
            <ac:spMk id="6" creationId="{3F42BD12-7539-0A69-5571-9C3FA9875605}"/>
          </ac:spMkLst>
        </pc:spChg>
      </pc:sldChg>
      <pc:sldChg chg="modSp add mod">
        <pc:chgData name="Geng, Baocheng" userId="b4253f3e-c40b-4a70-8207-93818653a34c" providerId="ADAL" clId="{AE05144D-EB48-4A9D-AD7C-34DE5BB3C632}" dt="2023-03-08T19:56:52.471" v="683" actId="5793"/>
        <pc:sldMkLst>
          <pc:docMk/>
          <pc:sldMk cId="3308708304" sldId="412"/>
        </pc:sldMkLst>
        <pc:spChg chg="mod">
          <ac:chgData name="Geng, Baocheng" userId="b4253f3e-c40b-4a70-8207-93818653a34c" providerId="ADAL" clId="{AE05144D-EB48-4A9D-AD7C-34DE5BB3C632}" dt="2023-03-08T19:56:52.471" v="683" actId="5793"/>
          <ac:spMkLst>
            <pc:docMk/>
            <pc:sldMk cId="3308708304" sldId="412"/>
            <ac:spMk id="5" creationId="{BF842510-C2A0-8083-F248-FBEAA55BE3D8}"/>
          </ac:spMkLst>
        </pc:spChg>
      </pc:sldChg>
    </pc:docChg>
  </pc:docChgLst>
  <pc:docChgLst>
    <pc:chgData name="Geng, Baocheng" userId="b4253f3e-c40b-4a70-8207-93818653a34c" providerId="ADAL" clId="{093A7BD2-4222-41C0-BBD1-28F4532E819E}"/>
    <pc:docChg chg="undo custSel addSld delSld modSld sldOrd">
      <pc:chgData name="Geng, Baocheng" userId="b4253f3e-c40b-4a70-8207-93818653a34c" providerId="ADAL" clId="{093A7BD2-4222-41C0-BBD1-28F4532E819E}" dt="2023-02-16T15:16:32.164" v="672"/>
      <pc:docMkLst>
        <pc:docMk/>
      </pc:docMkLst>
      <pc:sldChg chg="delSp modSp mod">
        <pc:chgData name="Geng, Baocheng" userId="b4253f3e-c40b-4a70-8207-93818653a34c" providerId="ADAL" clId="{093A7BD2-4222-41C0-BBD1-28F4532E819E}" dt="2023-02-15T16:52:20.496" v="40" actId="478"/>
        <pc:sldMkLst>
          <pc:docMk/>
          <pc:sldMk cId="0" sldId="256"/>
        </pc:sldMkLst>
        <pc:spChg chg="mod">
          <ac:chgData name="Geng, Baocheng" userId="b4253f3e-c40b-4a70-8207-93818653a34c" providerId="ADAL" clId="{093A7BD2-4222-41C0-BBD1-28F4532E819E}" dt="2023-02-15T16:52:17.257" v="39" actId="20577"/>
          <ac:spMkLst>
            <pc:docMk/>
            <pc:sldMk cId="0" sldId="256"/>
            <ac:spMk id="7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6:52:20.496" v="40" actId="478"/>
          <ac:grpSpMkLst>
            <pc:docMk/>
            <pc:sldMk cId="0" sldId="256"/>
            <ac:grpSpMk id="8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6:52:24.252" v="41" actId="478"/>
        <pc:sldMkLst>
          <pc:docMk/>
          <pc:sldMk cId="0" sldId="257"/>
        </pc:sldMkLst>
        <pc:grpChg chg="del">
          <ac:chgData name="Geng, Baocheng" userId="b4253f3e-c40b-4a70-8207-93818653a34c" providerId="ADAL" clId="{093A7BD2-4222-41C0-BBD1-28F4532E819E}" dt="2023-02-15T16:52:24.252" v="41" actId="478"/>
          <ac:grpSpMkLst>
            <pc:docMk/>
            <pc:sldMk cId="0" sldId="257"/>
            <ac:grpSpMk id="12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6:52:31.016" v="43" actId="478"/>
        <pc:sldMkLst>
          <pc:docMk/>
          <pc:sldMk cId="0" sldId="258"/>
        </pc:sldMkLst>
        <pc:grpChg chg="del">
          <ac:chgData name="Geng, Baocheng" userId="b4253f3e-c40b-4a70-8207-93818653a34c" providerId="ADAL" clId="{093A7BD2-4222-41C0-BBD1-28F4532E819E}" dt="2023-02-15T16:52:29.197" v="42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6:52:31.016" v="43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Sp del mod">
        <pc:chgData name="Geng, Baocheng" userId="b4253f3e-c40b-4a70-8207-93818653a34c" providerId="ADAL" clId="{093A7BD2-4222-41C0-BBD1-28F4532E819E}" dt="2023-02-15T16:52:46.980" v="46" actId="47"/>
        <pc:sldMkLst>
          <pc:docMk/>
          <pc:sldMk cId="0" sldId="259"/>
        </pc:sldMkLst>
        <pc:grpChg chg="del">
          <ac:chgData name="Geng, Baocheng" userId="b4253f3e-c40b-4a70-8207-93818653a34c" providerId="ADAL" clId="{093A7BD2-4222-41C0-BBD1-28F4532E819E}" dt="2023-02-15T16:52:36.910" v="44" actId="478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6:52:39.159" v="45" actId="478"/>
          <ac:grpSpMkLst>
            <pc:docMk/>
            <pc:sldMk cId="0" sldId="259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093A7BD2-4222-41C0-BBD1-28F4532E819E}" dt="2023-02-15T17:00:27.265" v="303" actId="120"/>
        <pc:sldMkLst>
          <pc:docMk/>
          <pc:sldMk cId="0" sldId="260"/>
        </pc:sldMkLst>
        <pc:spChg chg="mod">
          <ac:chgData name="Geng, Baocheng" userId="b4253f3e-c40b-4a70-8207-93818653a34c" providerId="ADAL" clId="{093A7BD2-4222-41C0-BBD1-28F4532E819E}" dt="2023-02-15T17:00:27.265" v="303" actId="120"/>
          <ac:spMkLst>
            <pc:docMk/>
            <pc:sldMk cId="0" sldId="260"/>
            <ac:spMk id="3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6:52:49.779" v="47" actId="478"/>
          <ac:grpSpMkLst>
            <pc:docMk/>
            <pc:sldMk cId="0" sldId="260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093A7BD2-4222-41C0-BBD1-28F4532E819E}" dt="2023-02-15T17:02:53.086" v="342" actId="1076"/>
        <pc:sldMkLst>
          <pc:docMk/>
          <pc:sldMk cId="0" sldId="261"/>
        </pc:sldMkLst>
        <pc:spChg chg="mod">
          <ac:chgData name="Geng, Baocheng" userId="b4253f3e-c40b-4a70-8207-93818653a34c" providerId="ADAL" clId="{093A7BD2-4222-41C0-BBD1-28F4532E819E}" dt="2023-02-15T17:02:44.095" v="340" actId="20577"/>
          <ac:spMkLst>
            <pc:docMk/>
            <pc:sldMk cId="0" sldId="261"/>
            <ac:spMk id="9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0:36.242" v="304" actId="478"/>
          <ac:grpSpMkLst>
            <pc:docMk/>
            <pc:sldMk cId="0" sldId="261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0:47.971" v="305" actId="478"/>
          <ac:grpSpMkLst>
            <pc:docMk/>
            <pc:sldMk cId="0" sldId="261"/>
            <ac:grpSpMk id="10" creationId="{00000000-0000-0000-0000-000000000000}"/>
          </ac:grpSpMkLst>
        </pc:grpChg>
        <pc:picChg chg="mod replST">
          <ac:chgData name="Geng, Baocheng" userId="b4253f3e-c40b-4a70-8207-93818653a34c" providerId="ADAL" clId="{093A7BD2-4222-41C0-BBD1-28F4532E819E}" dt="2023-02-15T17:02:53.086" v="342" actId="1076"/>
          <ac:picMkLst>
            <pc:docMk/>
            <pc:sldMk cId="0" sldId="261"/>
            <ac:picMk id="17" creationId="{EB49C639-6203-BBFC-DD57-B32E2F640661}"/>
          </ac:picMkLst>
        </pc:picChg>
      </pc:sldChg>
      <pc:sldChg chg="delSp modSp mod">
        <pc:chgData name="Geng, Baocheng" userId="b4253f3e-c40b-4a70-8207-93818653a34c" providerId="ADAL" clId="{093A7BD2-4222-41C0-BBD1-28F4532E819E}" dt="2023-02-15T17:05:57.002" v="400" actId="478"/>
        <pc:sldMkLst>
          <pc:docMk/>
          <pc:sldMk cId="0" sldId="262"/>
        </pc:sldMkLst>
        <pc:spChg chg="mod">
          <ac:chgData name="Geng, Baocheng" userId="b4253f3e-c40b-4a70-8207-93818653a34c" providerId="ADAL" clId="{093A7BD2-4222-41C0-BBD1-28F4532E819E}" dt="2023-02-15T17:03:44.216" v="348" actId="20577"/>
          <ac:spMkLst>
            <pc:docMk/>
            <pc:sldMk cId="0" sldId="262"/>
            <ac:spMk id="9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04:58.683" v="375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04:58.683" v="375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04:56.892" v="374" actId="478"/>
          <ac:spMkLst>
            <pc:docMk/>
            <pc:sldMk cId="0" sldId="262"/>
            <ac:spMk id="12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3:10.173" v="343" actId="478"/>
          <ac:grpSpMkLst>
            <pc:docMk/>
            <pc:sldMk cId="0" sldId="262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5:57.002" v="400" actId="478"/>
          <ac:grpSpMkLst>
            <pc:docMk/>
            <pc:sldMk cId="0" sldId="262"/>
            <ac:grpSpMk id="13" creationId="{00000000-0000-0000-0000-000000000000}"/>
          </ac:grpSpMkLst>
        </pc:grpChg>
        <pc:picChg chg="mod replST">
          <ac:chgData name="Geng, Baocheng" userId="b4253f3e-c40b-4a70-8207-93818653a34c" providerId="ADAL" clId="{093A7BD2-4222-41C0-BBD1-28F4532E819E}" dt="2023-02-15T17:04:54.873" v="373" actId="1076"/>
          <ac:picMkLst>
            <pc:docMk/>
            <pc:sldMk cId="0" sldId="262"/>
            <ac:picMk id="20" creationId="{088546BA-2450-6AA7-0657-D59DFBEDF5FE}"/>
          </ac:picMkLst>
        </pc:picChg>
        <pc:picChg chg="mod replST">
          <ac:chgData name="Geng, Baocheng" userId="b4253f3e-c40b-4a70-8207-93818653a34c" providerId="ADAL" clId="{093A7BD2-4222-41C0-BBD1-28F4532E819E}" dt="2023-02-15T17:05:55.285" v="399" actId="14100"/>
          <ac:picMkLst>
            <pc:docMk/>
            <pc:sldMk cId="0" sldId="262"/>
            <ac:picMk id="22" creationId="{F54CBEE4-0013-5F2C-3E48-0FC4EDFF45B4}"/>
          </ac:picMkLst>
        </pc:picChg>
      </pc:sldChg>
      <pc:sldChg chg="addSp delSp modSp mod">
        <pc:chgData name="Geng, Baocheng" userId="b4253f3e-c40b-4a70-8207-93818653a34c" providerId="ADAL" clId="{093A7BD2-4222-41C0-BBD1-28F4532E819E}" dt="2023-02-15T17:07:34.602" v="458" actId="962"/>
        <pc:sldMkLst>
          <pc:docMk/>
          <pc:sldMk cId="0" sldId="263"/>
        </pc:sldMkLst>
        <pc:spChg chg="mod">
          <ac:chgData name="Geng, Baocheng" userId="b4253f3e-c40b-4a70-8207-93818653a34c" providerId="ADAL" clId="{093A7BD2-4222-41C0-BBD1-28F4532E819E}" dt="2023-02-15T17:06:55.400" v="403" actId="20577"/>
          <ac:spMkLst>
            <pc:docMk/>
            <pc:sldMk cId="0" sldId="263"/>
            <ac:spMk id="10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06:58.112" v="404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07:00.461" v="405" actId="478"/>
          <ac:spMkLst>
            <pc:docMk/>
            <pc:sldMk cId="0" sldId="263"/>
            <ac:spMk id="16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6:24.188" v="402" actId="478"/>
          <ac:grpSpMkLst>
            <pc:docMk/>
            <pc:sldMk cId="0" sldId="263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6:23.017" v="401" actId="478"/>
          <ac:grpSpMkLst>
            <pc:docMk/>
            <pc:sldMk cId="0" sldId="263"/>
            <ac:grpSpMk id="20" creationId="{00000000-0000-0000-0000-000000000000}"/>
          </ac:grpSpMkLst>
        </pc:grpChg>
        <pc:picChg chg="mod replST">
          <ac:chgData name="Geng, Baocheng" userId="b4253f3e-c40b-4a70-8207-93818653a34c" providerId="ADAL" clId="{093A7BD2-4222-41C0-BBD1-28F4532E819E}" dt="2023-02-15T17:07:23.612" v="428" actId="1076"/>
          <ac:picMkLst>
            <pc:docMk/>
            <pc:sldMk cId="0" sldId="263"/>
            <ac:picMk id="27" creationId="{26F4E5CD-8DD9-0CD3-0B91-78BCA59D6C47}"/>
          </ac:picMkLst>
        </pc:picChg>
        <pc:picChg chg="add del mod">
          <ac:chgData name="Geng, Baocheng" userId="b4253f3e-c40b-4a70-8207-93818653a34c" providerId="ADAL" clId="{093A7BD2-4222-41C0-BBD1-28F4532E819E}" dt="2023-02-15T17:07:34.601" v="456" actId="478"/>
          <ac:picMkLst>
            <pc:docMk/>
            <pc:sldMk cId="0" sldId="263"/>
            <ac:picMk id="28" creationId="{E24CB3D2-80DA-EC6D-D6D8-4C56F445ACE6}"/>
          </ac:picMkLst>
        </pc:picChg>
        <pc:picChg chg="mod ord replST">
          <ac:chgData name="Geng, Baocheng" userId="b4253f3e-c40b-4a70-8207-93818653a34c" providerId="ADAL" clId="{093A7BD2-4222-41C0-BBD1-28F4532E819E}" dt="2023-02-15T17:07:34.602" v="458" actId="962"/>
          <ac:picMkLst>
            <pc:docMk/>
            <pc:sldMk cId="0" sldId="263"/>
            <ac:picMk id="30" creationId="{704DDE2A-1ABE-AC12-5996-534564E30037}"/>
          </ac:picMkLst>
        </pc:picChg>
      </pc:sldChg>
      <pc:sldChg chg="delSp mod">
        <pc:chgData name="Geng, Baocheng" userId="b4253f3e-c40b-4a70-8207-93818653a34c" providerId="ADAL" clId="{093A7BD2-4222-41C0-BBD1-28F4532E819E}" dt="2023-02-15T17:07:42.064" v="459" actId="478"/>
        <pc:sldMkLst>
          <pc:docMk/>
          <pc:sldMk cId="0" sldId="264"/>
        </pc:sldMkLst>
        <pc:grpChg chg="del">
          <ac:chgData name="Geng, Baocheng" userId="b4253f3e-c40b-4a70-8207-93818653a34c" providerId="ADAL" clId="{093A7BD2-4222-41C0-BBD1-28F4532E819E}" dt="2023-02-15T17:07:42.064" v="459" actId="478"/>
          <ac:grpSpMkLst>
            <pc:docMk/>
            <pc:sldMk cId="0" sldId="26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07:53.684" v="460" actId="478"/>
        <pc:sldMkLst>
          <pc:docMk/>
          <pc:sldMk cId="0" sldId="265"/>
        </pc:sldMkLst>
        <pc:grpChg chg="del">
          <ac:chgData name="Geng, Baocheng" userId="b4253f3e-c40b-4a70-8207-93818653a34c" providerId="ADAL" clId="{093A7BD2-4222-41C0-BBD1-28F4532E819E}" dt="2023-02-15T17:07:53.684" v="460" actId="478"/>
          <ac:grpSpMkLst>
            <pc:docMk/>
            <pc:sldMk cId="0" sldId="265"/>
            <ac:grpSpMk id="4" creationId="{00000000-0000-0000-0000-000000000000}"/>
          </ac:grpSpMkLst>
        </pc:grpChg>
      </pc:sldChg>
      <pc:sldChg chg="delSp modSp mod">
        <pc:chgData name="Geng, Baocheng" userId="b4253f3e-c40b-4a70-8207-93818653a34c" providerId="ADAL" clId="{093A7BD2-4222-41C0-BBD1-28F4532E819E}" dt="2023-02-15T17:08:27.550" v="486" actId="478"/>
        <pc:sldMkLst>
          <pc:docMk/>
          <pc:sldMk cId="0" sldId="266"/>
        </pc:sldMkLst>
        <pc:spChg chg="mod">
          <ac:chgData name="Geng, Baocheng" userId="b4253f3e-c40b-4a70-8207-93818653a34c" providerId="ADAL" clId="{093A7BD2-4222-41C0-BBD1-28F4532E819E}" dt="2023-02-15T17:08:04.020" v="462" actId="20577"/>
          <ac:spMkLst>
            <pc:docMk/>
            <pc:sldMk cId="0" sldId="266"/>
            <ac:spMk id="10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7:57.092" v="461" actId="478"/>
          <ac:grpSpMkLst>
            <pc:docMk/>
            <pc:sldMk cId="0" sldId="266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8:27.550" v="486" actId="478"/>
          <ac:grpSpMkLst>
            <pc:docMk/>
            <pc:sldMk cId="0" sldId="266"/>
            <ac:grpSpMk id="13" creationId="{00000000-0000-0000-0000-000000000000}"/>
          </ac:grpSpMkLst>
        </pc:grpChg>
        <pc:picChg chg="mod replST">
          <ac:chgData name="Geng, Baocheng" userId="b4253f3e-c40b-4a70-8207-93818653a34c" providerId="ADAL" clId="{093A7BD2-4222-41C0-BBD1-28F4532E819E}" dt="2023-02-15T17:08:25.257" v="485" actId="1076"/>
          <ac:picMkLst>
            <pc:docMk/>
            <pc:sldMk cId="0" sldId="266"/>
            <ac:picMk id="20" creationId="{115F5240-A5C9-9BA5-248C-E3338358B032}"/>
          </ac:picMkLst>
        </pc:picChg>
      </pc:sldChg>
      <pc:sldChg chg="addSp delSp modSp mod">
        <pc:chgData name="Geng, Baocheng" userId="b4253f3e-c40b-4a70-8207-93818653a34c" providerId="ADAL" clId="{093A7BD2-4222-41C0-BBD1-28F4532E819E}" dt="2023-02-15T17:09:18.306" v="490" actId="478"/>
        <pc:sldMkLst>
          <pc:docMk/>
          <pc:sldMk cId="0" sldId="267"/>
        </pc:sldMkLst>
        <pc:spChg chg="mod">
          <ac:chgData name="Geng, Baocheng" userId="b4253f3e-c40b-4a70-8207-93818653a34c" providerId="ADAL" clId="{093A7BD2-4222-41C0-BBD1-28F4532E819E}" dt="2023-02-15T17:09:10.333" v="488" actId="20577"/>
          <ac:spMkLst>
            <pc:docMk/>
            <pc:sldMk cId="0" sldId="267"/>
            <ac:spMk id="10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9:06.394" v="487" actId="478"/>
          <ac:grpSpMkLst>
            <pc:docMk/>
            <pc:sldMk cId="0" sldId="26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9:18.306" v="490" actId="478"/>
          <ac:grpSpMkLst>
            <pc:docMk/>
            <pc:sldMk cId="0" sldId="267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093A7BD2-4222-41C0-BBD1-28F4532E819E}" dt="2023-02-15T17:09:14.868" v="489"/>
          <ac:picMkLst>
            <pc:docMk/>
            <pc:sldMk cId="0" sldId="267"/>
            <ac:picMk id="20" creationId="{914A245B-916D-9620-7491-BA841A151EA8}"/>
          </ac:picMkLst>
        </pc:picChg>
      </pc:sldChg>
      <pc:sldChg chg="addSp delSp modSp mod">
        <pc:chgData name="Geng, Baocheng" userId="b4253f3e-c40b-4a70-8207-93818653a34c" providerId="ADAL" clId="{093A7BD2-4222-41C0-BBD1-28F4532E819E}" dt="2023-02-15T17:10:12.972" v="496" actId="1076"/>
        <pc:sldMkLst>
          <pc:docMk/>
          <pc:sldMk cId="0" sldId="268"/>
        </pc:sldMkLst>
        <pc:spChg chg="mod">
          <ac:chgData name="Geng, Baocheng" userId="b4253f3e-c40b-4a70-8207-93818653a34c" providerId="ADAL" clId="{093A7BD2-4222-41C0-BBD1-28F4532E819E}" dt="2023-02-15T17:10:06.549" v="493" actId="20577"/>
          <ac:spMkLst>
            <pc:docMk/>
            <pc:sldMk cId="0" sldId="268"/>
            <ac:spMk id="9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09:23.503" v="491" actId="478"/>
          <ac:grpSpMkLst>
            <pc:docMk/>
            <pc:sldMk cId="0" sldId="26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09:37.349" v="492" actId="478"/>
          <ac:grpSpMkLst>
            <pc:docMk/>
            <pc:sldMk cId="0" sldId="268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093A7BD2-4222-41C0-BBD1-28F4532E819E}" dt="2023-02-15T17:10:12.972" v="496" actId="1076"/>
          <ac:picMkLst>
            <pc:docMk/>
            <pc:sldMk cId="0" sldId="268"/>
            <ac:picMk id="20" creationId="{5F6B5C3B-40C1-492F-D093-FBF761487381}"/>
          </ac:picMkLst>
        </pc:picChg>
      </pc:sldChg>
      <pc:sldChg chg="delSp mod">
        <pc:chgData name="Geng, Baocheng" userId="b4253f3e-c40b-4a70-8207-93818653a34c" providerId="ADAL" clId="{093A7BD2-4222-41C0-BBD1-28F4532E819E}" dt="2023-02-15T17:10:25.439" v="498" actId="478"/>
        <pc:sldMkLst>
          <pc:docMk/>
          <pc:sldMk cId="0" sldId="269"/>
        </pc:sldMkLst>
        <pc:grpChg chg="del">
          <ac:chgData name="Geng, Baocheng" userId="b4253f3e-c40b-4a70-8207-93818653a34c" providerId="ADAL" clId="{093A7BD2-4222-41C0-BBD1-28F4532E819E}" dt="2023-02-15T17:10:23.242" v="497" actId="478"/>
          <ac:grpSpMkLst>
            <pc:docMk/>
            <pc:sldMk cId="0" sldId="269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093A7BD2-4222-41C0-BBD1-28F4532E819E}" dt="2023-02-15T17:10:25.439" v="498" actId="478"/>
          <ac:grpSpMkLst>
            <pc:docMk/>
            <pc:sldMk cId="0" sldId="269"/>
            <ac:grpSpMk id="10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0:36.237" v="499" actId="478"/>
        <pc:sldMkLst>
          <pc:docMk/>
          <pc:sldMk cId="0" sldId="270"/>
        </pc:sldMkLst>
        <pc:grpChg chg="del">
          <ac:chgData name="Geng, Baocheng" userId="b4253f3e-c40b-4a70-8207-93818653a34c" providerId="ADAL" clId="{093A7BD2-4222-41C0-BBD1-28F4532E819E}" dt="2023-02-15T17:10:36.237" v="499" actId="478"/>
          <ac:grpSpMkLst>
            <pc:docMk/>
            <pc:sldMk cId="0" sldId="270"/>
            <ac:grpSpMk id="9" creationId="{00000000-0000-0000-0000-000000000000}"/>
          </ac:grpSpMkLst>
        </pc:grpChg>
      </pc:sldChg>
      <pc:sldChg chg="delSp del mod">
        <pc:chgData name="Geng, Baocheng" userId="b4253f3e-c40b-4a70-8207-93818653a34c" providerId="ADAL" clId="{093A7BD2-4222-41C0-BBD1-28F4532E819E}" dt="2023-02-16T15:16:20.323" v="671" actId="2696"/>
        <pc:sldMkLst>
          <pc:docMk/>
          <pc:sldMk cId="2652693187" sldId="271"/>
        </pc:sldMkLst>
        <pc:grpChg chg="del">
          <ac:chgData name="Geng, Baocheng" userId="b4253f3e-c40b-4a70-8207-93818653a34c" providerId="ADAL" clId="{093A7BD2-4222-41C0-BBD1-28F4532E819E}" dt="2023-02-15T17:10:48.818" v="500" actId="478"/>
          <ac:grpSpMkLst>
            <pc:docMk/>
            <pc:sldMk cId="2652693187" sldId="271"/>
            <ac:grpSpMk id="4" creationId="{00000000-0000-0000-0000-000000000000}"/>
          </ac:grpSpMkLst>
        </pc:grpChg>
      </pc:sldChg>
      <pc:sldChg chg="addSp delSp modSp del mod">
        <pc:chgData name="Geng, Baocheng" userId="b4253f3e-c40b-4a70-8207-93818653a34c" providerId="ADAL" clId="{093A7BD2-4222-41C0-BBD1-28F4532E819E}" dt="2023-02-16T15:16:20.323" v="671" actId="2696"/>
        <pc:sldMkLst>
          <pc:docMk/>
          <pc:sldMk cId="2156436352" sldId="272"/>
        </pc:sldMkLst>
        <pc:spChg chg="mod">
          <ac:chgData name="Geng, Baocheng" userId="b4253f3e-c40b-4a70-8207-93818653a34c" providerId="ADAL" clId="{093A7BD2-4222-41C0-BBD1-28F4532E819E}" dt="2023-02-15T17:11:40.306" v="536" actId="20577"/>
          <ac:spMkLst>
            <pc:docMk/>
            <pc:sldMk cId="2156436352" sldId="272"/>
            <ac:spMk id="3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11:04.996" v="505" actId="478"/>
          <ac:grpSpMkLst>
            <pc:docMk/>
            <pc:sldMk cId="2156436352" sldId="272"/>
            <ac:grpSpMk id="4" creationId="{00000000-0000-0000-0000-000000000000}"/>
          </ac:grpSpMkLst>
        </pc:grpChg>
        <pc:picChg chg="add del mod">
          <ac:chgData name="Geng, Baocheng" userId="b4253f3e-c40b-4a70-8207-93818653a34c" providerId="ADAL" clId="{093A7BD2-4222-41C0-BBD1-28F4532E819E}" dt="2023-02-15T17:11:00.168" v="503"/>
          <ac:picMkLst>
            <pc:docMk/>
            <pc:sldMk cId="2156436352" sldId="272"/>
            <ac:picMk id="10" creationId="{21ECF4A5-0F22-230D-894D-38044A39F022}"/>
          </ac:picMkLst>
        </pc:picChg>
        <pc:picChg chg="del mod replST">
          <ac:chgData name="Geng, Baocheng" userId="b4253f3e-c40b-4a70-8207-93818653a34c" providerId="ADAL" clId="{093A7BD2-4222-41C0-BBD1-28F4532E819E}" dt="2023-02-15T17:12:43.358" v="570" actId="478"/>
          <ac:picMkLst>
            <pc:docMk/>
            <pc:sldMk cId="2156436352" sldId="272"/>
            <ac:picMk id="12" creationId="{40B301E9-1C95-0292-15E0-05A362B9905A}"/>
          </ac:picMkLst>
        </pc:picChg>
        <pc:picChg chg="mod ord replST">
          <ac:chgData name="Geng, Baocheng" userId="b4253f3e-c40b-4a70-8207-93818653a34c" providerId="ADAL" clId="{093A7BD2-4222-41C0-BBD1-28F4532E819E}" dt="2023-02-15T17:12:50.674" v="574" actId="1076"/>
          <ac:picMkLst>
            <pc:docMk/>
            <pc:sldMk cId="2156436352" sldId="272"/>
            <ac:picMk id="14" creationId="{D88DB438-09B6-3551-C896-32E6E4C9F596}"/>
          </ac:picMkLst>
        </pc:picChg>
      </pc:sldChg>
      <pc:sldChg chg="addSp delSp modSp del mod">
        <pc:chgData name="Geng, Baocheng" userId="b4253f3e-c40b-4a70-8207-93818653a34c" providerId="ADAL" clId="{093A7BD2-4222-41C0-BBD1-28F4532E819E}" dt="2023-02-16T15:16:20.323" v="671" actId="2696"/>
        <pc:sldMkLst>
          <pc:docMk/>
          <pc:sldMk cId="1990690177" sldId="273"/>
        </pc:sldMkLst>
        <pc:spChg chg="mod">
          <ac:chgData name="Geng, Baocheng" userId="b4253f3e-c40b-4a70-8207-93818653a34c" providerId="ADAL" clId="{093A7BD2-4222-41C0-BBD1-28F4532E819E}" dt="2023-02-15T17:13:15.909" v="582" actId="20577"/>
          <ac:spMkLst>
            <pc:docMk/>
            <pc:sldMk cId="1990690177" sldId="273"/>
            <ac:spMk id="3" creationId="{00000000-0000-0000-0000-000000000000}"/>
          </ac:spMkLst>
        </pc:spChg>
        <pc:spChg chg="mod">
          <ac:chgData name="Geng, Baocheng" userId="b4253f3e-c40b-4a70-8207-93818653a34c" providerId="ADAL" clId="{093A7BD2-4222-41C0-BBD1-28F4532E819E}" dt="2023-02-15T17:15:10.296" v="611" actId="20577"/>
          <ac:spMkLst>
            <pc:docMk/>
            <pc:sldMk cId="1990690177" sldId="273"/>
            <ac:spMk id="8" creationId="{00000000-0000-0000-0000-000000000000}"/>
          </ac:spMkLst>
        </pc:spChg>
        <pc:spChg chg="del mod">
          <ac:chgData name="Geng, Baocheng" userId="b4253f3e-c40b-4a70-8207-93818653a34c" providerId="ADAL" clId="{093A7BD2-4222-41C0-BBD1-28F4532E819E}" dt="2023-02-15T17:13:26.022" v="585" actId="478"/>
          <ac:spMkLst>
            <pc:docMk/>
            <pc:sldMk cId="1990690177" sldId="273"/>
            <ac:spMk id="10" creationId="{00000000-0000-0000-0000-000000000000}"/>
          </ac:spMkLst>
        </pc:spChg>
        <pc:spChg chg="add mod">
          <ac:chgData name="Geng, Baocheng" userId="b4253f3e-c40b-4a70-8207-93818653a34c" providerId="ADAL" clId="{093A7BD2-4222-41C0-BBD1-28F4532E819E}" dt="2023-02-15T17:15:20.397" v="617" actId="1076"/>
          <ac:spMkLst>
            <pc:docMk/>
            <pc:sldMk cId="1990690177" sldId="273"/>
            <ac:spMk id="21" creationId="{2A7E8C8D-B78A-2437-A559-AC016AFA3037}"/>
          </ac:spMkLst>
        </pc:spChg>
        <pc:grpChg chg="del">
          <ac:chgData name="Geng, Baocheng" userId="b4253f3e-c40b-4a70-8207-93818653a34c" providerId="ADAL" clId="{093A7BD2-4222-41C0-BBD1-28F4532E819E}" dt="2023-02-15T17:13:28.821" v="586" actId="478"/>
          <ac:grpSpMkLst>
            <pc:docMk/>
            <pc:sldMk cId="1990690177" sldId="273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093A7BD2-4222-41C0-BBD1-28F4532E819E}" dt="2023-02-15T17:13:18.138" v="583" actId="1076"/>
          <ac:picMkLst>
            <pc:docMk/>
            <pc:sldMk cId="1990690177" sldId="273"/>
            <ac:picMk id="20" creationId="{89549EB1-8815-764C-151C-B8ABA6D29E02}"/>
          </ac:picMkLst>
        </pc:picChg>
      </pc:sldChg>
      <pc:sldChg chg="addSp delSp modSp del mod">
        <pc:chgData name="Geng, Baocheng" userId="b4253f3e-c40b-4a70-8207-93818653a34c" providerId="ADAL" clId="{093A7BD2-4222-41C0-BBD1-28F4532E819E}" dt="2023-02-16T15:16:20.323" v="671" actId="2696"/>
        <pc:sldMkLst>
          <pc:docMk/>
          <pc:sldMk cId="3697471909" sldId="274"/>
        </pc:sldMkLst>
        <pc:spChg chg="mod">
          <ac:chgData name="Geng, Baocheng" userId="b4253f3e-c40b-4a70-8207-93818653a34c" providerId="ADAL" clId="{093A7BD2-4222-41C0-BBD1-28F4532E819E}" dt="2023-02-15T17:16:11.477" v="625" actId="20577"/>
          <ac:spMkLst>
            <pc:docMk/>
            <pc:sldMk cId="3697471909" sldId="274"/>
            <ac:spMk id="3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6:35.499" v="627" actId="478"/>
          <ac:spMkLst>
            <pc:docMk/>
            <pc:sldMk cId="3697471909" sldId="274"/>
            <ac:spMk id="10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2:15.097" v="538" actId="478"/>
          <ac:spMkLst>
            <pc:docMk/>
            <pc:sldMk cId="3697471909" sldId="274"/>
            <ac:spMk id="15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2:26.544" v="542" actId="478"/>
          <ac:spMkLst>
            <pc:docMk/>
            <pc:sldMk cId="3697471909" sldId="274"/>
            <ac:spMk id="16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2:24.646" v="541" actId="478"/>
          <ac:spMkLst>
            <pc:docMk/>
            <pc:sldMk cId="3697471909" sldId="274"/>
            <ac:spMk id="19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2:20.718" v="540" actId="478"/>
          <ac:spMkLst>
            <pc:docMk/>
            <pc:sldMk cId="3697471909" sldId="274"/>
            <ac:spMk id="20" creationId="{00000000-0000-0000-0000-000000000000}"/>
          </ac:spMkLst>
        </pc:spChg>
        <pc:spChg chg="del">
          <ac:chgData name="Geng, Baocheng" userId="b4253f3e-c40b-4a70-8207-93818653a34c" providerId="ADAL" clId="{093A7BD2-4222-41C0-BBD1-28F4532E819E}" dt="2023-02-15T17:12:18.513" v="539" actId="478"/>
          <ac:spMkLst>
            <pc:docMk/>
            <pc:sldMk cId="3697471909" sldId="274"/>
            <ac:spMk id="21" creationId="{00000000-0000-0000-0000-000000000000}"/>
          </ac:spMkLst>
        </pc:spChg>
        <pc:spChg chg="add mod">
          <ac:chgData name="Geng, Baocheng" userId="b4253f3e-c40b-4a70-8207-93818653a34c" providerId="ADAL" clId="{093A7BD2-4222-41C0-BBD1-28F4532E819E}" dt="2023-02-15T17:16:56.899" v="634"/>
          <ac:spMkLst>
            <pc:docMk/>
            <pc:sldMk cId="3697471909" sldId="274"/>
            <ac:spMk id="33" creationId="{1653706A-DB85-6A2A-B82B-44E9609423BA}"/>
          </ac:spMkLst>
        </pc:spChg>
        <pc:grpChg chg="del">
          <ac:chgData name="Geng, Baocheng" userId="b4253f3e-c40b-4a70-8207-93818653a34c" providerId="ADAL" clId="{093A7BD2-4222-41C0-BBD1-28F4532E819E}" dt="2023-02-15T17:16:37.527" v="628" actId="478"/>
          <ac:grpSpMkLst>
            <pc:docMk/>
            <pc:sldMk cId="3697471909" sldId="274"/>
            <ac:grpSpMk id="24" creationId="{00000000-0000-0000-0000-000000000000}"/>
          </ac:grpSpMkLst>
        </pc:grpChg>
        <pc:picChg chg="add mod">
          <ac:chgData name="Geng, Baocheng" userId="b4253f3e-c40b-4a70-8207-93818653a34c" providerId="ADAL" clId="{093A7BD2-4222-41C0-BBD1-28F4532E819E}" dt="2023-02-15T17:16:12.892" v="626" actId="1076"/>
          <ac:picMkLst>
            <pc:docMk/>
            <pc:sldMk cId="3697471909" sldId="274"/>
            <ac:picMk id="30" creationId="{B167E25B-ABD7-E537-03C9-A32B7EF752DB}"/>
          </ac:picMkLst>
        </pc:picChg>
        <pc:picChg chg="add mod">
          <ac:chgData name="Geng, Baocheng" userId="b4253f3e-c40b-4a70-8207-93818653a34c" providerId="ADAL" clId="{093A7BD2-4222-41C0-BBD1-28F4532E819E}" dt="2023-02-15T17:16:48.867" v="633" actId="1076"/>
          <ac:picMkLst>
            <pc:docMk/>
            <pc:sldMk cId="3697471909" sldId="274"/>
            <ac:picMk id="31" creationId="{44B54196-93E7-D47A-3887-081B413E5CA9}"/>
          </ac:picMkLst>
        </pc:picChg>
        <pc:picChg chg="add mod">
          <ac:chgData name="Geng, Baocheng" userId="b4253f3e-c40b-4a70-8207-93818653a34c" providerId="ADAL" clId="{093A7BD2-4222-41C0-BBD1-28F4532E819E}" dt="2023-02-15T17:16:45.566" v="632" actId="1076"/>
          <ac:picMkLst>
            <pc:docMk/>
            <pc:sldMk cId="3697471909" sldId="274"/>
            <ac:picMk id="32" creationId="{9008BEE3-1FDA-F18F-9BB7-1B54CF1687D4}"/>
          </ac:picMkLst>
        </pc:picChg>
      </pc:sldChg>
      <pc:sldChg chg="delSp del mod ord">
        <pc:chgData name="Geng, Baocheng" userId="b4253f3e-c40b-4a70-8207-93818653a34c" providerId="ADAL" clId="{093A7BD2-4222-41C0-BBD1-28F4532E819E}" dt="2023-02-16T15:16:20.323" v="671" actId="2696"/>
        <pc:sldMkLst>
          <pc:docMk/>
          <pc:sldMk cId="4237967805" sldId="275"/>
        </pc:sldMkLst>
        <pc:grpChg chg="del">
          <ac:chgData name="Geng, Baocheng" userId="b4253f3e-c40b-4a70-8207-93818653a34c" providerId="ADAL" clId="{093A7BD2-4222-41C0-BBD1-28F4532E819E}" dt="2023-02-15T17:17:06.608" v="635" actId="478"/>
          <ac:grpSpMkLst>
            <pc:docMk/>
            <pc:sldMk cId="4237967805" sldId="275"/>
            <ac:grpSpMk id="5" creationId="{00000000-0000-0000-0000-000000000000}"/>
          </ac:grpSpMkLst>
        </pc:grpChg>
      </pc:sldChg>
      <pc:sldChg chg="delSp del mod ord">
        <pc:chgData name="Geng, Baocheng" userId="b4253f3e-c40b-4a70-8207-93818653a34c" providerId="ADAL" clId="{093A7BD2-4222-41C0-BBD1-28F4532E819E}" dt="2023-02-16T15:16:20.323" v="671" actId="2696"/>
        <pc:sldMkLst>
          <pc:docMk/>
          <pc:sldMk cId="2294798075" sldId="276"/>
        </pc:sldMkLst>
        <pc:grpChg chg="del">
          <ac:chgData name="Geng, Baocheng" userId="b4253f3e-c40b-4a70-8207-93818653a34c" providerId="ADAL" clId="{093A7BD2-4222-41C0-BBD1-28F4532E819E}" dt="2023-02-15T17:17:08.659" v="636" actId="478"/>
          <ac:grpSpMkLst>
            <pc:docMk/>
            <pc:sldMk cId="2294798075" sldId="276"/>
            <ac:grpSpMk id="6" creationId="{00000000-0000-0000-0000-000000000000}"/>
          </ac:grpSpMkLst>
        </pc:grpChg>
      </pc:sldChg>
      <pc:sldChg chg="delSp del mod ord">
        <pc:chgData name="Geng, Baocheng" userId="b4253f3e-c40b-4a70-8207-93818653a34c" providerId="ADAL" clId="{093A7BD2-4222-41C0-BBD1-28F4532E819E}" dt="2023-02-16T15:16:20.323" v="671" actId="2696"/>
        <pc:sldMkLst>
          <pc:docMk/>
          <pc:sldMk cId="3646425075" sldId="277"/>
        </pc:sldMkLst>
        <pc:grpChg chg="del">
          <ac:chgData name="Geng, Baocheng" userId="b4253f3e-c40b-4a70-8207-93818653a34c" providerId="ADAL" clId="{093A7BD2-4222-41C0-BBD1-28F4532E819E}" dt="2023-02-15T17:17:20.620" v="637" actId="478"/>
          <ac:grpSpMkLst>
            <pc:docMk/>
            <pc:sldMk cId="3646425075" sldId="277"/>
            <ac:grpSpMk id="4" creationId="{00000000-0000-0000-0000-000000000000}"/>
          </ac:grpSpMkLst>
        </pc:grpChg>
      </pc:sldChg>
      <pc:sldChg chg="delSp del mod">
        <pc:chgData name="Geng, Baocheng" userId="b4253f3e-c40b-4a70-8207-93818653a34c" providerId="ADAL" clId="{093A7BD2-4222-41C0-BBD1-28F4532E819E}" dt="2023-02-16T15:16:20.323" v="671" actId="2696"/>
        <pc:sldMkLst>
          <pc:docMk/>
          <pc:sldMk cId="183472228" sldId="278"/>
        </pc:sldMkLst>
        <pc:grpChg chg="del">
          <ac:chgData name="Geng, Baocheng" userId="b4253f3e-c40b-4a70-8207-93818653a34c" providerId="ADAL" clId="{093A7BD2-4222-41C0-BBD1-28F4532E819E}" dt="2023-02-15T17:18:09.572" v="644" actId="478"/>
          <ac:grpSpMkLst>
            <pc:docMk/>
            <pc:sldMk cId="183472228" sldId="278"/>
            <ac:grpSpMk id="13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8:13.199" v="645" actId="478"/>
        <pc:sldMkLst>
          <pc:docMk/>
          <pc:sldMk cId="0" sldId="279"/>
        </pc:sldMkLst>
        <pc:grpChg chg="del">
          <ac:chgData name="Geng, Baocheng" userId="b4253f3e-c40b-4a70-8207-93818653a34c" providerId="ADAL" clId="{093A7BD2-4222-41C0-BBD1-28F4532E819E}" dt="2023-02-15T17:18:13.199" v="645" actId="478"/>
          <ac:grpSpMkLst>
            <pc:docMk/>
            <pc:sldMk cId="0" sldId="279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8:16.132" v="646" actId="478"/>
        <pc:sldMkLst>
          <pc:docMk/>
          <pc:sldMk cId="0" sldId="280"/>
        </pc:sldMkLst>
        <pc:grpChg chg="del">
          <ac:chgData name="Geng, Baocheng" userId="b4253f3e-c40b-4a70-8207-93818653a34c" providerId="ADAL" clId="{093A7BD2-4222-41C0-BBD1-28F4532E819E}" dt="2023-02-15T17:18:16.132" v="646" actId="478"/>
          <ac:grpSpMkLst>
            <pc:docMk/>
            <pc:sldMk cId="0" sldId="280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8:23.129" v="647" actId="478"/>
        <pc:sldMkLst>
          <pc:docMk/>
          <pc:sldMk cId="0" sldId="281"/>
        </pc:sldMkLst>
        <pc:grpChg chg="del">
          <ac:chgData name="Geng, Baocheng" userId="b4253f3e-c40b-4a70-8207-93818653a34c" providerId="ADAL" clId="{093A7BD2-4222-41C0-BBD1-28F4532E819E}" dt="2023-02-15T17:18:23.129" v="647" actId="478"/>
          <ac:grpSpMkLst>
            <pc:docMk/>
            <pc:sldMk cId="0" sldId="281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8:52.310" v="648" actId="478"/>
        <pc:sldMkLst>
          <pc:docMk/>
          <pc:sldMk cId="0" sldId="282"/>
        </pc:sldMkLst>
        <pc:grpChg chg="del">
          <ac:chgData name="Geng, Baocheng" userId="b4253f3e-c40b-4a70-8207-93818653a34c" providerId="ADAL" clId="{093A7BD2-4222-41C0-BBD1-28F4532E819E}" dt="2023-02-15T17:18:52.310" v="648" actId="478"/>
          <ac:grpSpMkLst>
            <pc:docMk/>
            <pc:sldMk cId="0" sldId="282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8:55.964" v="649" actId="478"/>
        <pc:sldMkLst>
          <pc:docMk/>
          <pc:sldMk cId="0" sldId="283"/>
        </pc:sldMkLst>
        <pc:grpChg chg="del">
          <ac:chgData name="Geng, Baocheng" userId="b4253f3e-c40b-4a70-8207-93818653a34c" providerId="ADAL" clId="{093A7BD2-4222-41C0-BBD1-28F4532E819E}" dt="2023-02-15T17:18:55.964" v="649" actId="478"/>
          <ac:grpSpMkLst>
            <pc:docMk/>
            <pc:sldMk cId="0" sldId="283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04.622" v="650" actId="478"/>
        <pc:sldMkLst>
          <pc:docMk/>
          <pc:sldMk cId="0" sldId="284"/>
        </pc:sldMkLst>
        <pc:grpChg chg="del">
          <ac:chgData name="Geng, Baocheng" userId="b4253f3e-c40b-4a70-8207-93818653a34c" providerId="ADAL" clId="{093A7BD2-4222-41C0-BBD1-28F4532E819E}" dt="2023-02-15T17:19:04.622" v="650" actId="478"/>
          <ac:grpSpMkLst>
            <pc:docMk/>
            <pc:sldMk cId="0" sldId="284"/>
            <ac:grpSpMk id="4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13.892" v="651" actId="478"/>
        <pc:sldMkLst>
          <pc:docMk/>
          <pc:sldMk cId="0" sldId="285"/>
        </pc:sldMkLst>
        <pc:grpChg chg="del">
          <ac:chgData name="Geng, Baocheng" userId="b4253f3e-c40b-4a70-8207-93818653a34c" providerId="ADAL" clId="{093A7BD2-4222-41C0-BBD1-28F4532E819E}" dt="2023-02-15T17:19:13.892" v="651" actId="478"/>
          <ac:grpSpMkLst>
            <pc:docMk/>
            <pc:sldMk cId="0" sldId="285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18.364" v="652" actId="478"/>
        <pc:sldMkLst>
          <pc:docMk/>
          <pc:sldMk cId="0" sldId="286"/>
        </pc:sldMkLst>
        <pc:grpChg chg="del">
          <ac:chgData name="Geng, Baocheng" userId="b4253f3e-c40b-4a70-8207-93818653a34c" providerId="ADAL" clId="{093A7BD2-4222-41C0-BBD1-28F4532E819E}" dt="2023-02-15T17:19:18.364" v="652" actId="478"/>
          <ac:grpSpMkLst>
            <pc:docMk/>
            <pc:sldMk cId="0" sldId="286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20.686" v="653" actId="478"/>
        <pc:sldMkLst>
          <pc:docMk/>
          <pc:sldMk cId="0" sldId="287"/>
        </pc:sldMkLst>
        <pc:grpChg chg="del">
          <ac:chgData name="Geng, Baocheng" userId="b4253f3e-c40b-4a70-8207-93818653a34c" providerId="ADAL" clId="{093A7BD2-4222-41C0-BBD1-28F4532E819E}" dt="2023-02-15T17:19:20.686" v="653" actId="478"/>
          <ac:grpSpMkLst>
            <pc:docMk/>
            <pc:sldMk cId="0" sldId="287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22.883" v="654" actId="478"/>
        <pc:sldMkLst>
          <pc:docMk/>
          <pc:sldMk cId="0" sldId="288"/>
        </pc:sldMkLst>
        <pc:grpChg chg="del">
          <ac:chgData name="Geng, Baocheng" userId="b4253f3e-c40b-4a70-8207-93818653a34c" providerId="ADAL" clId="{093A7BD2-4222-41C0-BBD1-28F4532E819E}" dt="2023-02-15T17:19:22.883" v="654" actId="478"/>
          <ac:grpSpMkLst>
            <pc:docMk/>
            <pc:sldMk cId="0" sldId="288"/>
            <ac:grpSpMk id="7" creationId="{00000000-0000-0000-0000-000000000000}"/>
          </ac:grpSpMkLst>
        </pc:grpChg>
      </pc:sldChg>
      <pc:sldChg chg="delSp mod">
        <pc:chgData name="Geng, Baocheng" userId="b4253f3e-c40b-4a70-8207-93818653a34c" providerId="ADAL" clId="{093A7BD2-4222-41C0-BBD1-28F4532E819E}" dt="2023-02-15T17:19:25.085" v="655" actId="478"/>
        <pc:sldMkLst>
          <pc:docMk/>
          <pc:sldMk cId="0" sldId="289"/>
        </pc:sldMkLst>
        <pc:grpChg chg="del">
          <ac:chgData name="Geng, Baocheng" userId="b4253f3e-c40b-4a70-8207-93818653a34c" providerId="ADAL" clId="{093A7BD2-4222-41C0-BBD1-28F4532E819E}" dt="2023-02-15T17:19:25.085" v="655" actId="478"/>
          <ac:grpSpMkLst>
            <pc:docMk/>
            <pc:sldMk cId="0" sldId="289"/>
            <ac:grpSpMk id="8" creationId="{00000000-0000-0000-0000-000000000000}"/>
          </ac:grpSpMkLst>
        </pc:grpChg>
      </pc:sldChg>
      <pc:sldChg chg="delSp modSp mod">
        <pc:chgData name="Geng, Baocheng" userId="b4253f3e-c40b-4a70-8207-93818653a34c" providerId="ADAL" clId="{093A7BD2-4222-41C0-BBD1-28F4532E819E}" dt="2023-02-15T17:19:38.795" v="670" actId="478"/>
        <pc:sldMkLst>
          <pc:docMk/>
          <pc:sldMk cId="0" sldId="290"/>
        </pc:sldMkLst>
        <pc:spChg chg="mod">
          <ac:chgData name="Geng, Baocheng" userId="b4253f3e-c40b-4a70-8207-93818653a34c" providerId="ADAL" clId="{093A7BD2-4222-41C0-BBD1-28F4532E819E}" dt="2023-02-15T17:19:36.686" v="669" actId="20577"/>
          <ac:spMkLst>
            <pc:docMk/>
            <pc:sldMk cId="0" sldId="290"/>
            <ac:spMk id="3" creationId="{00000000-0000-0000-0000-000000000000}"/>
          </ac:spMkLst>
        </pc:spChg>
        <pc:grpChg chg="del">
          <ac:chgData name="Geng, Baocheng" userId="b4253f3e-c40b-4a70-8207-93818653a34c" providerId="ADAL" clId="{093A7BD2-4222-41C0-BBD1-28F4532E819E}" dt="2023-02-15T17:19:38.795" v="670" actId="478"/>
          <ac:grpSpMkLst>
            <pc:docMk/>
            <pc:sldMk cId="0" sldId="290"/>
            <ac:grpSpMk id="4" creationId="{00000000-0000-0000-0000-000000000000}"/>
          </ac:grpSpMkLst>
        </pc:grpChg>
      </pc:sldChg>
    </pc:docChg>
  </pc:docChgLst>
  <pc:docChgLst>
    <pc:chgData name="Geng, Baocheng" userId="b4253f3e-c40b-4a70-8207-93818653a34c" providerId="ADAL" clId="{CDA1A08B-31D9-4724-A51E-342D95B287B8}"/>
    <pc:docChg chg="undo custSel addSld delSld modSld sldOrd">
      <pc:chgData name="Geng, Baocheng" userId="b4253f3e-c40b-4a70-8207-93818653a34c" providerId="ADAL" clId="{CDA1A08B-31D9-4724-A51E-342D95B287B8}" dt="2023-02-20T20:06:56.815" v="190"/>
      <pc:docMkLst>
        <pc:docMk/>
      </pc:docMkLst>
      <pc:sldChg chg="modSp mod">
        <pc:chgData name="Geng, Baocheng" userId="b4253f3e-c40b-4a70-8207-93818653a34c" providerId="ADAL" clId="{CDA1A08B-31D9-4724-A51E-342D95B287B8}" dt="2023-02-20T19:25:12.304" v="12" actId="20577"/>
        <pc:sldMkLst>
          <pc:docMk/>
          <pc:sldMk cId="0" sldId="256"/>
        </pc:sldMkLst>
        <pc:spChg chg="mod">
          <ac:chgData name="Geng, Baocheng" userId="b4253f3e-c40b-4a70-8207-93818653a34c" providerId="ADAL" clId="{CDA1A08B-31D9-4724-A51E-342D95B287B8}" dt="2023-02-20T19:25:12.304" v="12" actId="20577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Geng, Baocheng" userId="b4253f3e-c40b-4a70-8207-93818653a34c" providerId="ADAL" clId="{CDA1A08B-31D9-4724-A51E-342D95B287B8}" dt="2023-02-20T19:44:19.068" v="61" actId="20577"/>
        <pc:sldMkLst>
          <pc:docMk/>
          <pc:sldMk cId="0" sldId="257"/>
        </pc:sldMkLst>
        <pc:spChg chg="mod">
          <ac:chgData name="Geng, Baocheng" userId="b4253f3e-c40b-4a70-8207-93818653a34c" providerId="ADAL" clId="{CDA1A08B-31D9-4724-A51E-342D95B287B8}" dt="2023-02-20T19:24:55.041" v="5" actId="20577"/>
          <ac:spMkLst>
            <pc:docMk/>
            <pc:sldMk cId="0" sldId="257"/>
            <ac:spMk id="2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25:02.598" v="7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25:02.598" v="7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25:02.598" v="7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25:02.598" v="7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24:59.723" v="6" actId="478"/>
          <ac:spMkLst>
            <pc:docMk/>
            <pc:sldMk cId="0" sldId="257"/>
            <ac:spMk id="11" creationId="{00000000-0000-0000-0000-000000000000}"/>
          </ac:spMkLst>
        </pc:spChg>
        <pc:spChg chg="add mod">
          <ac:chgData name="Geng, Baocheng" userId="b4253f3e-c40b-4a70-8207-93818653a34c" providerId="ADAL" clId="{CDA1A08B-31D9-4724-A51E-342D95B287B8}" dt="2023-02-20T19:44:19.068" v="61" actId="20577"/>
          <ac:spMkLst>
            <pc:docMk/>
            <pc:sldMk cId="0" sldId="257"/>
            <ac:spMk id="12" creationId="{499198DA-6297-A2A0-C1FE-E2293C514765}"/>
          </ac:spMkLst>
        </pc:spChg>
        <pc:picChg chg="del">
          <ac:chgData name="Geng, Baocheng" userId="b4253f3e-c40b-4a70-8207-93818653a34c" providerId="ADAL" clId="{CDA1A08B-31D9-4724-A51E-342D95B287B8}" dt="2023-02-20T19:25:02.598" v="7" actId="478"/>
          <ac:picMkLst>
            <pc:docMk/>
            <pc:sldMk cId="0" sldId="257"/>
            <ac:picMk id="3" creationId="{00000000-0000-0000-0000-000000000000}"/>
          </ac:picMkLst>
        </pc:picChg>
        <pc:picChg chg="del">
          <ac:chgData name="Geng, Baocheng" userId="b4253f3e-c40b-4a70-8207-93818653a34c" providerId="ADAL" clId="{CDA1A08B-31D9-4724-A51E-342D95B287B8}" dt="2023-02-20T19:25:02.598" v="7" actId="478"/>
          <ac:picMkLst>
            <pc:docMk/>
            <pc:sldMk cId="0" sldId="257"/>
            <ac:picMk id="4" creationId="{00000000-0000-0000-0000-000000000000}"/>
          </ac:picMkLst>
        </pc:picChg>
        <pc:picChg chg="del">
          <ac:chgData name="Geng, Baocheng" userId="b4253f3e-c40b-4a70-8207-93818653a34c" providerId="ADAL" clId="{CDA1A08B-31D9-4724-A51E-342D95B287B8}" dt="2023-02-20T19:25:02.598" v="7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Geng, Baocheng" userId="b4253f3e-c40b-4a70-8207-93818653a34c" providerId="ADAL" clId="{CDA1A08B-31D9-4724-A51E-342D95B287B8}" dt="2023-02-20T19:25:02.598" v="7" actId="478"/>
          <ac:picMkLst>
            <pc:docMk/>
            <pc:sldMk cId="0" sldId="257"/>
            <ac:picMk id="9" creationId="{00000000-0000-0000-0000-000000000000}"/>
          </ac:picMkLst>
        </pc:picChg>
      </pc:sldChg>
      <pc:sldChg chg="ord">
        <pc:chgData name="Geng, Baocheng" userId="b4253f3e-c40b-4a70-8207-93818653a34c" providerId="ADAL" clId="{CDA1A08B-31D9-4724-A51E-342D95B287B8}" dt="2023-02-20T19:25:05.031" v="9"/>
        <pc:sldMkLst>
          <pc:docMk/>
          <pc:sldMk cId="0" sldId="258"/>
        </pc:sldMkLst>
      </pc:sldChg>
      <pc:sldChg chg="add del">
        <pc:chgData name="Geng, Baocheng" userId="b4253f3e-c40b-4a70-8207-93818653a34c" providerId="ADAL" clId="{CDA1A08B-31D9-4724-A51E-342D95B287B8}" dt="2023-02-20T20:04:13.454" v="183"/>
        <pc:sldMkLst>
          <pc:docMk/>
          <pc:sldMk cId="0" sldId="260"/>
        </pc:sldMkLst>
      </pc:sldChg>
      <pc:sldChg chg="add del">
        <pc:chgData name="Geng, Baocheng" userId="b4253f3e-c40b-4a70-8207-93818653a34c" providerId="ADAL" clId="{CDA1A08B-31D9-4724-A51E-342D95B287B8}" dt="2023-02-20T19:52:25.785" v="102"/>
        <pc:sldMkLst>
          <pc:docMk/>
          <pc:sldMk cId="0" sldId="261"/>
        </pc:sldMkLst>
      </pc:sldChg>
      <pc:sldChg chg="add del">
        <pc:chgData name="Geng, Baocheng" userId="b4253f3e-c40b-4a70-8207-93818653a34c" providerId="ADAL" clId="{CDA1A08B-31D9-4724-A51E-342D95B287B8}" dt="2023-02-20T19:49:21.582" v="98"/>
        <pc:sldMkLst>
          <pc:docMk/>
          <pc:sldMk cId="0" sldId="262"/>
        </pc:sldMkLst>
      </pc:sldChg>
      <pc:sldChg chg="add del">
        <pc:chgData name="Geng, Baocheng" userId="b4253f3e-c40b-4a70-8207-93818653a34c" providerId="ADAL" clId="{CDA1A08B-31D9-4724-A51E-342D95B287B8}" dt="2023-02-20T20:06:28.045" v="188"/>
        <pc:sldMkLst>
          <pc:docMk/>
          <pc:sldMk cId="0" sldId="263"/>
        </pc:sldMkLst>
      </pc:sldChg>
      <pc:sldChg chg="add del">
        <pc:chgData name="Geng, Baocheng" userId="b4253f3e-c40b-4a70-8207-93818653a34c" providerId="ADAL" clId="{CDA1A08B-31D9-4724-A51E-342D95B287B8}" dt="2023-02-20T19:52:38.155" v="103"/>
        <pc:sldMkLst>
          <pc:docMk/>
          <pc:sldMk cId="0" sldId="264"/>
        </pc:sldMkLst>
      </pc:sldChg>
      <pc:sldChg chg="add del">
        <pc:chgData name="Geng, Baocheng" userId="b4253f3e-c40b-4a70-8207-93818653a34c" providerId="ADAL" clId="{CDA1A08B-31D9-4724-A51E-342D95B287B8}" dt="2023-02-20T19:29:13.081" v="37" actId="47"/>
        <pc:sldMkLst>
          <pc:docMk/>
          <pc:sldMk cId="0" sldId="265"/>
        </pc:sldMkLst>
      </pc:sldChg>
      <pc:sldChg chg="add del">
        <pc:chgData name="Geng, Baocheng" userId="b4253f3e-c40b-4a70-8207-93818653a34c" providerId="ADAL" clId="{CDA1A08B-31D9-4724-A51E-342D95B287B8}" dt="2023-02-20T19:29:03.664" v="36" actId="47"/>
        <pc:sldMkLst>
          <pc:docMk/>
          <pc:sldMk cId="0" sldId="266"/>
        </pc:sldMkLst>
      </pc:sldChg>
      <pc:sldChg chg="del">
        <pc:chgData name="Geng, Baocheng" userId="b4253f3e-c40b-4a70-8207-93818653a34c" providerId="ADAL" clId="{CDA1A08B-31D9-4724-A51E-342D95B287B8}" dt="2023-02-20T19:29:43.371" v="38" actId="47"/>
        <pc:sldMkLst>
          <pc:docMk/>
          <pc:sldMk cId="0" sldId="270"/>
        </pc:sldMkLst>
      </pc:sldChg>
      <pc:sldChg chg="del">
        <pc:chgData name="Geng, Baocheng" userId="b4253f3e-c40b-4a70-8207-93818653a34c" providerId="ADAL" clId="{CDA1A08B-31D9-4724-A51E-342D95B287B8}" dt="2023-02-20T19:25:20.049" v="13" actId="47"/>
        <pc:sldMkLst>
          <pc:docMk/>
          <pc:sldMk cId="2652693187" sldId="271"/>
        </pc:sldMkLst>
      </pc:sldChg>
      <pc:sldChg chg="del">
        <pc:chgData name="Geng, Baocheng" userId="b4253f3e-c40b-4a70-8207-93818653a34c" providerId="ADAL" clId="{CDA1A08B-31D9-4724-A51E-342D95B287B8}" dt="2023-02-20T19:25:23.433" v="17" actId="47"/>
        <pc:sldMkLst>
          <pc:docMk/>
          <pc:sldMk cId="2156436352" sldId="272"/>
        </pc:sldMkLst>
      </pc:sldChg>
      <pc:sldChg chg="del">
        <pc:chgData name="Geng, Baocheng" userId="b4253f3e-c40b-4a70-8207-93818653a34c" providerId="ADAL" clId="{CDA1A08B-31D9-4724-A51E-342D95B287B8}" dt="2023-02-20T19:25:25.345" v="18" actId="47"/>
        <pc:sldMkLst>
          <pc:docMk/>
          <pc:sldMk cId="1990690177" sldId="273"/>
        </pc:sldMkLst>
      </pc:sldChg>
      <pc:sldChg chg="del">
        <pc:chgData name="Geng, Baocheng" userId="b4253f3e-c40b-4a70-8207-93818653a34c" providerId="ADAL" clId="{CDA1A08B-31D9-4724-A51E-342D95B287B8}" dt="2023-02-20T19:25:26.323" v="19" actId="47"/>
        <pc:sldMkLst>
          <pc:docMk/>
          <pc:sldMk cId="3697471909" sldId="274"/>
        </pc:sldMkLst>
      </pc:sldChg>
      <pc:sldChg chg="del">
        <pc:chgData name="Geng, Baocheng" userId="b4253f3e-c40b-4a70-8207-93818653a34c" providerId="ADAL" clId="{CDA1A08B-31D9-4724-A51E-342D95B287B8}" dt="2023-02-20T19:25:20.370" v="14" actId="47"/>
        <pc:sldMkLst>
          <pc:docMk/>
          <pc:sldMk cId="4237967805" sldId="275"/>
        </pc:sldMkLst>
      </pc:sldChg>
      <pc:sldChg chg="del">
        <pc:chgData name="Geng, Baocheng" userId="b4253f3e-c40b-4a70-8207-93818653a34c" providerId="ADAL" clId="{CDA1A08B-31D9-4724-A51E-342D95B287B8}" dt="2023-02-20T19:25:20.749" v="15" actId="47"/>
        <pc:sldMkLst>
          <pc:docMk/>
          <pc:sldMk cId="2294798075" sldId="276"/>
        </pc:sldMkLst>
      </pc:sldChg>
      <pc:sldChg chg="del">
        <pc:chgData name="Geng, Baocheng" userId="b4253f3e-c40b-4a70-8207-93818653a34c" providerId="ADAL" clId="{CDA1A08B-31D9-4724-A51E-342D95B287B8}" dt="2023-02-20T19:25:21.918" v="16" actId="47"/>
        <pc:sldMkLst>
          <pc:docMk/>
          <pc:sldMk cId="3646425075" sldId="277"/>
        </pc:sldMkLst>
      </pc:sldChg>
      <pc:sldChg chg="delSp modSp mod">
        <pc:chgData name="Geng, Baocheng" userId="b4253f3e-c40b-4a70-8207-93818653a34c" providerId="ADAL" clId="{CDA1A08B-31D9-4724-A51E-342D95B287B8}" dt="2023-02-20T19:25:53.767" v="28" actId="1076"/>
        <pc:sldMkLst>
          <pc:docMk/>
          <pc:sldMk cId="183472228" sldId="278"/>
        </pc:sldMkLst>
        <pc:spChg chg="del">
          <ac:chgData name="Geng, Baocheng" userId="b4253f3e-c40b-4a70-8207-93818653a34c" providerId="ADAL" clId="{CDA1A08B-31D9-4724-A51E-342D95B287B8}" dt="2023-02-20T19:25:40.616" v="21" actId="478"/>
          <ac:spMkLst>
            <pc:docMk/>
            <pc:sldMk cId="183472228" sldId="278"/>
            <ac:spMk id="5" creationId="{00000000-0000-0000-0000-000000000000}"/>
          </ac:spMkLst>
        </pc:spChg>
        <pc:spChg chg="mod">
          <ac:chgData name="Geng, Baocheng" userId="b4253f3e-c40b-4a70-8207-93818653a34c" providerId="ADAL" clId="{CDA1A08B-31D9-4724-A51E-342D95B287B8}" dt="2023-02-20T19:25:53.767" v="28" actId="1076"/>
          <ac:spMkLst>
            <pc:docMk/>
            <pc:sldMk cId="183472228" sldId="278"/>
            <ac:spMk id="6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25:48.539" v="26" actId="478"/>
          <ac:spMkLst>
            <pc:docMk/>
            <pc:sldMk cId="183472228" sldId="278"/>
            <ac:spMk id="8" creationId="{00000000-0000-0000-0000-000000000000}"/>
          </ac:spMkLst>
        </pc:spChg>
        <pc:spChg chg="del mod">
          <ac:chgData name="Geng, Baocheng" userId="b4253f3e-c40b-4a70-8207-93818653a34c" providerId="ADAL" clId="{CDA1A08B-31D9-4724-A51E-342D95B287B8}" dt="2023-02-20T19:25:47.477" v="25"/>
          <ac:spMkLst>
            <pc:docMk/>
            <pc:sldMk cId="183472228" sldId="278"/>
            <ac:spMk id="10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25:48.539" v="26" actId="478"/>
          <ac:spMkLst>
            <pc:docMk/>
            <pc:sldMk cId="183472228" sldId="278"/>
            <ac:spMk id="12" creationId="{00000000-0000-0000-0000-000000000000}"/>
          </ac:spMkLst>
        </pc:spChg>
        <pc:picChg chg="del">
          <ac:chgData name="Geng, Baocheng" userId="b4253f3e-c40b-4a70-8207-93818653a34c" providerId="ADAL" clId="{CDA1A08B-31D9-4724-A51E-342D95B287B8}" dt="2023-02-20T19:25:51.111" v="27" actId="478"/>
          <ac:picMkLst>
            <pc:docMk/>
            <pc:sldMk cId="183472228" sldId="278"/>
            <ac:picMk id="4" creationId="{00000000-0000-0000-0000-000000000000}"/>
          </ac:picMkLst>
        </pc:picChg>
        <pc:picChg chg="del">
          <ac:chgData name="Geng, Baocheng" userId="b4253f3e-c40b-4a70-8207-93818653a34c" providerId="ADAL" clId="{CDA1A08B-31D9-4724-A51E-342D95B287B8}" dt="2023-02-20T19:25:43.197" v="22" actId="478"/>
          <ac:picMkLst>
            <pc:docMk/>
            <pc:sldMk cId="183472228" sldId="278"/>
            <ac:picMk id="7" creationId="{00000000-0000-0000-0000-000000000000}"/>
          </ac:picMkLst>
        </pc:picChg>
        <pc:picChg chg="del">
          <ac:chgData name="Geng, Baocheng" userId="b4253f3e-c40b-4a70-8207-93818653a34c" providerId="ADAL" clId="{CDA1A08B-31D9-4724-A51E-342D95B287B8}" dt="2023-02-20T19:25:48.539" v="26" actId="478"/>
          <ac:picMkLst>
            <pc:docMk/>
            <pc:sldMk cId="183472228" sldId="278"/>
            <ac:picMk id="9" creationId="{00000000-0000-0000-0000-000000000000}"/>
          </ac:picMkLst>
        </pc:picChg>
        <pc:picChg chg="del">
          <ac:chgData name="Geng, Baocheng" userId="b4253f3e-c40b-4a70-8207-93818653a34c" providerId="ADAL" clId="{CDA1A08B-31D9-4724-A51E-342D95B287B8}" dt="2023-02-20T19:25:48.539" v="26" actId="478"/>
          <ac:picMkLst>
            <pc:docMk/>
            <pc:sldMk cId="183472228" sldId="278"/>
            <ac:picMk id="11" creationId="{00000000-0000-0000-0000-000000000000}"/>
          </ac:picMkLst>
        </pc:picChg>
      </pc:sldChg>
      <pc:sldChg chg="del">
        <pc:chgData name="Geng, Baocheng" userId="b4253f3e-c40b-4a70-8207-93818653a34c" providerId="ADAL" clId="{CDA1A08B-31D9-4724-A51E-342D95B287B8}" dt="2023-02-20T19:29:49.602" v="39" actId="47"/>
        <pc:sldMkLst>
          <pc:docMk/>
          <pc:sldMk cId="0" sldId="280"/>
        </pc:sldMkLst>
      </pc:sldChg>
      <pc:sldChg chg="del">
        <pc:chgData name="Geng, Baocheng" userId="b4253f3e-c40b-4a70-8207-93818653a34c" providerId="ADAL" clId="{CDA1A08B-31D9-4724-A51E-342D95B287B8}" dt="2023-02-20T19:29:51.671" v="40" actId="47"/>
        <pc:sldMkLst>
          <pc:docMk/>
          <pc:sldMk cId="0" sldId="281"/>
        </pc:sldMkLst>
      </pc:sldChg>
      <pc:sldChg chg="del">
        <pc:chgData name="Geng, Baocheng" userId="b4253f3e-c40b-4a70-8207-93818653a34c" providerId="ADAL" clId="{CDA1A08B-31D9-4724-A51E-342D95B287B8}" dt="2023-02-20T19:30:07.016" v="41" actId="47"/>
        <pc:sldMkLst>
          <pc:docMk/>
          <pc:sldMk cId="0" sldId="284"/>
        </pc:sldMkLst>
      </pc:sldChg>
      <pc:sldChg chg="del">
        <pc:chgData name="Geng, Baocheng" userId="b4253f3e-c40b-4a70-8207-93818653a34c" providerId="ADAL" clId="{CDA1A08B-31D9-4724-A51E-342D95B287B8}" dt="2023-02-20T19:30:08.916" v="42" actId="47"/>
        <pc:sldMkLst>
          <pc:docMk/>
          <pc:sldMk cId="0" sldId="285"/>
        </pc:sldMkLst>
      </pc:sldChg>
      <pc:sldChg chg="del">
        <pc:chgData name="Geng, Baocheng" userId="b4253f3e-c40b-4a70-8207-93818653a34c" providerId="ADAL" clId="{CDA1A08B-31D9-4724-A51E-342D95B287B8}" dt="2023-02-20T19:30:10.980" v="43" actId="47"/>
        <pc:sldMkLst>
          <pc:docMk/>
          <pc:sldMk cId="0" sldId="286"/>
        </pc:sldMkLst>
      </pc:sldChg>
      <pc:sldChg chg="del">
        <pc:chgData name="Geng, Baocheng" userId="b4253f3e-c40b-4a70-8207-93818653a34c" providerId="ADAL" clId="{CDA1A08B-31D9-4724-A51E-342D95B287B8}" dt="2023-02-20T19:30:12.431" v="44" actId="47"/>
        <pc:sldMkLst>
          <pc:docMk/>
          <pc:sldMk cId="0" sldId="287"/>
        </pc:sldMkLst>
      </pc:sldChg>
      <pc:sldChg chg="add del">
        <pc:chgData name="Geng, Baocheng" userId="b4253f3e-c40b-4a70-8207-93818653a34c" providerId="ADAL" clId="{CDA1A08B-31D9-4724-A51E-342D95B287B8}" dt="2023-02-20T19:51:08.111" v="101"/>
        <pc:sldMkLst>
          <pc:docMk/>
          <pc:sldMk cId="0" sldId="288"/>
        </pc:sldMkLst>
      </pc:sldChg>
      <pc:sldChg chg="del">
        <pc:chgData name="Geng, Baocheng" userId="b4253f3e-c40b-4a70-8207-93818653a34c" providerId="ADAL" clId="{CDA1A08B-31D9-4724-A51E-342D95B287B8}" dt="2023-02-20T19:30:15.440" v="46" actId="47"/>
        <pc:sldMkLst>
          <pc:docMk/>
          <pc:sldMk cId="0" sldId="289"/>
        </pc:sldMkLst>
      </pc:sldChg>
      <pc:sldChg chg="del">
        <pc:chgData name="Geng, Baocheng" userId="b4253f3e-c40b-4a70-8207-93818653a34c" providerId="ADAL" clId="{CDA1A08B-31D9-4724-A51E-342D95B287B8}" dt="2023-02-20T19:30:18.994" v="47" actId="47"/>
        <pc:sldMkLst>
          <pc:docMk/>
          <pc:sldMk cId="0" sldId="290"/>
        </pc:sldMkLst>
      </pc:sldChg>
      <pc:sldChg chg="add">
        <pc:chgData name="Geng, Baocheng" userId="b4253f3e-c40b-4a70-8207-93818653a34c" providerId="ADAL" clId="{CDA1A08B-31D9-4724-A51E-342D95B287B8}" dt="2023-02-20T20:01:36.678" v="177"/>
        <pc:sldMkLst>
          <pc:docMk/>
          <pc:sldMk cId="0" sldId="292"/>
        </pc:sldMkLst>
      </pc:sldChg>
      <pc:sldChg chg="add">
        <pc:chgData name="Geng, Baocheng" userId="b4253f3e-c40b-4a70-8207-93818653a34c" providerId="ADAL" clId="{CDA1A08B-31D9-4724-A51E-342D95B287B8}" dt="2023-02-20T20:01:46.698" v="178"/>
        <pc:sldMkLst>
          <pc:docMk/>
          <pc:sldMk cId="0" sldId="294"/>
        </pc:sldMkLst>
      </pc:sldChg>
      <pc:sldChg chg="add">
        <pc:chgData name="Geng, Baocheng" userId="b4253f3e-c40b-4a70-8207-93818653a34c" providerId="ADAL" clId="{CDA1A08B-31D9-4724-A51E-342D95B287B8}" dt="2023-02-20T20:01:57.317" v="179"/>
        <pc:sldMkLst>
          <pc:docMk/>
          <pc:sldMk cId="0" sldId="297"/>
        </pc:sldMkLst>
      </pc:sldChg>
      <pc:sldChg chg="delSp add mod">
        <pc:chgData name="Geng, Baocheng" userId="b4253f3e-c40b-4a70-8207-93818653a34c" providerId="ADAL" clId="{CDA1A08B-31D9-4724-A51E-342D95B287B8}" dt="2023-02-20T20:04:25.639" v="185" actId="478"/>
        <pc:sldMkLst>
          <pc:docMk/>
          <pc:sldMk cId="0" sldId="302"/>
        </pc:sldMkLst>
        <pc:spChg chg="del">
          <ac:chgData name="Geng, Baocheng" userId="b4253f3e-c40b-4a70-8207-93818653a34c" providerId="ADAL" clId="{CDA1A08B-31D9-4724-A51E-342D95B287B8}" dt="2023-02-20T20:04:25.639" v="185" actId="478"/>
          <ac:spMkLst>
            <pc:docMk/>
            <pc:sldMk cId="0" sldId="302"/>
            <ac:spMk id="12" creationId="{00000000-0000-0000-0000-000000000000}"/>
          </ac:spMkLst>
        </pc:spChg>
      </pc:sldChg>
      <pc:sldChg chg="add">
        <pc:chgData name="Geng, Baocheng" userId="b4253f3e-c40b-4a70-8207-93818653a34c" providerId="ADAL" clId="{CDA1A08B-31D9-4724-A51E-342D95B287B8}" dt="2023-02-20T19:41:47.957" v="48"/>
        <pc:sldMkLst>
          <pc:docMk/>
          <pc:sldMk cId="0" sldId="305"/>
        </pc:sldMkLst>
      </pc:sldChg>
      <pc:sldChg chg="add">
        <pc:chgData name="Geng, Baocheng" userId="b4253f3e-c40b-4a70-8207-93818653a34c" providerId="ADAL" clId="{CDA1A08B-31D9-4724-A51E-342D95B287B8}" dt="2023-02-20T19:42:34.200" v="49"/>
        <pc:sldMkLst>
          <pc:docMk/>
          <pc:sldMk cId="0" sldId="306"/>
        </pc:sldMkLst>
      </pc:sldChg>
      <pc:sldChg chg="add">
        <pc:chgData name="Geng, Baocheng" userId="b4253f3e-c40b-4a70-8207-93818653a34c" providerId="ADAL" clId="{CDA1A08B-31D9-4724-A51E-342D95B287B8}" dt="2023-02-20T20:02:14.761" v="180"/>
        <pc:sldMkLst>
          <pc:docMk/>
          <pc:sldMk cId="0" sldId="307"/>
        </pc:sldMkLst>
      </pc:sldChg>
      <pc:sldChg chg="addSp delSp modSp add mod ord">
        <pc:chgData name="Geng, Baocheng" userId="b4253f3e-c40b-4a70-8207-93818653a34c" providerId="ADAL" clId="{CDA1A08B-31D9-4724-A51E-342D95B287B8}" dt="2023-02-20T19:59:55.894" v="175" actId="20577"/>
        <pc:sldMkLst>
          <pc:docMk/>
          <pc:sldMk cId="0" sldId="314"/>
        </pc:sldMkLst>
        <pc:spChg chg="mod">
          <ac:chgData name="Geng, Baocheng" userId="b4253f3e-c40b-4a70-8207-93818653a34c" providerId="ADAL" clId="{CDA1A08B-31D9-4724-A51E-342D95B287B8}" dt="2023-02-20T19:59:55.894" v="175" actId="20577"/>
          <ac:spMkLst>
            <pc:docMk/>
            <pc:sldMk cId="0" sldId="314"/>
            <ac:spMk id="2" creationId="{00000000-0000-0000-0000-000000000000}"/>
          </ac:spMkLst>
        </pc:spChg>
        <pc:spChg chg="mod">
          <ac:chgData name="Geng, Baocheng" userId="b4253f3e-c40b-4a70-8207-93818653a34c" providerId="ADAL" clId="{CDA1A08B-31D9-4724-A51E-342D95B287B8}" dt="2023-02-20T19:58:30.617" v="118" actId="1076"/>
          <ac:spMkLst>
            <pc:docMk/>
            <pc:sldMk cId="0" sldId="314"/>
            <ac:spMk id="3" creationId="{00000000-0000-0000-0000-000000000000}"/>
          </ac:spMkLst>
        </pc:spChg>
        <pc:spChg chg="mod">
          <ac:chgData name="Geng, Baocheng" userId="b4253f3e-c40b-4a70-8207-93818653a34c" providerId="ADAL" clId="{CDA1A08B-31D9-4724-A51E-342D95B287B8}" dt="2023-02-20T19:58:16.387" v="115" actId="1076"/>
          <ac:spMkLst>
            <pc:docMk/>
            <pc:sldMk cId="0" sldId="314"/>
            <ac:spMk id="4" creationId="{00000000-0000-0000-0000-000000000000}"/>
          </ac:spMkLst>
        </pc:spChg>
        <pc:spChg chg="mod">
          <ac:chgData name="Geng, Baocheng" userId="b4253f3e-c40b-4a70-8207-93818653a34c" providerId="ADAL" clId="{CDA1A08B-31D9-4724-A51E-342D95B287B8}" dt="2023-02-20T19:58:12.134" v="114" actId="1076"/>
          <ac:spMkLst>
            <pc:docMk/>
            <pc:sldMk cId="0" sldId="314"/>
            <ac:spMk id="5" creationId="{00000000-0000-0000-0000-000000000000}"/>
          </ac:spMkLst>
        </pc:spChg>
        <pc:spChg chg="mod">
          <ac:chgData name="Geng, Baocheng" userId="b4253f3e-c40b-4a70-8207-93818653a34c" providerId="ADAL" clId="{CDA1A08B-31D9-4724-A51E-342D95B287B8}" dt="2023-02-20T19:59:43.603" v="156" actId="20577"/>
          <ac:spMkLst>
            <pc:docMk/>
            <pc:sldMk cId="0" sldId="314"/>
            <ac:spMk id="6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58:03.789" v="112" actId="478"/>
          <ac:spMkLst>
            <pc:docMk/>
            <pc:sldMk cId="0" sldId="314"/>
            <ac:spMk id="7" creationId="{00000000-0000-0000-0000-000000000000}"/>
          </ac:spMkLst>
        </pc:spChg>
        <pc:spChg chg="add mod">
          <ac:chgData name="Geng, Baocheng" userId="b4253f3e-c40b-4a70-8207-93818653a34c" providerId="ADAL" clId="{CDA1A08B-31D9-4724-A51E-342D95B287B8}" dt="2023-02-20T19:59:36.915" v="155" actId="20577"/>
          <ac:spMkLst>
            <pc:docMk/>
            <pc:sldMk cId="0" sldId="314"/>
            <ac:spMk id="8" creationId="{1D01FAE4-AC11-7EAF-86C7-36510F97868D}"/>
          </ac:spMkLst>
        </pc:spChg>
        <pc:spChg chg="add del mod">
          <ac:chgData name="Geng, Baocheng" userId="b4253f3e-c40b-4a70-8207-93818653a34c" providerId="ADAL" clId="{CDA1A08B-31D9-4724-A51E-342D95B287B8}" dt="2023-02-20T19:59:24.693" v="152"/>
          <ac:spMkLst>
            <pc:docMk/>
            <pc:sldMk cId="0" sldId="314"/>
            <ac:spMk id="9" creationId="{278E21E2-E3D5-4717-5984-FBC907671A30}"/>
          </ac:spMkLst>
        </pc:spChg>
        <pc:spChg chg="add del mod">
          <ac:chgData name="Geng, Baocheng" userId="b4253f3e-c40b-4a70-8207-93818653a34c" providerId="ADAL" clId="{CDA1A08B-31D9-4724-A51E-342D95B287B8}" dt="2023-02-20T19:59:24.693" v="152"/>
          <ac:spMkLst>
            <pc:docMk/>
            <pc:sldMk cId="0" sldId="314"/>
            <ac:spMk id="10" creationId="{041E8096-67C3-8E8D-47BC-0BAF971AF13E}"/>
          </ac:spMkLst>
        </pc:spChg>
        <pc:spChg chg="add del mod">
          <ac:chgData name="Geng, Baocheng" userId="b4253f3e-c40b-4a70-8207-93818653a34c" providerId="ADAL" clId="{CDA1A08B-31D9-4724-A51E-342D95B287B8}" dt="2023-02-20T19:59:24.693" v="152"/>
          <ac:spMkLst>
            <pc:docMk/>
            <pc:sldMk cId="0" sldId="314"/>
            <ac:spMk id="14" creationId="{3D260950-92FE-6F71-419C-6E5BBDD5C5AF}"/>
          </ac:spMkLst>
        </pc:spChg>
        <pc:spChg chg="add del mod">
          <ac:chgData name="Geng, Baocheng" userId="b4253f3e-c40b-4a70-8207-93818653a34c" providerId="ADAL" clId="{CDA1A08B-31D9-4724-A51E-342D95B287B8}" dt="2023-02-20T19:59:24.693" v="152"/>
          <ac:spMkLst>
            <pc:docMk/>
            <pc:sldMk cId="0" sldId="314"/>
            <ac:spMk id="15" creationId="{D3F06F31-65AF-4148-A3BB-20BD7F261A74}"/>
          </ac:spMkLst>
        </pc:spChg>
        <pc:spChg chg="add del mod">
          <ac:chgData name="Geng, Baocheng" userId="b4253f3e-c40b-4a70-8207-93818653a34c" providerId="ADAL" clId="{CDA1A08B-31D9-4724-A51E-342D95B287B8}" dt="2023-02-20T19:59:24.693" v="152"/>
          <ac:spMkLst>
            <pc:docMk/>
            <pc:sldMk cId="0" sldId="314"/>
            <ac:spMk id="16" creationId="{7612EADC-4ECF-ECCD-B1D6-CA5876F4DC7B}"/>
          </ac:spMkLst>
        </pc:spChg>
        <pc:spChg chg="add del mod">
          <ac:chgData name="Geng, Baocheng" userId="b4253f3e-c40b-4a70-8207-93818653a34c" providerId="ADAL" clId="{CDA1A08B-31D9-4724-A51E-342D95B287B8}" dt="2023-02-20T19:59:24.693" v="152"/>
          <ac:spMkLst>
            <pc:docMk/>
            <pc:sldMk cId="0" sldId="314"/>
            <ac:spMk id="17" creationId="{6C0B2173-2B57-587A-8E51-846CF341613C}"/>
          </ac:spMkLst>
        </pc:spChg>
        <pc:spChg chg="add mod">
          <ac:chgData name="Geng, Baocheng" userId="b4253f3e-c40b-4a70-8207-93818653a34c" providerId="ADAL" clId="{CDA1A08B-31D9-4724-A51E-342D95B287B8}" dt="2023-02-20T19:59:33.151" v="154" actId="1076"/>
          <ac:spMkLst>
            <pc:docMk/>
            <pc:sldMk cId="0" sldId="314"/>
            <ac:spMk id="18" creationId="{9563D816-A5C1-A958-777D-9B4A3E26C552}"/>
          </ac:spMkLst>
        </pc:spChg>
        <pc:spChg chg="add mod">
          <ac:chgData name="Geng, Baocheng" userId="b4253f3e-c40b-4a70-8207-93818653a34c" providerId="ADAL" clId="{CDA1A08B-31D9-4724-A51E-342D95B287B8}" dt="2023-02-20T19:59:33.151" v="154" actId="1076"/>
          <ac:spMkLst>
            <pc:docMk/>
            <pc:sldMk cId="0" sldId="314"/>
            <ac:spMk id="19" creationId="{5D13B8CF-9AEF-035F-A0A4-FB27204C944B}"/>
          </ac:spMkLst>
        </pc:spChg>
        <pc:spChg chg="add mod">
          <ac:chgData name="Geng, Baocheng" userId="b4253f3e-c40b-4a70-8207-93818653a34c" providerId="ADAL" clId="{CDA1A08B-31D9-4724-A51E-342D95B287B8}" dt="2023-02-20T19:59:33.151" v="154" actId="1076"/>
          <ac:spMkLst>
            <pc:docMk/>
            <pc:sldMk cId="0" sldId="314"/>
            <ac:spMk id="20" creationId="{38E27A5C-09C6-B895-AE61-7082A2F95B3C}"/>
          </ac:spMkLst>
        </pc:spChg>
        <pc:spChg chg="add mod">
          <ac:chgData name="Geng, Baocheng" userId="b4253f3e-c40b-4a70-8207-93818653a34c" providerId="ADAL" clId="{CDA1A08B-31D9-4724-A51E-342D95B287B8}" dt="2023-02-20T19:59:33.151" v="154" actId="1076"/>
          <ac:spMkLst>
            <pc:docMk/>
            <pc:sldMk cId="0" sldId="314"/>
            <ac:spMk id="21" creationId="{6041E651-E4F4-0856-E2DC-2218BAF49F24}"/>
          </ac:spMkLst>
        </pc:spChg>
        <pc:spChg chg="add mod">
          <ac:chgData name="Geng, Baocheng" userId="b4253f3e-c40b-4a70-8207-93818653a34c" providerId="ADAL" clId="{CDA1A08B-31D9-4724-A51E-342D95B287B8}" dt="2023-02-20T19:59:33.151" v="154" actId="1076"/>
          <ac:spMkLst>
            <pc:docMk/>
            <pc:sldMk cId="0" sldId="314"/>
            <ac:spMk id="22" creationId="{61E31018-5274-B87F-1B52-DE55E0CF3FB2}"/>
          </ac:spMkLst>
        </pc:spChg>
        <pc:spChg chg="add mod">
          <ac:chgData name="Geng, Baocheng" userId="b4253f3e-c40b-4a70-8207-93818653a34c" providerId="ADAL" clId="{CDA1A08B-31D9-4724-A51E-342D95B287B8}" dt="2023-02-20T19:59:33.151" v="154" actId="1076"/>
          <ac:spMkLst>
            <pc:docMk/>
            <pc:sldMk cId="0" sldId="314"/>
            <ac:spMk id="23" creationId="{2690E8D5-5A38-6048-B71D-3231A780A180}"/>
          </ac:spMkLst>
        </pc:spChg>
      </pc:sldChg>
      <pc:sldChg chg="add">
        <pc:chgData name="Geng, Baocheng" userId="b4253f3e-c40b-4a70-8207-93818653a34c" providerId="ADAL" clId="{CDA1A08B-31D9-4724-A51E-342D95B287B8}" dt="2023-02-20T19:42:59.775" v="50"/>
        <pc:sldMkLst>
          <pc:docMk/>
          <pc:sldMk cId="4204330288" sldId="340"/>
        </pc:sldMkLst>
      </pc:sldChg>
      <pc:sldChg chg="add">
        <pc:chgData name="Geng, Baocheng" userId="b4253f3e-c40b-4a70-8207-93818653a34c" providerId="ADAL" clId="{CDA1A08B-31D9-4724-A51E-342D95B287B8}" dt="2023-02-20T20:04:55.095" v="186"/>
        <pc:sldMkLst>
          <pc:docMk/>
          <pc:sldMk cId="1246312653" sldId="347"/>
        </pc:sldMkLst>
      </pc:sldChg>
      <pc:sldChg chg="modSp add mod">
        <pc:chgData name="Geng, Baocheng" userId="b4253f3e-c40b-4a70-8207-93818653a34c" providerId="ADAL" clId="{CDA1A08B-31D9-4724-A51E-342D95B287B8}" dt="2023-02-20T19:48:51.918" v="97" actId="14100"/>
        <pc:sldMkLst>
          <pc:docMk/>
          <pc:sldMk cId="502429178" sldId="369"/>
        </pc:sldMkLst>
        <pc:spChg chg="mod">
          <ac:chgData name="Geng, Baocheng" userId="b4253f3e-c40b-4a70-8207-93818653a34c" providerId="ADAL" clId="{CDA1A08B-31D9-4724-A51E-342D95B287B8}" dt="2023-02-20T19:48:51.918" v="97" actId="14100"/>
          <ac:spMkLst>
            <pc:docMk/>
            <pc:sldMk cId="502429178" sldId="369"/>
            <ac:spMk id="2" creationId="{00000000-0000-0000-0000-000000000000}"/>
          </ac:spMkLst>
        </pc:spChg>
      </pc:sldChg>
      <pc:sldChg chg="addSp modSp add mod">
        <pc:chgData name="Geng, Baocheng" userId="b4253f3e-c40b-4a70-8207-93818653a34c" providerId="ADAL" clId="{CDA1A08B-31D9-4724-A51E-342D95B287B8}" dt="2023-02-20T19:48:29.816" v="95" actId="1076"/>
        <pc:sldMkLst>
          <pc:docMk/>
          <pc:sldMk cId="736026431" sldId="372"/>
        </pc:sldMkLst>
        <pc:spChg chg="mod">
          <ac:chgData name="Geng, Baocheng" userId="b4253f3e-c40b-4a70-8207-93818653a34c" providerId="ADAL" clId="{CDA1A08B-31D9-4724-A51E-342D95B287B8}" dt="2023-02-20T19:47:40.437" v="86" actId="14100"/>
          <ac:spMkLst>
            <pc:docMk/>
            <pc:sldMk cId="736026431" sldId="372"/>
            <ac:spMk id="2" creationId="{00000000-0000-0000-0000-000000000000}"/>
          </ac:spMkLst>
        </pc:spChg>
        <pc:spChg chg="mod">
          <ac:chgData name="Geng, Baocheng" userId="b4253f3e-c40b-4a70-8207-93818653a34c" providerId="ADAL" clId="{CDA1A08B-31D9-4724-A51E-342D95B287B8}" dt="2023-02-20T19:47:59.282" v="89" actId="1076"/>
          <ac:spMkLst>
            <pc:docMk/>
            <pc:sldMk cId="736026431" sldId="372"/>
            <ac:spMk id="4" creationId="{00000000-0000-0000-0000-000000000000}"/>
          </ac:spMkLst>
        </pc:spChg>
        <pc:spChg chg="add mod">
          <ac:chgData name="Geng, Baocheng" userId="b4253f3e-c40b-4a70-8207-93818653a34c" providerId="ADAL" clId="{CDA1A08B-31D9-4724-A51E-342D95B287B8}" dt="2023-02-20T19:47:58.102" v="88" actId="1076"/>
          <ac:spMkLst>
            <pc:docMk/>
            <pc:sldMk cId="736026431" sldId="372"/>
            <ac:spMk id="6" creationId="{FA1EA7E5-A676-4099-76FB-FE0C2DBBBBB7}"/>
          </ac:spMkLst>
        </pc:spChg>
        <pc:spChg chg="add mod">
          <ac:chgData name="Geng, Baocheng" userId="b4253f3e-c40b-4a70-8207-93818653a34c" providerId="ADAL" clId="{CDA1A08B-31D9-4724-A51E-342D95B287B8}" dt="2023-02-20T19:47:58.102" v="88" actId="1076"/>
          <ac:spMkLst>
            <pc:docMk/>
            <pc:sldMk cId="736026431" sldId="372"/>
            <ac:spMk id="12" creationId="{E26AEC15-76F9-19F1-1C2A-9D7BB6551F22}"/>
          </ac:spMkLst>
        </pc:spChg>
        <pc:spChg chg="add mod">
          <ac:chgData name="Geng, Baocheng" userId="b4253f3e-c40b-4a70-8207-93818653a34c" providerId="ADAL" clId="{CDA1A08B-31D9-4724-A51E-342D95B287B8}" dt="2023-02-20T19:47:58.102" v="88" actId="1076"/>
          <ac:spMkLst>
            <pc:docMk/>
            <pc:sldMk cId="736026431" sldId="372"/>
            <ac:spMk id="15" creationId="{E05A0C92-FB4B-279C-731B-D83565A06A2A}"/>
          </ac:spMkLst>
        </pc:spChg>
        <pc:spChg chg="add mod">
          <ac:chgData name="Geng, Baocheng" userId="b4253f3e-c40b-4a70-8207-93818653a34c" providerId="ADAL" clId="{CDA1A08B-31D9-4724-A51E-342D95B287B8}" dt="2023-02-20T19:47:58.102" v="88" actId="1076"/>
          <ac:spMkLst>
            <pc:docMk/>
            <pc:sldMk cId="736026431" sldId="372"/>
            <ac:spMk id="16" creationId="{ADA7BA68-9EE2-215D-81DF-62F747B6039C}"/>
          </ac:spMkLst>
        </pc:spChg>
        <pc:spChg chg="add mod">
          <ac:chgData name="Geng, Baocheng" userId="b4253f3e-c40b-4a70-8207-93818653a34c" providerId="ADAL" clId="{CDA1A08B-31D9-4724-A51E-342D95B287B8}" dt="2023-02-20T19:48:29.816" v="95" actId="1076"/>
          <ac:spMkLst>
            <pc:docMk/>
            <pc:sldMk cId="736026431" sldId="372"/>
            <ac:spMk id="21" creationId="{176C67B0-660E-0407-C272-25D1E004F85F}"/>
          </ac:spMkLst>
        </pc:spChg>
      </pc:sldChg>
      <pc:sldChg chg="delSp modSp add mod">
        <pc:chgData name="Geng, Baocheng" userId="b4253f3e-c40b-4a70-8207-93818653a34c" providerId="ADAL" clId="{CDA1A08B-31D9-4724-A51E-342D95B287B8}" dt="2023-02-20T19:47:11.983" v="84" actId="20577"/>
        <pc:sldMkLst>
          <pc:docMk/>
          <pc:sldMk cId="1755279623" sldId="390"/>
        </pc:sldMkLst>
        <pc:spChg chg="mod">
          <ac:chgData name="Geng, Baocheng" userId="b4253f3e-c40b-4a70-8207-93818653a34c" providerId="ADAL" clId="{CDA1A08B-31D9-4724-A51E-342D95B287B8}" dt="2023-02-20T19:47:11.983" v="84" actId="20577"/>
          <ac:spMkLst>
            <pc:docMk/>
            <pc:sldMk cId="1755279623" sldId="390"/>
            <ac:spMk id="2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46:52.796" v="63" actId="478"/>
          <ac:spMkLst>
            <pc:docMk/>
            <pc:sldMk cId="1755279623" sldId="390"/>
            <ac:spMk id="3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46:52.796" v="63" actId="478"/>
          <ac:spMkLst>
            <pc:docMk/>
            <pc:sldMk cId="1755279623" sldId="390"/>
            <ac:spMk id="4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46:52.796" v="63" actId="478"/>
          <ac:spMkLst>
            <pc:docMk/>
            <pc:sldMk cId="1755279623" sldId="390"/>
            <ac:spMk id="5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46:52.796" v="63" actId="478"/>
          <ac:spMkLst>
            <pc:docMk/>
            <pc:sldMk cId="1755279623" sldId="390"/>
            <ac:spMk id="6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46:52.796" v="63" actId="478"/>
          <ac:spMkLst>
            <pc:docMk/>
            <pc:sldMk cId="1755279623" sldId="390"/>
            <ac:spMk id="7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46:52.796" v="63" actId="478"/>
          <ac:spMkLst>
            <pc:docMk/>
            <pc:sldMk cId="1755279623" sldId="390"/>
            <ac:spMk id="9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46:52.796" v="63" actId="478"/>
          <ac:spMkLst>
            <pc:docMk/>
            <pc:sldMk cId="1755279623" sldId="390"/>
            <ac:spMk id="11" creationId="{00000000-0000-0000-0000-000000000000}"/>
          </ac:spMkLst>
        </pc:spChg>
        <pc:spChg chg="del">
          <ac:chgData name="Geng, Baocheng" userId="b4253f3e-c40b-4a70-8207-93818653a34c" providerId="ADAL" clId="{CDA1A08B-31D9-4724-A51E-342D95B287B8}" dt="2023-02-20T19:46:52.796" v="63" actId="478"/>
          <ac:spMkLst>
            <pc:docMk/>
            <pc:sldMk cId="1755279623" sldId="390"/>
            <ac:spMk id="12" creationId="{00000000-0000-0000-0000-000000000000}"/>
          </ac:spMkLst>
        </pc:spChg>
        <pc:picChg chg="del">
          <ac:chgData name="Geng, Baocheng" userId="b4253f3e-c40b-4a70-8207-93818653a34c" providerId="ADAL" clId="{CDA1A08B-31D9-4724-A51E-342D95B287B8}" dt="2023-02-20T19:46:52.796" v="63" actId="478"/>
          <ac:picMkLst>
            <pc:docMk/>
            <pc:sldMk cId="1755279623" sldId="390"/>
            <ac:picMk id="8" creationId="{00000000-0000-0000-0000-000000000000}"/>
          </ac:picMkLst>
        </pc:picChg>
        <pc:picChg chg="del">
          <ac:chgData name="Geng, Baocheng" userId="b4253f3e-c40b-4a70-8207-93818653a34c" providerId="ADAL" clId="{CDA1A08B-31D9-4724-A51E-342D95B287B8}" dt="2023-02-20T19:46:52.796" v="63" actId="478"/>
          <ac:picMkLst>
            <pc:docMk/>
            <pc:sldMk cId="1755279623" sldId="390"/>
            <ac:picMk id="10" creationId="{00000000-0000-0000-0000-000000000000}"/>
          </ac:picMkLst>
        </pc:picChg>
      </pc:sldChg>
      <pc:sldChg chg="add">
        <pc:chgData name="Geng, Baocheng" userId="b4253f3e-c40b-4a70-8207-93818653a34c" providerId="ADAL" clId="{CDA1A08B-31D9-4724-A51E-342D95B287B8}" dt="2023-02-20T19:50:19.051" v="99"/>
        <pc:sldMkLst>
          <pc:docMk/>
          <pc:sldMk cId="0" sldId="391"/>
        </pc:sldMkLst>
      </pc:sldChg>
      <pc:sldChg chg="add">
        <pc:chgData name="Geng, Baocheng" userId="b4253f3e-c40b-4a70-8207-93818653a34c" providerId="ADAL" clId="{CDA1A08B-31D9-4724-A51E-342D95B287B8}" dt="2023-02-20T19:50:38.235" v="100"/>
        <pc:sldMkLst>
          <pc:docMk/>
          <pc:sldMk cId="0" sldId="392"/>
        </pc:sldMkLst>
      </pc:sldChg>
      <pc:sldChg chg="add del">
        <pc:chgData name="Geng, Baocheng" userId="b4253f3e-c40b-4a70-8207-93818653a34c" providerId="ADAL" clId="{CDA1A08B-31D9-4724-A51E-342D95B287B8}" dt="2023-02-20T19:54:32.213" v="106"/>
        <pc:sldMkLst>
          <pc:docMk/>
          <pc:sldMk cId="0" sldId="393"/>
        </pc:sldMkLst>
      </pc:sldChg>
      <pc:sldChg chg="modSp add mod">
        <pc:chgData name="Geng, Baocheng" userId="b4253f3e-c40b-4a70-8207-93818653a34c" providerId="ADAL" clId="{CDA1A08B-31D9-4724-A51E-342D95B287B8}" dt="2023-02-20T19:57:46.638" v="111" actId="14100"/>
        <pc:sldMkLst>
          <pc:docMk/>
          <pc:sldMk cId="0" sldId="394"/>
        </pc:sldMkLst>
        <pc:spChg chg="mod">
          <ac:chgData name="Geng, Baocheng" userId="b4253f3e-c40b-4a70-8207-93818653a34c" providerId="ADAL" clId="{CDA1A08B-31D9-4724-A51E-342D95B287B8}" dt="2023-02-20T19:57:46.638" v="111" actId="14100"/>
          <ac:spMkLst>
            <pc:docMk/>
            <pc:sldMk cId="0" sldId="394"/>
            <ac:spMk id="2" creationId="{00000000-0000-0000-0000-000000000000}"/>
          </ac:spMkLst>
        </pc:spChg>
      </pc:sldChg>
      <pc:sldChg chg="add del">
        <pc:chgData name="Geng, Baocheng" userId="b4253f3e-c40b-4a70-8207-93818653a34c" providerId="ADAL" clId="{CDA1A08B-31D9-4724-A51E-342D95B287B8}" dt="2023-02-20T20:00:28.226" v="176"/>
        <pc:sldMkLst>
          <pc:docMk/>
          <pc:sldMk cId="0" sldId="395"/>
        </pc:sldMkLst>
      </pc:sldChg>
      <pc:sldChg chg="add">
        <pc:chgData name="Geng, Baocheng" userId="b4253f3e-c40b-4a70-8207-93818653a34c" providerId="ADAL" clId="{CDA1A08B-31D9-4724-A51E-342D95B287B8}" dt="2023-02-20T20:03:08.063" v="181"/>
        <pc:sldMkLst>
          <pc:docMk/>
          <pc:sldMk cId="0" sldId="396"/>
        </pc:sldMkLst>
      </pc:sldChg>
      <pc:sldChg chg="add">
        <pc:chgData name="Geng, Baocheng" userId="b4253f3e-c40b-4a70-8207-93818653a34c" providerId="ADAL" clId="{CDA1A08B-31D9-4724-A51E-342D95B287B8}" dt="2023-02-20T20:03:45.108" v="182"/>
        <pc:sldMkLst>
          <pc:docMk/>
          <pc:sldMk cId="0" sldId="397"/>
        </pc:sldMkLst>
      </pc:sldChg>
      <pc:sldChg chg="add">
        <pc:chgData name="Geng, Baocheng" userId="b4253f3e-c40b-4a70-8207-93818653a34c" providerId="ADAL" clId="{CDA1A08B-31D9-4724-A51E-342D95B287B8}" dt="2023-02-20T20:06:20.294" v="187"/>
        <pc:sldMkLst>
          <pc:docMk/>
          <pc:sldMk cId="0" sldId="398"/>
        </pc:sldMkLst>
      </pc:sldChg>
      <pc:sldChg chg="add">
        <pc:chgData name="Geng, Baocheng" userId="b4253f3e-c40b-4a70-8207-93818653a34c" providerId="ADAL" clId="{CDA1A08B-31D9-4724-A51E-342D95B287B8}" dt="2023-02-20T20:06:41.411" v="189"/>
        <pc:sldMkLst>
          <pc:docMk/>
          <pc:sldMk cId="0" sldId="399"/>
        </pc:sldMkLst>
      </pc:sldChg>
      <pc:sldChg chg="add">
        <pc:chgData name="Geng, Baocheng" userId="b4253f3e-c40b-4a70-8207-93818653a34c" providerId="ADAL" clId="{CDA1A08B-31D9-4724-A51E-342D95B287B8}" dt="2023-02-20T20:06:56.815" v="190"/>
        <pc:sldMkLst>
          <pc:docMk/>
          <pc:sldMk cId="0" sldId="40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9T00:15:48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8186 0 0,'15'6'-664'0'0,"-3"3"-177"0"0,-4-1-47 0 0,-3 1-248 0 0,3 19-1128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9T00:16:14.34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6478 2465 967 0,'0'0'53'0,"-1"0"-18"0,1 0 24 16,0 0-59-16,-1 0-1 0,1 0-8 0,-1 0 11 16,1 0-2-16,0 0 4 0,0 0-7 0,0 0 11 15,-1 0 1-15,0 0 5 0,1 0 17 0,0 0 12 16,0 0 5-16,-1 0 0 16,1 0 7-16,0 0 3 0,-1 0-4 0,1 1 4 0,-1-1-11 0,1 0-5 15,0 1-2-15,-1-1-1 0,0 1-14 0,1-1 3 16,0 1-5-16,0-1 4 0,0 1-6 15,0-1-5-15,0 0 1 0,0 1-3 0,0-1-3 16,0 1 0-16,0-1-3 0,0 0 1 0,1 0-7 0,0 0 2 16,15 6 2-16,-16-6-1 0,0 0 10 0,1 0 2 15,-1 0-1-15,0 0-1 0,20 1-13 0,-20-1 3 0,0 0 3 16,0 0-1-16,21-3 1 0,-21 3-2 16,0 0-1-16,20-7 0 0,-20 7 1 0,1 0 2 0,20-9 1 15,-21 9 0-15,1 0-3 0,18-7 5 0,-19 7-2 16,0 0 3-1,18-5 1-15,-18 5 0 0,1 0-2 0,-1 0 1 0,17 1-11 0,-17-1 4 0,1 0-2 16,-1 0 3 0,17 3-8-16,-17-3 7 0,0 0-4 0,1 0 6 15,18 2-7-15,-19-2 5 0,1 0-2 0,16 0 2 0,-17 0-2 16,0 0-1-16,16-5 1 0,-16 5-1 16,1 0-4-16,15-2 3 0,-16 2 1 0,0 0 1 15,17-1 6-15,-17 1 3 0,1 0-1 0,-1 0 2 16,19 1-3-16,-19-1-4 0,1 0-2 0,17 3 0 0,-18-3 0 15,0 0-3-15,18 4 3 0,-18-4-3 0,1 0 1 16,16 3-1-16,-17-3 0 0,1 0 0 0,17 2 8 0,-18-2-10 16,0 0 4-16,18 2-6 0,-18-2 3 0,0 0 9 15,17 1-3-15,-17-1 5 0,0 0 0 0,18 4-2 16,-18-4 1-16,0 0-2 0,17 1-8 0,-17-1 6 16,0 0-2-16,17 2 4 0,-17-2-4 0,0 0-1 15,18 3 1-15,-18-3-1 0,0 0 1 0,17 2 0 0,-17-2 0 16,1 0 1-16,16 1-3 0,-17-1 5 0,0 0-3 0,19 1 4 31,-19-1-2-31,1 0 3 0,17 3-6 0,-18-3 4 16,0 0-11-16,20-1 6 0,-20 1-2 0,0 0 4 15,20 0-4-15,-20 0 4 0,0 0 0 0,17-1 1 16,-17 1-3-16,0 0 4 0,17 0 1 0,-17 0 0 16,1 0-1-16,16-1-1 0,-17 1 0 0,0 0-1 15,18-1 3-15,-18 1-6 0,1 0 2 0,16-2-3 16,-17 2 4-16,0 0-4 0,19-2 2 0,-19 2-2 15,1 0 3-15,17-5 2 0,-18 5-2 0,0 0 2 0,22-6-4 16,-21 6 3-16,-1 0 1 0,21-3-1 0,-20 3 3 16,-1 0-6-16,20-3 3 0,-20 3-4 0,0 0 5 0,19-1 2 15,-19 1-6-15,1 0 4 0,14 0-11 16,-15 0 5-16,1 0 2 0,16-1 1 0,-17 1 6 0,0 0-10 16,19 0 2-16,-19 0-4 15,1 0 4-15,16-2 2 0,-17 2 1 0,1 0 1 0,16-3 0 0,-17 3-1 16,1 0-3-16,17-4 1 15,-18 4 1-15,0 0 2 0,18-6-1 0,-18 6 1 16,1 0 0-16,15-3 1 0,-16 3-1 0,1 0 0 16,15-2-1-16,-16 2 1 0,1 0-1 0,15-2 1 15,-16 2-5-15,0 0 1 0,1 0 1 0,19-4 1 16,-20 4 0-16,0 0 2 0,1 0-1 0,19-4 0 0,-20 4-3 16,1 0 1-16,16-2 2 0,-17 2 1 0,1 0-2 15,15-3 1-15,-16 3-1 0,1 0 0 16,-1 0-4-16,20-2 2 0,-20 2 0 0,0 0 1 15,1 0-5-15,18-1 4 0,-19 1 0 0,0 0 2 16,1 0 0-16,17 2-2 0,-18-2 3 0,1 0-2 0,-1 0 2 16,0 0 0-16,18 4-4 0,-18-4 2 0,0 0-2 0,1 0 1 15,16 5 0-15,-17-5 0 0,0 0 1 0,1 0-2 16,-1 0 3-16,18 6-2 0,-18-6 2 0,1 0-3 16,0 0-2-16,16 4 0 0,-17-4 1 0,1 0 2 15,-1 0 1-15,19 3 1 16,-19-3 3-16,0 0-5 0,1 0 2 15,16 6-4-15,-17-6 2 0,0 0 3 0,1 0-3 0,18 3 4 0,-19-3-4 0,1 0 0 16,0 0 0-16,19 2 0 16,-20-2 5-16,0 0-5 0,19-1 2 0,-19 1-2 15,1 0 1-15,18-2 1 0,-19 2 1 0,1 0 0 16,17-3 2-16,-18 3 0 0,1 0-2 0,16-2 2 16,-17 2-4-16,1 0 2 0,16-2-1 0,-17 2 1 15,1 0-3-15,16-1 0 0,-17 1 6 0,0 0-3 16,18-1 4-16,-18 1-2 0,0 0-4 0,21-1 2 15,-20 1-3-15,-1 0 6 0,20-4 1 0,-20 4 1 16,1 0-3-16,19-3 2 0,-20 3-2 0,1 0 2 0,19-2 0 16,-20 2-5-16,0 0 0 0,17-1 0 0,-17 1-2 15,1 0-1-15,-1 0 0 0,18 0-1 0,-18 0 5 0,1 0-2 16,-1 0 3-16,18 0-4 0,-18 0 3 0,1 0-2 16,-1 0 0-1,19 0-1-15,-19 0 8 0,0 0-11 0,0 0 4 0,19-1-4 0,-19 1 8 0,1 0-5 16,-1 0 2-1,18 0-3-15,-18 0 1 0,0 0 1 0,1 0 0 16,20 1 1-16,-21-1-4 0,0 0 4 16,16 2-2-16,-16-2 3 0,1 0-3 0,17 2-2 0,-18-2 2 0,0 0-1 15,17 2 4-15,-17-2-5 0,1 0 0 0,17 2-2 16,-18-2 4-16,0 0 0 0,18 5 4 16,-18-5-2-16,0 0 0 0,17 2 2 0,-17-2-5 0,1 0 3 15,15 3-2-15,-16-3 0 0,1 0-2 0,17 2 2 16,-18-2 1-16,0 0-1 0,18 2 3 0,-18-2-3 15,0 0-2-15,17 5 5 0,-17-5-3 0,1 0 5 0,18 2-6 0,-19-2 2 16,0 0 1-16,18 3 1 16,-18-3-4-16,0 0 1 0,20 4-1 0,-20-4 1 15,0 0 1-15,20 2 4 0,-20-2-3 0,1 0 4 0,19 3-4 16,-20-3 2-16,1 0-3 0,18 3 0 0,-19-3-6 16,1 0 8-16,16 1-3 0,-17-1 4 0,1 0 0 0,18 1-4 15,-19-1 3-15,0 0-3 0,18 2 5 0,-18-2-3 16,0 0 1-1,19 1-3-15,-19-1 5 0,0 0-6 0,20 0 4 0,-20 0-3 0,0 0 6 0,20-1-4 16,-20 1 3 0,0 0-3-16,23-1 2 0,-23 1-3 0,1 0-1 15,21-1 0-15,-22 1 1 0,0 0-1 0,21 0 2 16,-21 0-2-16,1 0 6 0,16 1-2 0,-17-1-1 16,0 0 0-16,18 2-1 0,-18-2-1 0,0 0 3 15,19 3-4-15,-19-3 2 0,0 0 0 0,21 3-1 0,-21-3 2 16,0 0 6-16,21 2-6 0,-21-2 5 0,0 0-4 15,23-3 5-15,-23 3 1 0,16-1-1 0,-15 1 0 16,16-1 0-16,-16 1-1 0,15-3 5 0,-7 2-3 16,1 1 3-16,0 0-7 0,0 0-1 0,0-1 0 0,0 1 6 0,0-1-8 15,0 1 4-15,-1 0-5 0,0 0 6 16,0-1-8-16,-1 1 3 0,-1 0-5 0,0 1 2 0,1-1 5 16,-1 1-5-16,0-1 3 0,0 0-5 0,-1 1 0 15,0-1 4-15,-6 0-1 0,0 0 3 0,1 0-3 16,17 0-1-16,-18 0 0 0,0 0 0 0,0 0-1 15,1 0 4-15,16 3-3 0,-17-3-1 0,0 0-3 16,0 0-32-16,0 0 6 0,0 0-140 0,0 0-169 31,0 0-60-31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6:09:58.56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6279 2237 1536 0,'0'0'107'0,"0"0"-59"0,0 0 57 0,0-1-148 15,0 1 14-15,0-1 10 0,0 1 12 0,0 0 2 0,0 0-2 16,0 0 7-16,0-1 0 0,0 1 4 0,0-1-3 16,0 1 5-16,1 0 7 0,-1 0 2 0,1 0 5 15,-1 0 32-15,0 0 6 0,1 0 7 0,0 0-3 16,-1 0 3-16,16-4-1 16,-16 4-14-16,0 0 7 0,1 0-24 0,-1 0-9 0,20 3 3 0,-20-3-7 0,1 0-10 15,18 2 1 1,-19-2 2-16,1 0 0 0,19 6 7 0,-20-6-5 0,1 0-3 0,20 8 1 0,-20-8 1 0,0 0 0 31,21 8 4-31,-13-5-4 0,0 1-8 0,1 0 4 0,0-1-4 0,1 0 5 0,1 0 2 0,0-1-1 31,1 0 2-31,1-1-1 0,1 0-4 0,3 1 4 16,0-2 5-16,0 2 0 0,0-2 8 0,-1 0 1 16,0 1-4-16,-1-1 3 0,1 0-4 0,-1 2-2 15,1 0-5-15,-1-1 2 0,0 1-6 0,2-1-2 0,2 1 1 16,-1 1-3-16,2 1-7 0,-2 0 5 0,-1-2-2 15,0 0 4-15,1 1 6 0,0-1-10 16,1 1 8-16,1-1-8 0,0-1 7 0,2 0 4 0,1-1-5 0,1 1 5 16,1-1-6-16,-2 0 0 0,0 0-1 0,-1 0 0 15,2 0-1-15,0 0 2 0,0 0 2 0,2 1-2 16,-1-1-4-16,0 1 1 0,-1 0-4 0,0 1 4 16,0 0 1-16,0-1-2 0,2 2 3 0,1-3-3 15,0 2 0-15,1 0 2 0,-2-1 0 0,0 2 0 16,-1-1-4-16,2 0 5 0,1 0-2 0,1-1 3 0,0 1-8 15,0-1 6-15,-1 1-3 0,0 0 6 0,0 0 0 16,0-1-6 0,1 0 6-16,2 0-6 0,0 0 4 0,-1-1-1 15,-1 1-3-15,-2-1 2 0,1 0 0 0,1 0 0 16,0 1 3-16,0-1-1 0,0 0 2 0,-4 1 18 0,2 0-5 16,-2 0 9-16,2 0-15 0,-1 0-9 15,1-1 2-15,1 1-4 0,-1 0-1 0,0 0 4 16,-1 0-2-16,1-1 3 0,1 0 1 0,1-1-9 15,2 0 3-15,-2-1-3 0,-2 0 11 0,-1 0-8 0,-2 0 5 16,0-1-6-16,1 2 4 0,0-1 2 0,0 0-5 16,0-1 4-16,-1 1-2 0,-2 0-1 0,-1 0 3 0,0 1-2 15,-1 0 4-15,1 0 1 0,2 0-3 0,2-1 0 16,-1 1-7-16,-2-1 7 0,0 0 1 0,-2 2 1 16,-1-2-1-16,-1 1-2 15,-1 1-2-15,2 0 2 0,0 0 1 0,0 0 1 0,0 1-2 0,-3-2 1 16,0 1 4-16,-2 0 2 0,-2 1 0 0,1 0 0 0,-2 0-1 15,0 0-3 1,-1 0 3-16,0 1-5 0,-2-2-4 0,0 1 2 0,-2 0-6 0,-1 0 5 0,1 1-3 0,0-1 1 16,-2 0-3-1,-5-1 0-15,0 0-18 16,0 0-64-16,1 0-4 0,-1 0-28 0,1 0-82 0,-1-1-138 16,-4-13-103-16</inkml:trace>
  <inkml:trace contextRef="#ctx0" brushRef="#br0" timeOffset="11316.02">4990 2652 1321 0,'0'0'82'0,"0"0"-28"0,0-1-7 0,0 1-25 16,0-1-46-16,0 1 14 0,1-1 0 0,15-15 6 16,-16 16-1-16,0 0 7 0,0-1-2 0,1 1 5 15,-1 0 3-15,17-7 30 0,-17 7 3 0,0 0 11 16,0 0 24-16,1 0-15 0,0 0 5 0,16 6-8 16,-17-6 2-16,0 0-7 0,1 0-3 0,-1 1-1 0,20 8-10 15,-20-9-12-15,0 0 5 0,1 0-6 16,18 9 11-16,-19-9-18 0,1 0 2 0,20 4-7 0,-21-4 6 0,1 0-6 15,23 3 1-15,-15-1-3 0,0-2-1 16,1 1 0-16,-1 0 3 0,1 0 0 0,0 0 16 0,-1 1-3 16,0-1 4-16,3 0-4 0,-2 1 0 0,0-1-7 31,2 0-2-31,-2 0 0 0,1 1-3 0,-1-1-9 16,1 1 3-16,0 0-4 0,2 0 9 0,-1-1-2 15,0-1 0-15,0 0 0 0,1 0-1 0,-1 0 11 16,1 0 0-16,0 0 3 0,1 0-10 0,-1-1-8 0,2 0 1 15,-1 1-2-15,0 0 4 0,0-1-3 0,-1 1-3 16,1 0 2-16,-1 1-4 0,0-1 4 0,0 1-1 0,0 0 0 16,-1-1-5-16,-1 0 5 0,1 1-3 0,0 0 3 15,-1-1-2-15,2 0-3 0,-1 0 5 0,0-1-4 16,1 0 3-16,0-1 0 0,-1 0-2 0,0 0 2 16,-1 1 4-16,-1 0-7 0,-1-2 7 0,1 1-6 15,-2 1 8-15,0-1 4 0,1 1 0 0,-2 0 1 0,1-1-3 16,0 1-2-16,-1 0-6 0,0-1 2 15,0 1-9-15,0 1 3 16,0-2 5-16,-1 1-1 0,0 0-4 0,0 0 5 0,0 0-6 0,0-1 5 0,-1 1-5 0,1 0 1 31,-6 1 0-31,1 0 1 0,14-3 6 0,-15 3-7 16,1 0 3-16,0 0-3 0,16-4 4 0,-17 4-4 16,0 0 0-16,1 0 0 0,-1 0 4 0,0 0-1 15,17-4-2-15,-17 4 1 0,0 0-6 0,0 0 3 0,0 0 0 0,1 0 1 16,-1 0 5-16,1 0-2 0,0 0-4 15,-1 0 1-15,0 0-6 0,0 0-57 0,1 0-1 16,0 0-28-16,-1-1-90 0,0 1-130 0,1-1-41 16</inkml:trace>
  <inkml:trace contextRef="#ctx0" brushRef="#br0" timeOffset="13149.47">11329 2629 1773 0,'0'0'74'0,"0"0"-27"0,1 0-2 0,-1 0-21 16,1 0-24-16,0 0-9 0,15-4 4 0,-16 4-4 16,0 0 2-16,1 1 8 0,18 13-1 0,-19-14 4 0,1 0 5 15,15 11-6 1,-16-11 2-16,1 0-2 0,17 10 13 0,-18-10 0 16,0 0 7-16,21 9-5 0,-21-9 7 0,0 0 19 15,19 8-8-15,-19-8 12 0,1 0-4 0,18 7-1 16,-19-7 3-16,0 0-3 0,18 6 1 0,-18-6-2 15,1 0-5-15,19 4 2 0,-19-4-12 0,14 4-8 16,-6-3 2-16,1 1-4 0,-1-1-2 0,0-1-3 16,1 2-4-16,0-2 1 0,0 1-1 0,1-1-2 15,0 0 7-15,1 0-4 0,-1-1 8 0,1 1-1 0,-2-2-2 16,2 3 0-16,0-2 1 0,0 0-6 0,0 0 0 16,0-2-3-16,0 2 6 0,0-2-6 0,0 0 1 0,0 0-4 15,0 0 0-15,-1 1 1 0,0-1 1 0,-1 1-1 16,2-1 3-16,-1 2-4 0,-1 0 3 0,1 0-2 15,-2 0 3-15,0 0-5 0,0 1 1 0,0 0-3 16,-2 0 0-16,2 0 1 16,0 1-1-16,-1 0 0 0,2 0-1 0,0-1 1 0,1 0 1 0,1 1 1 31,1-1-7-31,0 0 7 0,0 1-1 0,-1-2 5 0,1 1 4 16,0 0-6-16,1-1 3 0,-1 1-3 15,0 0 11-15,-1 1-4 0,0-1 5 0,0 0-4 0,-1 0 11 0,-1 1-10 16,0-1-2-16,0 2-2 0,1-1 1 0,-1 1-5 15,0 0 5-15,0 0-5 0,1 0 1 0,-3-1-6 16,2 1 2-16,-2-1-2 0,0 0 11 0,0 1-8 16,0 0 3-16,1-1-5 0,-1 1 3 0,1-2 0 15,-1 1 3-15,-2 0-1 0,0 0 0 0,0 0-1 16,-6-1-4-16,0 0 3 0,1 0-8 0,17 4 4 0,-18-4-2 16,0 0 2-16,0 0-4 0,1 0-32 0,-1 0-5 15,1 0-16-15,0 0-81 0,-1 0-109 0,0 0-29 16</inkml:trace>
  <inkml:trace contextRef="#ctx0" brushRef="#br0" timeOffset="18998.71">3992 3041 962 0,'0'0'106'0,"0"-1"-42"0,0 1 54 0,0-1-100 0,0 1-6 16,0 0-4-16,0-1-13 0,0 1 5 0,1-1-7 0,-1 1 6 16,8-17 0-16,-8 17-1 0,0 0 2 0,0 0 4 15,0 0 29-15,1 0 4 0,0 0 11 0,-1 0 38 0,0 0-19 16,0 0 2-16,1 0-8 0,0 0-4 0,-1 0 1 31,0 0-3-31,1 0 2 0,-1 0-21 0,1 0 2 0,-1 0-3 0,0 0 3 0,1 0-3 0,-1 0-4 16,1 0 0-16,0 0-2 0,14-2-3 0,-15 2-6 31,0 0-4-31,0 0 0 0,1 0-2 0,-1 0-2 16,1 0 4-16,16 3-4 0,-17-3 1 0,0 0 5 15,1 0-4-15,-1 0 4 0,20 4-4 0,-20-4 8 0,1 0-2 16,-1 0 4-16,19 1 1 0,-19-1-8 0,0 0 4 15,0 0-6-15,20 2 5 0,-20-2-9 0,1 0 3 16,16 0-4-16,-17 0 0 0,0 0-4 0,21 1-2 0,-21-1 0 16,0 0 3-16,22 0-5 0,-22 0 4 0,1 0-4 15,19-1 13-15,-19 1-3 0,-1 0 5 0,23-2-4 16,-14 1 7-16,0-1 2 0,1 0-4 0,0 0 4 16,0 0-11-16,1 0 1 0,0 0-3 0,0-1 2 0,0 1-7 15,0 0-4-15,0 1 2 0,0-1-2 16,0 1 3-16,1 1-6 0,-1-2 3 0,0 2-4 0,0 0 10 0,-1 0-6 15,0 0 4 1,0 0-4-16,0 1 3 0,-1 0-1 0,1-1-2 0,0 2 1 0,0-1 0 0,0-1 1 31,0 0-1-31,-1-1 1 0,0 0 0 0,0 0 4 16,-1 1-1-16,0 0 0 0,0 0-6 0,1 1 1 16,-1-1 0-16,2 0 3 0,-2 0-2 0,0 0 4 15,1 1-6-15,0 1 2 0,0-1-2 0,0 1 1 16,-1-1 3-16,1 0-1 0,-2 1-2 0,-1-1 1 0,1 2 2 15,1-2-2-15,0 1-1 0,-1 0 5 0,1-1 0 16,-1 0 1-16,2 0-6 0,-2 1 2 0,0-1-3 0,1 1 4 16,-1-1 4-16,0 0-1 0,0 0 2 0,0 0-2 15,1 0-4-15,-1-1 2 0,3 1 3 0,-2-1-1 16,2 0 7-16,-1 0 3 0,0-1-1 0,0 1 2 16,1-1-3-16,0 0 3 0,-2 0-5 0,0 0 4 15,1-1-7-15,-1 1-5 16,1 1 4-16,-1-1-5 0,-1 1 5 0,-1-1-3 0,1 1 1 15,-2 0-2-15,-5 0 3 0,1 0-3 0,0 0 1 16,18 0 0-16,-19 0 0 0,0 0-3 16,1 0-2-16,-1 0 1 0,16 0 6 0,-16 0-4 15,0 0 0-15,0 0-3 0,0 0-5 0,1 0-42 16,0 0-11-16,-1 0-17 0,0 0-87 0,1 0-145 16,-1 0-74-16</inkml:trace>
  <inkml:trace contextRef="#ctx0" brushRef="#br0" timeOffset="24453.09">11231 2987 2118 0,'0'0'32'0,"0"0"-15"0,0 0 16 0,0 0-44 16,0 0 0-16,0 0-2 0,0 0-4 0,0 0 2 15,1 1-1-15,9 16 18 0,-10-17 3 0,0 0 5 16,0 1-2-16,0-1 2 0,1 0 9 0,12 18-4 0,-13-18 5 15,0 0 3-15,1 0 34 0,-1 0-7 0,18 5 15 16,-18-5-7-16,0 0-8 0,1 0-1 0,18 1-4 16,-19-1-21-16,1 0-4 0,0 0-4 0,18-3 1 31,-19 3-10-31,1 0 6 0,-1 0-6 0,20-1 6 0,-20 1-7 16,1 0 6-16,0 0-2 0,17-1 2 15,-18 1-2-15,0 0-9 0,18-2 9 0,-18 2-8 0,1 0 12 16,19-5-6-16,-20 5 0 0,1 0-1 0,19-7 6 0,-20 7-8 15,0 0 2-15,20-6-5 0,-20 6 3 0,1 0-1 16,15-6-1-16,-16 6 0 0,1 0 0 0,-1 0-1 16,18-7 0-16,-18 7 1 0,0 0 3 0,1 0-2 15,-1 0 2-15,17-8-4 0,-17 8-2 0,1 0 3 16,-1 0-3-16,1 0 4 0,15-8-4 0,-16 8 6 16,0 0-6-16,1 0 6 0,-1 0-8 0,1 0-1 0,15-5 3 15,-16 5-2-15,0 0 2 0,0 0 3 0,0 0-4 16,0 0 2-16,0 0-9 0,0 0 1 0,0 0 1 15,0 0-1-15,0 0-11 0,0 0 7 0,0 0-1 16,-1 0 5-16,1 0 7 0,-18 7-2 0,18-7 2 16,-1 0 0-16,-15 3 11 0,16-3-3 0,-1 0 2 0,-18 4-2 15,19-4 2-15,-16 2-10 0,7-2 4 0,-1 0-5 32,1 0 4-32,-4 0 1 0,1 1-4 0,-1 1 1 15,-2-1 0-15,2 1-1 0,-1-1 0 0,1 0-2 16,0 1 2-16,-1-1 0 0,0 1 0 0,0 0 0 0,0-1-1 15,1 1-1-15,0 0 6 0,1 0-4 0,-1 0 7 16,1 0-2-16,0 0-2 0,0 0 2 0,1 0-5 0,2 0 4 16,1 1-4-16,0-2 4 0,1 1-1 0,2 0 0 15,5-2 3-15,0 0-3 0,0 0 4 0,-1 0-5 16,-18 9 8-16,19-9-6 0,0 0 14 0,0 0 0 16,-1 0-2-16,0 0 1 0,1 0 0 0,0 0-2 0,0 0 1 15,-1 0-1-15,0 0 0 0,1 0-15 16,-1 0 5-16,1 0-8 0,0 0-5 0,-1 0-18 0,1 0-5 15,-1 0-5-15,1 0-30 0,0 0-58 16,-1 0-10-16,1 0-21 16,-1 0-102-16,1 0-401 0</inkml:trace>
  <inkml:trace contextRef="#ctx0" brushRef="#br0" timeOffset="27724.15">3738 3523 1608 0,'0'0'340'15,"0"0"-149"-15,0-1 174 0,-1 1-413 0,1-1-1 16,-1 1-15-16,1-1 10 0,0 1 2 0,0 0 3 0,0-1 22 16,0 1 19-16,0-1 1 0,0 1 5 15,1-1 2-15,15-14 0 0,-16 15 1 0,1 0-1 0,-1 0 0 16,17-8 13-16,-17 8 3 0,1 0 5 0,-1 0 12 0,1 0-4 31,19-4 3-31,-20 4-4 0,0 0 5 0,0 0-1 0,22 0-5 0,-22 0 3 16,1 0-15-16,20-1-13 0,-11 1 4 0,0-1-7 0,-1 1 5 0,3-1-3 15,-2 1 1 1,2 0-2-16,3-1-8 0,0 1 11 16,-2 0-6-16,0 0 7 0,-1 1-1 0,1-1 4 15,-1 0 5-15,0 0-2 0,0 1 10 0,0-1 6 0,0 0-2 16,-1 0 4-16,1-1 3 0,-1 1-3 0,1-1 3 15,-2 0-4-15,1 1 1 0,1-1-8 0,-1 0-4 16,1 1-1-16,-1 0 2 0,-1 0-9 0,-1 0 7 0,0 0-9 16,0 0 5-16,-2 0-1 0,1 0-2 0,-1 1 1 15,-1 0 3-15,1-1 3 0,-1 1 5 0,0-1-2 0,0 0 4 16,0 0 4-16,1 0 0 0,-2-1 1 16,-5 1-2-16,0 0-5 0,1 0-1 0,17-3-2 15,-18 3-11-15,1 0-1 0,-1 0-1 0,17-1 1 0,-17 1-1 16,0 0-3-16,0 0-1 0,18 0 0 0,-18 0-2 15,0 0-2-15,0 0 0 0,17 0-1 0,-17 0 2 0,1 0-7 16,-1 0-22-16,17-2 1 0,-17 2-123 0,0 0-112 31,1 0-39-31,0 0 93 0,20-17 1262 0</inkml:trace>
  <inkml:trace contextRef="#ctx0" brushRef="#br0" timeOffset="32549.7">5801 3506 1325 0,'0'0'343'0,"-1"0"129"16,1 0-47-16,0 0-498 0,0 0-75 0,-1 0 74 16,0 0 6-16,1 0 38 0,-1 0 32 0,1 0-2 15,0 0 0-15,-1 0 0 0,0 0 15 0,1 0 8 0,0 1-1 16,0-1 3-16,0 1 6 0,0-1 14 0,0 0 4 16,0 17 2-16,0-17 6 0,0 0-10 0,0 0 0 15,1 0-3-15,15 9-1 0,-16-9 11 0,0 0-6 0,0 0 7 16,1 0-11-16,18 3-13 0,-19-3 2 15,1 0-7-15,16 0-16 0,-8-1 3 0,-1-1-9 0,3 1 6 16,1-2-10-16,0 1 2 0,1 1 0 0,-1-1-1 16,2 0-7-16,-1 0 6 0,0 1 0 0,0 0 4 15,1-1 7-15,-2 1 7 0,1 0 1 0,0-1 2 32,1 1-2-32,1 1 10 0,0-2-6 0,0 1 7 0,2-1-13 15,-1 0 4-15,2 0-7 0,0-1 4 16,-1 1-11-16,2 0-7 0,-1-1 7 0,1 1-7 0,-1 0 1 0,0 0 5 15,-2 1-8-15,1 0 6 0,-1 0-4 0,-1 1 7 16,2-1 10-16,-2 1-2 0,0 0 24 0,0 0-11 16,0 1 0-16,-2-1-2 0,1 0 1 0,0 0-3 15,0-1-5-15,1 1 1 0,-3 0-6 0,1 0 0 16,2 1 1-16,-2-1-2 0,2 1-8 0,0-1 3 16,-1 1-3-16,-1 0 3 0,0-1-7 0,0 2 3 0,-2-1 1 15,1 0 0-15,-1 1-1 0,1-1-2 0,-1 0 2 16,0-1-1-16,-1 0 10 0,0 0 10 0,0-1-4 0,0 0 5 15,-1 0-11-15,2 0-4 0,-1 0 1 0,1 0-3 16,1 0-7-16,0 0 3 0,-1 1-5 0,0-1 5 16,-1 1-2-16,0 0 2 15,-1 1 0-15,-2 0 0 0,0 1 0 16,-1-1-3-16,-6-1 2 0,1 0-2 0,-1 0 1 16,16 9 0-16,-16-9 1 0,0 0-1 0,0 0 1 15,1 0 0-15,0 0-3 0,-1 1 0 0,0-1-29 16,0 1-62-16,13 16-7 0,-13-17-24 0,0 0-74 15,0 0-124-15,-1 0-26 0</inkml:trace>
  <inkml:trace contextRef="#ctx0" brushRef="#br0" timeOffset="38763.11">7294 4736 1632 0,'0'0'139'15,"0"0"-57"-15,0 0 69 0,0 0-152 0,0 0-3 0,-1 0-6 0,1 0 5 16,-1 0-1-16,1 0 4 16,0 0 0-16,0 0 5 0,0 0 0 0,0 0 2 0,0 0-3 15,0 0 3 1,0 0 1-16,0 0 1 0,0-1 12 0,0 1 27 16,0-1 1-16,0 1 9 0,0-1 5 0,0 1-5 15,0 0-1-15,0-1-1 0,0 1-3 0,0-1-9 16,0 1-1-16,1-1-3 0,-1 1-13 0,1-1-7 15,16-6-1-15,-17 7-1 0,0 0-7 0,1 0 0 16,-1 0-2-16,18 2 1 0,-18-2-2 0,0 0 2 16,1 0 0-16,17 2 1 0,-18-2-2 0,0 0 0 15,18 1-2-15,-18-1 1 0,0 0 0 0,21 2 7 16,-20-2-3-16,-1 0 4 0,21 3-2 0,-12-2 0 0,-1 0 2 16,2 0-1-16,-3-1 0 0,2 1-2 0,-1 0-1 0,1-1 1 15,-1 2 5-15,1-2-4 0,0 0 1 16,0-1-2-16,0 1-5 0,-1 0 10 0,1 0-8 0,1 1 8 15,-1-2-7-15,2 2 3 0,-1-1 1 0,0 0-1 16,0 1-5-16,-1 0-2 0,0 0 3 0,0 0-3 0,0 0 4 16,2-1-3-1,-1 1-5-15,1 2 3 0,-1-2-1 0,0 1 2 16,-1 0 0-16,2-1 0 0,-1 1-3 0,-1-1 2 16,1 1 0-16,-1 0-1 15,0 1 0-15,1-1 4 0,0-1 1 0,-1 1 2 0,1-2-1 16,-1 1 3-16,2 0 0 0,0-1-1 0,-2 1-7 15,1-1 8-15,-1 0-3 0,0 1 5 0,1-1-6 0,1 1-1 16,0-1 1-16,-2 0-1 0,0 1-1 0,0 0-1 16,0 0 1-16,0 0-1 0,1 0-3 0,-2 0 2 15,0 0 0-15,-1 0 2 0,1-1 2 0,0 1 3 16,-1-1-4-16,0 1 5 0,1-1 4 16,-1 1-3-16,1-1 4 0,0 0-4 0,-1 0 3 0,0 0-13 0,0 0 7 15,0 0-7-15,-2 0 9 0,2-1-2 0,-1 1-4 16,1-1 2-16,-7 1-6 0,0 0 7 0,0 0-4 15,21 0 5-15,-21 0 2 0,0 0-6 0,1 0 4 0,16-1-5 16,-17 1 1 0,0 0-4-16,0 0-2 0,1 0 0 0,-1 0 5 0,16 2-5 0,-16-2 3 0,0 0-4 15,0 0-4-15,0 0-50 0,0 0-8 0,0 0-20 32,0 0-82-32,0 0-94 0,0 0-23 0,0 0-55 0,-12 6-419 15</inkml:trace>
  <inkml:trace contextRef="#ctx0" brushRef="#br0" timeOffset="42451.35">10562 4778 1878 0,'0'0'125'0,"0"0"-11"15,0 0-2-15,0 0-77 0,0 0-44 0,0 0-24 16,0 0 6-16,0 0-5 0,0 0 21 0,0 0 2 0,1 0 0 15,-1 0 1-15,1 0 6 0,-1 0 4 0,17 4 2 0,-17-4 1 16,0 0-3-16,1 0 33 0,-1 0-5 0,1 0 16 16,0 0 1-1,-1 1 7-15,0-1-1 0,1 1 4 0,16 10-3 16,-17-11-10-16,0 0 3 0,0 0-5 0,0 0 0 16,0 0-12-16,17 3 1 0,-17-3-6 0,0 0-8 15,1 0-10-15,18 1 1 0,-19-1-3 16,0 0-4-16,1 0 9 0,19 0-6 0,-20 0 8 15,0 0-3-15,16 1 4 0,-16-1 1 0,1 0 0 0,-1 0-2 16,1 0 9-16,20 2 0 0,-21-2 4 0,0 0 8 16,0 0-7-16,19 0 2 0,-19 0-6 0,1 0-2 0,-1 0-6 15,20-1 3-15,-20 1-4 0,0 0 2 0,18-3-4 16,-18 3-4-16,1 0 2 0,20-5-3 0,-21 5-3 16,0 0 4-16,20-6-5 0,-20 6-2 0,0 0 5 15,18-6-3-15,-18 6 5 0,1 0-4 0,15-4 0 16,-16 4 0-16,0 0 1 0,1 0 0 0,19-2 1 15,-20 2-3-15,1 0 3 0,-1 0-8 0,20 0 3 0,-20 0 0 16,1 0 2-16,18 2 0 16,-19-2 3-16,0 0 1 0,18 0 0 15,-18 0 1-15,0 0-2 0,20 0 1 0,-20 0-1 0,0 0 1 0,17 0 3 0,-17 0-3 0,0 0 3 16,18 1-6 0,-18-1 8-16,0 0-3 0,1 0 5 15,19 1-7-15,-20-1 2 0,1 0 0 0,-1 0 2 16,20 3-2-16,-20-3-4 0,1 0 0 0,-1 0 0 0,21 2 4 15,-21-2 2-15,0 0-1 0,0 0 2 16,21 2 3-16,-21-2 2 0,1 0 0 0,-1 0 2 0,19 0-1 16,-19 0 0-16,1 0-1 0,-1 0 1 0,0 0 0 15,16 1-6-15,-16-1 0 0,0 0-3 0,0 0-2 0,1 0 1 16,-1 0-1-16,1 0 0 0,-1 0-6 0,1 0 6 16,0 0-4-16,14 6 4 0,-15-6-5 0,0 0-2 15,0 0 4-15,0 0-3 0,0 0 3 0,0 0-2 16,0 0-2-16,0 0 1 0,0 0 0 0,0 0-18 0,0 0-10 15,0 0-7-15,0 0-69 0,0 0-67 16,0 0-10-16,0 0-21 0,0-1-57 0,-19-12-159 0</inkml:trace>
  <inkml:trace contextRef="#ctx0" brushRef="#br0" timeOffset="45330.23">6684 5231 1468 0,'0'0'99'0,"0"0"-9"0,0 0-3 0,-1 0-40 0,-18 13-37 16,19-13 35 0,0 0-9-16,0 0 15 0,-1 1-22 15,1-1 7-15,-16 16 5 0,16-16 2 0,0 0 30 0,0 0-1 16,0 1 5-16,0-1-3 0,0 1 7 15,0-1-12-15,0 1-3 0,0-1-3 0,-1 0-20 0,1 1-2 16,-7 15-1-16,7-16 0 0,0 0 7 0,0 0-12 16,1 0 4-16,-1 0-7 0,1 0 6 0,20 8-5 15,-21-8 4-15,0 0-4 0,23-3-2 0,-14 1-2 16,0 0-3-16,2-1 0 0,-1 1-10 0,0-1-4 0,2 0-1 16,0 0 0-16,0 0-1 15,1 0-2-15,0 1 0 0,-1-1 0 0,2 1 2 0,-1-1 1 0,0 0 2 16,0 0-1-16,-2 0 3 0,3-1-6 15,0 1 5-15,0 0-6 0,1-1-1 0,0 1 0 0,0-1-3 0,0 1 2 16,1 1-3-16,0 0-3 16,-1 1 0-16,1-1 0 0,0 1-1 0,-1 0 10 15,0 1-3-15,0 0 6 0,0 1-2 0,-2-1 7 0,1 1 0 0,-1-1 3 0,0 1 2 32,0 0-1-32,-1 0-5 0,0 0 2 0,0 0-11 0,0 0 4 15,-1 1 1-15,1 0 0 0,-2-1 1 16,-1 2-5-16,-1-1 5 0,0 1-6 0,0-1-6 0,-2 0 0 15,0 0 0-15,-6-2 1 0,1 0 4 0,-1 0-11 16,1 0-6-16,16 7-6 0,-17-7-75 0,0 0-140 16,0 0-33-16,0 0-55 0,0 0-327 0</inkml:trace>
  <inkml:trace contextRef="#ctx0" brushRef="#br0" timeOffset="50181.1">3614 5624 1438 0,'0'0'367'0,"0"-1"-138"0,0 1 182 0,0-1-368 0,0 1-12 16,0-1-20-16,0 1-17 0,0 0-3 0,0-1-3 16,0 1-12-16,0-1 14 15,0 1 2-15,0-1 6 16,0 1 5-16,1 0-4 0,-1 0-2 0,16 0-2 0,-16 0 5 15,0 0 4-15,0 0 2 0,1 0 2 16,-1 1 13-16,1-1-4 0,11 16 6 0,-12-16-6 0,0 0 11 0,0 1 3 16,0-1 3-16,0 1 0 0,1-1-1 15,9 17-3-15,-10-17-8 0,0 0 4 0,0 0-12 0,0 0 4 16,0 1-3-16,10 15 1 0,-10-16-10 0,1 0 1 16,-1 1 1-16,19 13-2 0,-19-14-2 0,0 0 1 15,21 11-1-15,-12-6 2 16,1 0 5-16,0-1-6 0,1 1 4 0,0-1-4 0,0-1 4 0,1 0 10 15,0 0-3-15,-1 1 5 0,1-2 0 0,1-1 7 16,0 1 4-16,-1-1 0 16,1 0 1-16,-1 0-1 0,-1-1-3 0,2 0 2 15,-1 0-5-15,1-1 3 0,-1 1-4 0,1-2 2 16,-1 2-8-16,0-1 1 0,0 1-1 0,0-1 1 0,0-1-5 0,1 1 2 0,1 0-1 0,-1-2 1 31,0 1-9-31,1 0 8 0,-1-2-6 0,-1 2 6 16,2 0-7-16,0 0-2 0,1-1 4 0,-1 2-4 0,-1 0 1 0,-1 0-2 15,0 0-2-15,-1 0 0 16,1 0 0-16,-2 1-1 0,2 0 1 0,-2 0-2 0,0 1 0 16,0 0 5-16,0-1-2 0,0 1 1 0,0 1-5 15,0-1 0-15,0 0 2 0,1 0-1 0,-2 0 3 0,1 1-2 16,0-2 4-16,0 2-4 0,0-1 3 0,-1 0 2 16,-1 0-7-16,0 1 6 0,-1-1-7 0,0-1 2 15,-1 2 3-15,1-1-2 0,-2 0 3 0,-5-1-5 16,0 0-1-16,1 0 0 0,16 8-6 0,-17-8-76 15,0 0-14-15,1 0-34 16,0 0-160-16,-1 0-211 0,0 1 785 0</inkml:trace>
  <inkml:trace contextRef="#ctx0" brushRef="#br0" timeOffset="51582.9">6568 6227 2584 0,'0'0'213'15,"0"0"-85"-15,0 0 103 0,0 0-270 0,0 0 0 0,13 4-20 0,-2 3 43 16,1 1-4-16,-1 2 15 0,1 2-1 0,-2-5 3 15,2 6 1-15,1 1-1 0,-1 1-1 0,1 1 7 16,-2 2 3-16,0-1 4 0,2 0 21 0,-2 0 0 16,2 0-1-16,0 0 0 0,0-1-15 0,1 0 0 15,0-1 2 1,-1 1-1-16,0-1 8 0,-2-2 14 0,0 0-3 16,-2-1 7-16,0-1-1 0,-1-1 5 15,-1-1-2-15,0 0 1 0,-1-1-20 0,-1-2-2 0,0 0-8 16,-5-6 4-16,0 0-8 0,0 0-5 0,0 1 0 15,1-1-5-15,0 1-26 0,-1-1-40 0,0 0-5 0,1 1-15 16,-1-1-38-16,1 1-43 0,-1-1-6 0,0 0-18 16,1 0-77-16,4-10-460 0</inkml:trace>
  <inkml:trace contextRef="#ctx0" brushRef="#br0" timeOffset="51802.09">6909 6161 3067 0,'0'0'136'0,"0"0"103"0,0 0-193 0,0 0-37 15,0 0-1-15,0 0-8 0,0 1 7 0,-8 17-8 16,5-9 5 0,-1 3-4-16,-1 2 2 0,-1 5-1 0,-2 2-1 0,-2 2-1 0,-3 4-6 0,-3 2-2 0,-2 2 0 31,-4 1-5-31,-3 0-63 0,0 2-95 0,-2 1-30 15,0 1-29-15,-1 2-192 0</inkml:trace>
  <inkml:trace contextRef="#ctx0" brushRef="#br0" timeOffset="115795.05">6487 4710 905 0,'3'-4'57'0,"3"1"-18"0,1 0-1 0,3 1-24 16,2 0-34-16,2-2-292 0</inkml:trace>
  <inkml:trace contextRef="#ctx0" brushRef="#br0" timeOffset="117260.03">7195 4733 1787 0,'0'0'80'0,"0"0"-64"0,0 0-5 0,0 0-12 16,0 0 11-16,0 0 2 0,0 0-3 0,0 0 3 16,0 0-11-16,0 0 16 0,0 1-9 0,0-1 10 15,0 1-6-15,0-1 14 0,0 1 3 0,0 15 3 0,0-16 1 16,0 0 5-16,0 0-7 0,0 0 6 0,1 1-9 15,-1-1 9-15,1 0-1 0,0 1 2 0,-1-1-5 0,16 13-6 16,-16-13-1-16,1 0-2 0,-1 0-6 0,0 0 2 16,20 6 4-1,-20-6-3-15,0 0-6 0,16 3-1 0,-16-3-10 0,1 0 6 0,20 2-11 0,-20-2 1 16,16 2 4-16,-8 0-1 0,1-1 1 0,-1 1-3 16,2-1-1-16,-2 0 0 0,1 1 0 0,1 0 0 15,-2-1 3 1,2 1-1-16,1 0-2 0,-2-1 0 0,2 0 0 0,-2 0 1 0,1 0-1 15,-1-1 2-15,0 1 0 0,-1-1 1 16,-3 0 7-16,0 1-5 0,-6-1 4 0,0 0-4 16,1 0 1-16,16 1 4 0,-17-1 0 0,0 0 1 15,0 0 2-15,0 0-4 0,0 0 4 0,0 0-3 16,0 0 8-16,0 0-6 0,0 0-2 0,0 0-1 16,-1 0-2-16,1 0 1 0,-20 7 3 0,20-7-1 15,-1 0-4-15,-17 4 0 0,18-4-2 0,0 0 2 16,-17 4-2-16,17-4 4 0,-1 0-5 0,-17 2 5 0,18-2-3 15,-1 0 1-15,1 0 3 0,-19 3-1 0,19-3 2 0,-1 0-1 16,1 0-5-16,0 0 2 0,-1 0-5 16,-18-3 8-16,19 3-4 0,0 0 4 0,0 0-14 0,0 0 8 15,0 0 1-15,0 0 2 0,-1 0-9 0,-15-4 6 16,16 4-2-16,0 0 3 0,0 0-8 0,0 0 7 16,0 0-3-16,0 0 6 0,0 0-4 0,0 0-4 15,0 0 0-15,0 0-2 0,0 0 0 0,0 0-7 16,0 0 5-1,0 0-5-15,0 0 6 0,0 0-4 0,0 0-1 0,19 0 0 16,-19 0 9-16,0 0-4 0,17 4 4 0,-17-4-3 16,14 3 3-16,-6-2 6 0,1 0 1 15,-1 0 3-15,1 0 4 0,1 0-6 0,0 0 3 16,0 0-5-16,1 0 1 0,1 0 5 0,-2-1-4 0,1 0 4 16,0 0-7-16,-1-1 5 0,0 1-2 0,0-1 3 15,-1 0 0-15,0 0 0 0,0 1 5 0,1 0-4 16,-3-1 1-16,-1 0 0 0,1 1-7 0,-7 0 5 0,0 0 3 0,0 0 8 15,1 0 5-15,-1 0-1 16,0 0 5-16,1 0-4 0,-1 0-1 0,1 0-2 16,-1-1-10-16,1 1 0 0,0-1-5 0,-1 1 2 0,0 0-2 15,0-1-8-15,0 1 0 0,-1-1-3 16,0 1-12-16,1-1-16 0,-18-7-9 0,18 8-7 0,0 0-66 0,0 0-65 16,-1 0-8-16,-15 3-29 0,16-3-121 0</inkml:trace>
  <inkml:trace contextRef="#ctx0" brushRef="#br0" timeOffset="118498.12">10423 4762 1983 0,'0'0'86'15,"0"0"-36"-15,0 0 43 0,0 0-92 0,1 0 1 16,0 0 0-16,16-2-4 0,-17 2-3 0,0 0-1 16,16 5 4-16,-16-5 6 0,0 0-2 0,17 3 4 0,-9-1-3 15,0-1 20-15,1 0 3 0,-2 0 7 0,1-1 22 16,1 0 5-16,-1 1-2 0,0-1 1 15,0 0-11-15,0 0-5 0,0 0 1 0,0 0-3 0,-1 0-5 0,1 0-9 16,0 1-1-16,0 0-3 0,0 0-4 0,0-1-9 16,2 1 1-16,-2 0-5 0,1 1 0 0,0-1 3 15,0 1-3-15,0-1 3 0,0 1-5 0,1-1 10 16,0 1 2-16,2-1 3 0,-1 0 9 0,0 0-2 16,2 0-3-16,-2 0 1 0,1 0-6 0,-1 0-3 0,0-1 3 15,0 2-3-15,-1-2-5 16,1 2 4-16,-1-1-6 0,0 0 4 15,0 0-10-15,-1 0 7 0,0 1-2 0,1 0 3 0,-1 0 4 0,1-1-5 0,-1 1 5 0,0 0-4 32,-1-1 5-32,2 1 4 0,0-1-1 0,-1 0 2 15,-1 1 4-15,-1-1-8 0,1 0-2 0,-2 0-1 16,0 0 0-16,0 0-5 0,-6-1 4 0,0 0-6 16,1 0-5-16,17 4 3 0,-18-4-3 0,0 0 3 15,0 0-1-15,1 0 2 0,-1 0 3 0,16 5 0 0,-16-5-5 16,0 0 6-16,0 0-5 0,0 0 6 0,1 0-1 15,-1 0-4-15,1 0-2 0,-1 0 0 0,0 0-1 16,0 0-2-16,0 0 0 0,0 0-4 0,0 0-7 0,0 0-14 16,0 0 1-16,0 0-8 0,0 1-24 0,0-1-25 15,0 1-11-15,-1 16-7 0,1-17-73 0,0 0-108 16,0 0-42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4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8354 0 0,'0'0'5781'0'0,"1"0"-5528"0"0,0 0 205 0 0,-1 0-139 0 0,23-3 1420 0 0,-19 3-1065 0 0,2 1 71 0 0,15 2 63 0 0,0-1 0 0 0,1-1 0 0 0,35-2 0 0 0,17 1 457 0 0,160-7-180 0 0,-152 2-638 0 0,92 5 1 0 0,-30 9 826 0 0,196 18-342 0 0,50-6-173 0 0,-151-15-537 0 0,66 4 17 0 0,-122-5 84 0 0,-177-5-319 0 0,331 19 1048 0 0,-316-17-1019 0 0,1 1 0 0 0,-1 1 0 0 0,38 13-1 0 0,-10 6-4084 0 0,-37-16-531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22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13099 0 0,'0'0'1100'0'0,"0"-1"-1067"0"0,0 0-113 0 0,0 1 63 0 0,1-2 10 0 0,0 1-1 0 0,0-1 1 0 0,0 1-1 0 0,1-1 1 0 0,-1 1-1 0 0,0 0 1 0 0,1-1-1 0 0,-1 1 1 0 0,0 0-1 0 0,1 0 1 0 0,0 0-1 0 0,-1 0 1 0 0,3-1-1 0 0,1 0 9 0 0,-1-2 24 0 0,2 1-177 0 0,11-7 255 0 0,-12 8 36 0 0,4-7 3971 0 0,9-6-3895 0 0,-13 11-54 0 0,1 3-61 0 0,0 0-1 0 0,0 0 1 0 0,0-1 0 0 0,0 0 0 0 0,5-2-1 0 0,-3 1 80 0 0,0 0-1 0 0,-1 1 0 0 0,1 0 0 0 0,11-1 1 0 0,97 4 2733 0 0,-98 0-2691 0 0,-1 0-1 0 0,1 2 0 0 0,33 8 1 0 0,-15-2 102 0 0,115 13 89 0 0,-31 5-59 0 0,-103-22-67 0 0,-1-2 1 0 0,2 0-1 0 0,26 2 1 0 0,57 7 862 0 0,-96-11-1099 0 0,1 0 92 0 0,15 5-667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25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38 13899 0 0,'0'0'42'0'0,"-19"-5"1831"0"0,12 5-1035 0 0,3 1-202 0 0,3-1-811 0 0,0 0-111 0 0,0 1 144 0 0,7 4 766 0 0,-1-3-432 0 0,-1 0 0 0 0,1-1 1 0 0,0 0-1 0 0,0 0 0 0 0,0-1 0 0 0,-1 1 0 0 0,1-1 1 0 0,7 0-1 0 0,7-1 341 0 0,-1 0 0 0 0,1 2 0 0 0,-1 0 1 0 0,27 5-1 0 0,-25-2-476 0 0,-1-2 1 0 0,1 0 0 0 0,27-2-1 0 0,7-5 303 0 0,114-6 955 0 0,-165 11-1204 0 0,0 0-1 0 0,0-1 0 0 0,-1 1 1 0 0,1 0-1 0 0,0-1 0 0 0,-1 0 1 0 0,1 1-1 0 0,0-1 0 0 0,-1 0 1 0 0,4-2-1 0 0,-5 2-15 0 0,1-1 477 0 0,-9-3-337 0 0,-44-2-108 0 0,-7 0 52 0 0,43 2-236 0 0,-1 2-1 0 0,1 0 0 0 0,-22-1 1 0 0,44 11-201 0 0,31 18-2045 0 0,11-2-5399 0 0,-27-16 1165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9:04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9130 0 0,'0'0'5000'0'0,"10"-7"-526"0"0,3-12-4426 0 0,-3 8 584 0 0,-9 10-613 0 0,0 0 0 0 0,0 0 0 0 0,0 0 0 0 0,0-1 0 0 0,-1 1 0 0 0,1 0 0 0 0,0 0 0 0 0,-1 0 0 0 0,1-1 0 0 0,0 1 0 0 0,-1 0 0 0 0,1-1 0 0 0,-1 1 0 0 0,0 0 0 0 0,1-3 0 0 0,6 5 133 0 0,9 1-124 0 0,-12-1 42 0 0,4-1 491 0 0,39 2 185 0 0,-42-1-712 0 0,1-1 190 0 0,67 10 471 0 0,-68-9-651 0 0,2-1 109 0 0,11 0-149 0 0,-14 0-4 0 0,3 0 139 0 0,36-4-52 0 0,-39 3-31 0 0,2 1 64 0 0,0-3-114 0 0,3 3 0 0 0,26 0 42 0 0,-10 2 7 0 0,-9-2-57 0 0,0-1-1 0 0,0 2-1 0 0,27 3 1 0 0,-23 0 0 0 0,-16-3-12 0 0,2-1 25 0 0,1 3-6 0 0,44-1 60 0 0,-9-1-59 0 0,-16 3-5 0 0,-8 0 13 0 0,20 1 70 0 0,-8-2-76 0 0,-25-3-5 0 0,-1 0 0 0 0,1 0 0 0 0,0-1 0 0 0,-1 1 0 0 0,1-1 0 0 0,5-1 0 0 0,-4 0 5 0 0,0 1-1 0 0,0 0 1 0 0,0 0-1 0 0,0 1 1 0 0,0 0 0 0 0,1 0-1 0 0,-1 0 1 0 0,0 1-1 0 0,0 0 1 0 0,9 2-1 0 0,15 3 4 0 0,-20-5 13 0 0,-1 0 0 0 0,1-1 0 0 0,0 0 0 0 0,-1-1 0 0 0,1 0 0 0 0,-1 0 0 0 0,10-3 0 0 0,-11 2-19 0 0,1-1 9 0 0,-1 1-2 0 0,0 0 0 0 0,0 1 1 0 0,0 0-1 0 0,0 0 1 0 0,15 0-1 0 0,-9-1 48 0 0,0 0 0 0 0,0-1 0 0 0,-1-1 0 0 0,19-7 0 0 0,25-7 29 0 0,-53 16 973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6:21:02.29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11080 3069 758 0,'0'0'59'0,"0"0"-7"15,0 0 11-15,0 0-25 0,0 0-19 0,0 0-19 16,0-1-1-16,0 1-6 16,0 0 1-16,0-1 42 0,1 1-7 0,-1-1 20 15,1 1-1-15,0-1 10 0,-1 1-1 16,0-1 3-16,0 1 0 0,1 0-2 0,0-1 7 15,-1 1-6-15,0-1 4 0,16-10-19 0,-16 11-4 0,0 0-3 16,0 0-2-16,0 0 6 0,0 0 2 0,1 0-2 16,0 0-16-16,-1 0-9 0,0 0-3 0,1 0 1 15,-1 0 3-15,16 12-1 0,-16-12 4 0,0 0-3 16,0 0 7-16,1 0-5 0,15 9-2 0,-16-9 0 16,0 0-2-16,17 5 4 0,-17-5-3 0,1 0 3 15,17 4-1-15,-18-4-3 0,1 0 6 0,18 4-4 16,-19-4 7-16,1 0-7 15,17 5 2-15,-18-5-4 0,0 0 1 0,20 6-5 0,-20-6 0 0,0 0-1 0,23 4-1 0,-13-3-1 16,-1 0 1-16,0 0-1 0,3 0 4 0,-2 0-5 31,2 1 3-31,-2-1-3 0,0 0 9 0,1 0-5 0,-1 0 4 16,1-1-4-16,1 2-3 0,-2-2 5 16,2 1-3-16,-1 0 4 0,0 0-6 0,0 0-5 15,0 0 0-15,-1 0-2 0,1 1 11 0,0-1 3 16,-1-1-1-16,2 2 2 0,-2-2-3 0,2 1-10 0,1 0 8 15,-1-1-8-15,-1 1 5 0,1 0-5 0,-2 0-2 16,3 0 1-16,0 0-5 0,0 0 3 0,-2-1-3 0,0 1 4 16,0 0 4-16,-1 0-1 0,1 0 0 0,-1 0-1 15,-1 0 3-15,2-1-2 0,-1 1 0 0,0 0 0 16,0 0 4-16,0-1-2 16,0 1 5-16,-1-1-4 0,1 0 2 0,0 0-6 0,-1 0 2 0,0 0-2 0,1-1-1 0,0 0 0 31,0 1-1-31,0-1 1 0,0 1 0 0,-1 0 4 0,1-3-3 15,-1 2 3-15,0-1 3 0,1 1-4 0,0-1-2 16,-1-1-1-16,1 0 2 0,-1 0-6 16,2 1 8-16,-2-1-8 0,2 0 8 0,0 0-3 0,-1 0 0 0,-1-1 0 0,-1 1 1 15,1-1-4-15,0 1 0 0,2-1-1 0,0 1 3 0,1-1-1 32,-2 0 5-32,-1 0-2 0,0 1 12 0,-1-1 2 15,0 0-2-15,0 0 1 0,-1-1-5 0,0 1-4 16,-1 0 2-16,0 0-2 0,0-1-1 0,0 1 1 15,0-1 0-15,-1 0 1 0,-1 0 6 0,0 0-4 0,0-1 6 16,0 1-3-16,1 0 12 0,-2 0-9 0,-3 5 1 16,0-1-4-16,6-17-7 0,-6 17 4 0,0 1-3 15,7-17 5-15,-7 17 0 0,0-1-7 0,3-16 6 16,-3 17-6-16,0 0 7 0,-2-19-5 0,2 19 1 0,0 0-1 16,-2-19 8-16,2 19 0 0,0 0-1 0,-5-17 1 15,5 17-8-15,0-1-3 16,-10-17-2-16,10 18 0 0,0 0 3 0,-13-19-9 0,13 19 3 15,-1 0-4-15,-14-18 4 0,15 18 0 0,0-1-3 0,-16-17 1 0,16 18 1 16,-1 0-5-16,-18-18 3 0,12 12-3 0,-1 0 6 16,1 2-4-16,-3-2 4 0,1 1-6 0,-1 0 5 0,0-1-6 31,-1 2 5-31,-2 0-4 0,2 0 2 0,0 0 4 16,-1 0-3-16,0 1 3 0,-1-3-6 0,0 3 5 15,-2-2-5-15,3 1 6 0,-2 1-2 0,0-1 4 16,0 1-2-16,0 0 2 0,0 0-5 0,-1-1 2 15,0 1 1-15,-2 1 1 0,3-1-1 0,-1 1 0 16,0-1 0-16,1 1 0 0,-1-1-3 0,1 0 3 0,1 1-1 16,-2 0 1-16,1 0 0 0,-1-1 1 0,2 0-2 15,-2 1 1-15,0 0 1 0,-2-1-1 0,0 1 0 16,1-1 0-16,0 2 0 0,1-2-1 0,1 2 2 0,-2-1-1 16,0 0 3-16,1 1-2 0,0-1-1 0,1 1 0 0,-1 1-4 15,-1-1 3-15,-1 0 1 0,0 1 0 16,1 0 2-16,3 0-2 0,-1 0 0 0,1 1-2 15,0-1 1-15,-1 1 1 0,2-1-2 0,-1 2 1 16,-1-1-1-16,2 1 0 0,-1 0 0 0,1 0 0 0,-1 1 4 16,0 0-7-16,-1-1 4 0,0 2-8 0,0 0 8 15,1 0 0 1,0 0 1-16,2 0-1 0,0 0 1 0,1 0-2 0,0 0 2 0,0 0-3 0,0 0 3 0,0 1-5 31,1-1 0-31,0 0 0 0,0 1 9 0,2-1-7 16,-1 1 4-16,1-1-4 0,0 1 6 0,1 0-5 15,-1 0 0-15,1 1-1 0,1 0-2 0,0-1 4 16,1 2-3-16,1-2 3 0,-1 1-8 0,2 1 4 16,-1-2-3-16,2 3 3 0,1-1 1 0,0-1-12 0,0 1 3 15,0-2-7-15,0 2 3 0,-1-1 10 16,1 0 3-16,1 0 1 0,-1 1-2 0,1-1 4 0,1 0-4 16,0 0 5-16,1 0 2 0,-1 0-2 0,0-1 4 15,-2-5-3-15,0 0 0 0,1 1 0 0,13 19 0 0,-14-20 0 16,1 0 1-16,-1 1-2 0,20 16-2 0,-20-17 1 15,1 0 4-15,15 11-6 0,-16-11 2 0,1 1-5 16,16 10 4-16,-17-11 2 16,0 0-1-16,17 12 0 0,-17-12-8 0,0 0 4 0,18 14 0 0,-18-14 1 0,0 1-3 15,16 15-126 1,-16-16-13-16,1 0-53 0,-1 1-193 0</inkml:trace>
  <inkml:trace contextRef="#ctx0" brushRef="#br0" timeOffset="2505.39">3795 3500 1297 0,'0'0'118'0,"0"0"16"15,0 0 8-15,0-1-44 16,0 1-52-16,0-1-33 0,0 1-6 0,0-1-4 0,0 1-20 0,0-1 13 16,0 1-3-16,0 0 7 0,0-1 4 15,0 1 1-15,0-1-1 0,0 1-1 0,1-1-3 0,-1 1 5 0,0-1 3 0,1 1 0 16,15-9 7-16,-16 9 24 0,1 0-2 0,-1 0 11 16,1 0 17-1,18-4 13-15,-19 4 3 0,1 0 1 16,0 0-18-16,17-3-39 0,-18 3 0 0,1 0-13 15,17 0 1-15,-18 0 0 0,0 0-1 0,23 3 1 16,-15-1-6-16,1 0 1 0,2 0-2 0,-3 0 0 16,2 1 3-16,0 0-2 0,-1 0-1 0,3-1 0 0,-3 0 5 15,2-1-5-15,-1 0 5 0,2 0-6 0,-2-1 8 16,2 0 0-16,1 0 3 0,-1-2-1 0,1 1 17 0,1-2-10 16,-1 0 2-16,2 0-6 0,1-1 0 0,0 0-1 15,-1-1 2-15,1 0-2 0,-1-1 0 0,0 0-2 16,-1 0 3-16,1 1-3 0,0-1 0 0,-2-1-3 15,0 1-1-15,0-1-1 0,-1-1-1 0,0 0-2 16,0 1-1-16,1 0 1 16,-1-1 4-16,1 0-2 0,-1-2 1 0,-2 1-2 0,1-1-7 0,-2 0 11 0,1 0-7 15,-1 1 8 1,-1-2-6-16,-1 1 5 0,0 0 2 0,-1 0-1 0,0-1-6 0,-1 1 3 0,0 0-1 0,-1-1 1 16,-1 1-1-16,-1 0 2 0,1 0-3 0,-1 0 3 31,-2 0-3-31,0 0-2 0,-1 1 2 0,0 3-2 15,1-1 0-15,-3-1-2 0,0 0-1 0,1-2-1 16,-3 1-6-16,2 1 5 0,-1 0-4 0,1 0 4 0,-2-1 0 16,-1 1-5-16,1 0 7 0,0-1-5 15,-1 1 10-15,2-1-8 0,-1 2-1 0,-1 1-3 0,0-1 4 16,0 2-1-16,0-2 1 0,-1 0-2 0,-1 1-1 16,-1 0-6-16,0 2 2 0,0 1-2 0,-3-2 9 0,2 1-10 15,0 2 6-15,-2-2-8 0,2 3 12 0,-2-2-2 16,1 0 0-16,0 2 0 0,-1-1 2 0,0 1-8 15,1 1 2-15,0-1-4 0,-1 1-1 0,1 0 6 16,0 0-2-16,-1 0 4 0,0 2 3 0,0 0 0 0,0 0 2 16,1 1-2-1,1 1 1-15,0 0-1 0,0 0-2 0,1 2 1 0,1-1-11 0,-2 1 11 0,1 1-6 16,1 0 7-16,0 0-3 16,-1 0-2-16,1 0 4 0,1 0-4 15,0 1 1-15,0-1 8 0,1 1-4 0,1 0 4 16,-1-1-6-16,1 0 2 0,-1 1 1 0,0-2 0 15,1 0-1-15,1 1 3 0,-1-1 1 0,1 1 1 16,1 0 1-16,-1 0-6 0,1-1 2 0,1 1-3 16,-1-1 3-16,1-1-6 0,-1 1 4 0,1 1-3 15,0 1 6-15,1 1 0 0,0 2-2 0,0-1 1 16,-2 0-2-16,2 0 0 0,0 0 2 0,0 1-1 0,1-1 3 16,-1 0-3-16,0-1-1 0,1 1 0 0,0 0 2 15,1-1 2-15,0 1 1 0,0-1 0 0,1 0 4 0,-1-1-4 16,1 1 3-16,1-2-3 0,0 1 1 0,-1-2 2 15,2 2 0-15,0-2 2 0,0 1 1 0,1 2-4 16,-1-2-2-16,0 2-1 16,1-2 4-16,-1-1 0 0,1 1-3 15,1-1-2-15,-1 1-33 0,0 0-68 0,0 0-13 0,1 0-26 0,-1 1-132 0,1 0-536 16</inkml:trace>
  <inkml:trace contextRef="#ctx0" brushRef="#br0" timeOffset="6121.27">6928 5231 1976 0,'0'0'134'0,"0"0"1"0,0-1-4 0,0 1-83 0,10-19-48 16,-7 11-1-16,5 3-2 0,-1 0 8 0,0 0 6 0,-2 1-2 15,1 0 1-15,-2 1-1 0,-4 3 2 16,1 0-6-16,-1 0 3 0,1 0-3 0,0 0-3 0,14-9 3 15,-15 9-3-15,0 0 4 0,1 0 3 0,0 0-5 16,-1 0 7-16,19 8-6 0,-19-8 17 0,1 0-4 16,17 6 2-16,-10-5-2 0,1 0-2 0,1 0 3 15,2-1-3 1,-1-1 4-16,2 0-5 0,0-1-2 0,0-1-1 0,2 1 0 16,-2-1-7-16,0-1 3 0,1 1 2 15,-1 0-1-15,1-1-7 0,0 0 6 0,1 0-5 16,-1-2 8-16,0 0 0 0,0-1 1 15,2-1-2-15,-1 0 2 0,0-2-5 0,0 0 4 0,2 0 0 0,-1-3 1 16,-1 1 2-16,1-1-4 0,-1-2-4 0,-1 1 2 16,1 0 1-16,-1-1 13 0,-1 2 5 0,-3-1 1 15,-1 0 16-15,-2 0 7 0,-1 2-3 0,-2 1 5 16,-2 2-3-16,0-2-3 0,-2 1 1 0,-3 0-4 16,1-1-14-16,-3 1-7 0,0-1 0 0,-2-1-2 15,-1 0-15-15,-2 0-3 0,-1-1-3 0,-3 1 1 0,0 0-8 16,-2-1 1-16,-1 2-5 0,-1-1 3 0,-1 0 0 15,-1 2-1-15,-2 0 4 0,-1 2-3 0,0 1 1 0,-2 0 8 16,-2 2-1-16,2 1 4 0,0 1-6 0,1 1 1 16,2 1 0-1,-1 1 1-15,0 0 0 0,1 2-10 0,0 2 5 0,0 2-6 0,-1 1 9 0,1 2-1 16,1 0-5 0,1 4 3-16,2 2-12 0,1 3 2 0,0 1 0 0,0 3 2 15,0 2 11-15,1 1-2 0,2 1 5 16,0 2-3-16,2-1 2 0,2 2 0 0,0 0 0 15,5 0 1-15,1 0 6 0,4-2-9 0,2 0 4 16,3-2-6-16,2 1 4 0,3 0 1 0,2-1-1 16,4 2 0-16,0-2-16 0,2-1-47 0,3 0-3 0,3-1-22 15,3 0-97-15,5 0-259 0</inkml:trace>
  <inkml:trace contextRef="#ctx0" brushRef="#br0" timeOffset="16925.49">5791 3539 83 0,'0'0'625'16,"0"-1"-266"-16,-1 1 322 0,1-1-677 0,-1 1 1 0,1 0-6 16,-1-1-2-16,1 1 2 0,-1-1-3 0,1 1 7 15,0-1-7-15,0 1 4 0,-1-1-5 16,0 1-3-16,1 0 14 0,-1-1-1 0,1 1 10 0,0-1 37 16,-1 1 24-16,-6-17 0 0,7 17 6 0,0 0-2 0,0 0-10 15,0 0-3-15,0 0-3 0,0 0-20 0,0 0-14 16,0-1-2-16,0 1-5 0,1-1-8 0,-1 1-6 15,0 0 3-15,1 0-6 0,16-7-1 0,-17 7 0 16,0 0-2-16,0 0 1 0,1 0-5 0,17 7 3 16,-18-7 0-16,0 0 3 0,1 0 6 0,16 5 8 15,-17-5 0-15,1 0 1 0,15 4 3 0,-16-4-5 0,0 0 1 16,17 4-4-16,-17-4 2 0,16 2-8 0,-7 0 5 16,0-1-5-1,0 1 4-15,1 0-2 0,-1-1 3 0,0 1-1 16,0-1 14-16,-1 0-9 0,0 1 2 0,1-1-5 15,0 0 3-15,0 1-8 0,0-1 2 0,0 1-4 16,0 0-2-16,-1-1-2 0,2 1 1 0,-3-1-1 16,2 0 1-16,-1 1 0 0,0-1 1 0,1 2-1 15,-2-2 2-15,0-1 2 0,1 2-1 0,-1-2 2 0,2 0 0 0,0 2 3 16,0-2 0-16,0 0 2 0,-1 0 2 16,1 0-9-16,-2 0 1 0,1 0-3 0,0 0-4 15,0 0 0-15,0-1 3 0,0 2-2 0,1-1-1 0,-2 0-2 16,2 0 0-16,0 0 1 0,0 0 6 0,0 0-4 15,0-1 3-15,0 1-3 0,1-1 5 0,-1 0-7 16,0 1-1-16,0-1 0 16,1 0 4-16,0 1-1 0,2 0-1 0,-1 0-1 0,-1 0-7 0,0 0 8 15,-1-1-1-15,1 1 4 0,0 0-9 0,0 1 6 16,0 0-2-16,0-2 3 16,-1 0-5-16,1-1 4 0,0 0 1 0,-1 1 2 15,0-1-1-15,0 1-3 0,-1-1 1 16,0 0 0-16,1-1 4 0,0 1-1 0,0 0-1 15,-1 0 1-15,1 1 3 0,0-1-7 0,0 1 4 0,-2 0-5 16,2 0 2-16,-1 0 0 0,-1-1-2 0,2 1 1 16,-2 1 2-16,0-1-3 0,0 1 1 15,0-1-1-15,1 0 0 0,0 0-3 0,0-1 4 0,0 1-2 16,-1-1 7-16,0 1-4 0,-1-1-3 0,1 0 1 0,0 0 2 16,0 0-1-16,0-1-1 0,0 1 0 0,0 0 2 15,0-1 2-15,1 1-2 0,0 0 0 0,1 0-1 16,-1-1-1-16,-1 1 5 0,1 0-5 0,0 0-1 0,-1 0 4 15,0 0-3 1,0 0 3-16,-1 0-6 0,1-1 3 0,-1 0 2 0,-1 1 2 0,1-1 5 0,-2-1-4 16,1 1-3-1,0-1 2-15,-1 0 0 0,1-1 1 0,-1 0 4 0,1 0-3 16,-1 1 2-16,0-2-6 0,0 0 4 16,0 1-4-16,0 0 6 0,0-1 0 0,-1 2-4 15,1 0 2-15,-1-2-6 0,-3 6 3 0,0 0-3 16,0-1 4-16,1 1 2 0,11-19-7 0,-12 19 4 15,0 0-4-15,0-1 11 0,1 1-6 0,9-17 3 16,-10 17-5-16,0 0 7 0,0-1-2 0,0 1 0 0,6-20-2 16,-6 20 0-16,0-1 3 0,0 1-1 0,2-19 1 15,-2 19-2-15,0 0-4 0,2-17 3 0,-2 17-4 16,0 0 3-16,-2-19 0 0,2 19-1 0,0 0 1 16,-2-17 4-16,2 17-8 0,0-1 4 0,0-15-4 0,0 16 9 15,0-1-6-15,-3-16 1 0,3 17-3 0,0 0-1 16,-3-17 0-16,3 17 0 0,0-1 1 0,-4-15-1 0,4 16 5 15,0 0-1-15,0-1 2 0,-8-18-4 0,8 19 0 16,0 0 1-16,0-1 0 16,-9-16 6-16,9 17-6 0,0 0 3 0,-1-1-3 0,1 1-5 0,-13-20 3 15,13 20-1 1,0 0 3-16,-1-1 0 0,-12-18-5 0,13 19 2 16,0-1-1-16,-1 1 8 0,-12-21-1 0,13 21-2 15,0 0 0-15,-13-18 3 0,13 18-4 0,-1 0 0 16,-11-18-2-16,12 18-1 0,0-1-3 0,0 1 6 15,-22-20-4-15,22 20 9 0,-1-1-8 0,-18-12 2 16,19 13-4-16,-1-1 3 0,-19-11 1 0,12 6-2 0,0 1 2 16,-1-1-2-16,0 1-4 0,0-1 6 0,1 1-4 15,2 1 10-15,-1-2-6 0,2 3-2 0,-3-1 0 0,0-1 0 16,1 3 1-16,0-3-3 0,-1 3 2 16,-2-1-4-16,2-1 4 0,-1 1 0 0,0-1 1 0,1 2-5 15,-1 0 3-15,0 1 0 0,-1-2 1 0,0 2-2 16,0-2 2-16,0 1 0 0,0 0 0 0,-2 0 0 15,1 0 0-15,2 1 0 0,0-1 0 0,0 0 0 16,-1 1-4-16,0-1 2 0,0 0-1 0,0 1 3 0,0-1-2 16,0 0 1-1,-1 2 0-15,1-1 1 0,-1 1-5 0,0 0-1 0,-1-1-2 0,0 0 2 0,0 1 6 16,1 0-3 0,-1 0 3-16,0 0 1 0,0 0 1 0,-1 0 2 15,2 0-3-15,2 0-7 0,-1 0 5 0,0 1-5 16,1-1 6-16,-1 1 7 0,0 0-7 15,-1 0 2-15,1 1-4 0,-2 0-2 0,1-1 0 0,0 0 1 16,-1 2-1-16,1-2-1 0,-1 2 4 16,-1-1-3-16,0-1 4 0,1 1-2 0,0 0-1 0,0 1 3 0,1 0-2 15,0-1 1-15,0-1 1 0,1 0 0 0,0 2 0 16,-1-1 0-16,2 2 0 0,-2-1 1 0,1-1 1 16,1 2-2-16,-1-2 1 0,1 1-4 0,0 0 3 15,0 0-5-15,1 1 2 0,0 0 0 0,0 1 1 16,0 1 2-16,0 0-3 0,-1 0 0 0,1 1 0 15,0 0 2-15,1 0-1 0,-1-1 0 0,1 0 0 0,1 1 2 16,0 0-3-16,0 0 5 0,2 0-3 0,-2 0 4 16,3-1-3-16,-2 1-4 0,1 1 0 0,-1-1-2 0,1-1 3 15,1 1 1-15,0-1 0 0,0 1 1 0,1-1-2 16,0 1 1 0,-1-1-1-16,0 0 1 0,1 0-3 0,0 1 5 0,1-1-5 15,0 1 2-15,-1-1 2 16,1 0-5-16,1-6 5 0,0 0 2 0,-2 20-5 15,1-11 5-15,1 0-4 0,-1-1 10 0,1-1-8 16,0 1-1-16,0 0-3 0,1-1 6 0,-1 0-2 0,2 1 1 16,-2-1-1-16,0-1 0 0,2 1 1 0,-1-2 2 15,1 1-1-15,1 0-4 0,-1-1 5 0,-2-5-5 0,0 1 6 16,0-1-3-16,7 20 1 0,-7-20 0 0,0 0 0 16,0 1-2-16,11 17 3 0,-11-18-2 0,0 1 1 15,1-1-4-15,-1 0 5 0,13 17-1 0,-13-17 4 16,0 0-8-16,1 1 3 0,-1-1 0 0,1 1 2 15,17 13-2-15,-18-14 4 0,0 0-3 0,0 0 3 16,0 0-4-16,1 0-1 0,-1 1 2 0,18 8-1 0,-18-9 3 16,0 0-3-16,1 0 0 0,-1 0 0 0,0 1 4 0,18 11-4 15,-18-12 1-15,0 0-2 0,0 0 1 0,1 1-2 16,0-1-1-16,15 15 1 0,-16-15 6 0,0 0-3 31,1 0 1-31,0 0-2 0,16 12-5 0,-17-12 5 16,0 0-1-16,1 1 2 0,16 10-1 0,-17-11-3 15,1 0 3-15,0 1-3 0,17 13 6 0,-18-14-3 16,1 0 1-16,0 0-1 0,17 14 6 0,-18-14-8 16,1 0-1-16,0 1-2 0,18 11 9 0,-19-12-1 0,0 0 0 15,1 0-1-15,-1 1-3 0,20 11-1 0,-20-12-2 16,0 0 2-16,0 0 4 0,1 0-1 0,15 10 0 0,-16-10-1 16,0 0-12-16,0 0-116 0,0 1 8 0,0-1-51 15,0 0-33-15,0 1-87 0,0-1-47 0</inkml:trace>
  <inkml:trace contextRef="#ctx0" brushRef="#br0" timeOffset="29788.7">5965 3543 1993 0,'0'0'113'0,"0"0"-41"16,0 0-5-16,0 0-34 0,0 0-66 0,1 0 7 15,15-6-5-15,-16 6 13 0,17-1 9 0,-10-5 5 16,3 5-3-16,2 1 2 0,1 0 5 0,-1 0 5 0,0-1 11 16,-1 1-4-16,0-1 21 0,1 1 24 15,0-1-6-15,0 1 12 0,1 0-6 0,-1-1-18 0,1 2 0 0,-1 0-7 31,-1-1-8-31,2 1-2 0,-1-1-7 0,1 1 3 16,0 0-18-16,-1 0 5 0,0-1 0 0,2 0 1 16,-3-1 1-16,0 1-1 0,0 0 5 0,-1-1-3 15,1 1 5-15,0 0-4 0,-3 0 1 0,1 0-1 16,-9 0 6-16,0 0-6 0,0 0 1 0,17 2-1 0,-17-2 4 16,0 0-2-16,0 0 5 0,0 0-4 15,0 0 5-15,1 0 6 0,-1 0-1 0,0 0 3 0,0 0-5 0,0 0 0 16,0 0-2-16,0 0 2 0,0 0-4 15,0 0-1-15,-1 0-6 0,-15 2 3 0,16-2-3 0,-16 0 2 16,6 0 4-16,-2 0-4 0,0-1-3 0,-1 1 2 16,1-2-3-16,-1 2 4 0,1-1 7 0,1 1-10 15,-1-1 3-15,2 1-6 16,-2 0-3-16,1 0 6 0,0 0-6 0,1-1 6 0,0 1-5 0,0 0-1 0,0 0 3 16,1 0-4-16,-2 0-1 15,1 1 0-15,2 0-1 16,-1 0 1-16,1 1-4 0,1-1 4 0,1 0-2 15,6-1 2-15,0 0 0 0,0 0 0 0,-1 0 0 0,0 0 0 16,-15 7-9-16,16-7-3 0,0 0-3 0,0 0 2 16,0 0 0-16,0 0 3 0,1 1 3 0,-1-1-1 15,21 10-1-15,-12-9 2 0,2 0-5 0,2-1 4 16,2 1-7-16,0-1 9 0,3-1 0 0,-1 0 4 0,2 0 2 16,-1-1-1-16,2 2 0 0,-2-1 0 0,0-1 1 15,1 0 0-15,-1-1 2 0,2 1-1 16,-1 0 0-16,1 1 3 0,-2-1-2 0,-2 1 1 0,0 0-6 0,-1 1 6 15,-1 0-3-15,-2-1 7 0,0 1-7 0,-3-1 1 16,1 1-1-16,-2-1 2 0,-1 0-2 0,-7 1 8 16,0 0 0-16,1 0 6 0,-1 0 4 0,1 0 13 15,0 0-4 1,-1 0 6-16,0-1-15 0,1 1 3 0,3-18-5 0,-4 18 3 0,0 0-11 0,0-1 1 16,-20-9-1-16,12 7-1 0,-2 1-5 0,-2 0-2 0,0 1 0 15,-1 0-1 1,-2 0 1-16,1 1 3 0,-2 0 0 0,0 1 1 15,1 0-4-15,0-1 0 0,-1 1 0 16,1 0 0-16,1 1 3 0,1-2-5 0,3 1 2 0,0-1-1 16,0 1 4-16,-1-1-3 0,2 1-1 0,-1 0 0 15,0 0 6-15,2 0-6 0,-1 0 5 0,1 1-7 16,2 0 3-16,0-1 0 0,6-1-1 0,0 0 0 16,0 0-5-16,-1 0-3 0,0 0-1 0,1 1-1 15,-1-1-4-15,1 0-11 0,0 1-3 0,0-1-1 0,3 17 4 16,-3-17 10-16,16 3 3 0,-7-1 1 0,3 0 0 0,0 1 7 15,1-1-1-15,0 0 2 16,1 0 2-16,0 0 0 0,1 0 0 0,1 0 1 0,1 0 4 0,-1-1-2 16,1 0-1-16,-1 1 0 0,0-1 2 0,0 1-4 15,-2-1 3-15,1 1-2 0,-2-1 4 0,2-1 0 16,-3 0-1-16,1 0 0 16,-1 0-3-16,-2 1 5 0,1-1 1 0,-1-1 4 15,0 0 1-15,-3 1 4 0,0 0-1 16,-7 0 1-16,0 0 0 0,1 0 1 0,-1 0 0 15,1 0 1-15,-1 0 3 0,1 0 6 0,-1 0 0 16,0 0 1-16,0 0-14 0,0 0-3 0,-10-6 0 16,0 4-2-16,0 0-8 0,-1 0 4 0,-1-1-4 0,0 0 4 15,-3 1-2-15,0-1 0 0,0 0 5 0,-1 1-2 16,2-1 5-16,-1 0-6 0,0 1 1 0,0-1-2 16,1 0 0-16,1 1 0 15,-2 0-2-15,0 1 3 0,2 0-3 0,1 1 1 0,2-1 0 0,1 0 0 16,2 1-5-16,1-1 6 0,0 1-4 0,6 0 3 0,0 0-6 15,-1 0 2-15,1 0-1 0,-1 0 0 0,1 0-7 16,0 0-3-16,-1 0-1 0,0 0-2 0,1 0-12 0,0 0 6 16,0 0 1-16,0 0 4 0,0 0 12 0,0 0 0 15,19 8-4 1,-19-8 1-16,1 0-9 0,21 5 6 0,-12-2 0 16,0-1 2-16,0 1-2 0,2 0-23 0,-1 1-74 15,1 0 9-15,-1 0-302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6:10:54.21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1490 2110 1500 0,'0'0'142'0,"-1"0"21"0,1 0 5 0,-1 0-61 0,1 0-53 15,0 0-22-15,-1 0 6 0,1 0-10 0,-1 0 5 16,1 0 17-16,0-1 8 0,-1 1 3 0,1 0 21 0,0 0-22 15,0 0 3-15,0 0-11 0,1 0-9 0,14 6-5 16,-15-6-8-16,1 0 4 0,15 12-15 0,-9-6-9 31,1 1 2-31,0 2-5 0,1 0 4 0,1 0-5 0,0 1-2 0,1 0 0 0,1 0-4 0,-1 1 6 16,1 0-3-16,0-1 4 0,0 2-7 0,-1-1 4 31,0-1 1-31,1 2 0 0,-1-2-1 0,1 1-2 0,0 0-1 16,0-1 0-16,2 3-1 0,-1-1 2 0,-1 0 0 15,0 1 2-15,-1-2-2 0,1 0 1 0,-2 0 3 16,0-1-1-16,-1 0 3 0,0-1-4 0,0 0-2 0,-1-1 0 16,-1-2 1-16,-1 1 2 0,0 0 2 0,0 0-1 15,1-1-2-15,-2-1 3 0,-2 0-6 0,-3-5 6 16,1 0-7-16,0 1 0 0,-1-1-10 0,0 1-5 16,1-1-97-16,-1 1-90 0,1-1-14 0,-1 0-34 15,0 1-177-15</inkml:trace>
  <inkml:trace contextRef="#ctx0" brushRef="#br0" timeOffset="316.51">1852 1898 3440 0,'0'0'21'0,"0"0"-33"0,0 0-5 16,-20 1-8-16,20-1 3 0,0 0-3 0,0 1 3 0,-15 19-1 16,9-12 17-16,-3 2 6 0,0 1-3 0,-2 2 3 15,-1 1-1-15,-1 2 2 0,-1 1 1 0,-2 2 0 16,0 0-2-16,2 1 0 0,2 0 1 0,0 2 0 16,1 0 0-16,1 2 6 0,-1 1-5 0,3 1 6 15,-2 0-3-15,2-1 1 0,-1-3 2 0,1 0-1 16,1 0 3-16,1 0-1 0,0 0-4 0,0 1 1 0,1-1-11 15,0-1 5-15,0 0 4 0,1-2 1 16,0-1-7-16,0-1 2 0,1-1-1 0,0 1-5 0,0 2-90 0,-1 0-175 16,1 2-42-16,-2-1 63 15,1-1 1112-15</inkml:trace>
  <inkml:trace contextRef="#ctx0" brushRef="#br0" timeOffset="7124.07">1349 1299 2273 0,'-8'-4'119'16,"0"0"-15"-16,1 1-3 0,0 1-107 0,7 2-9 0,0 0-6 16,0 0 2-16,-1 0-2 0,0 0 7 0,-22-6 4 15,23 6 6-15,-1 0 0 0,0 0 22 0,-17 10 4 16,18-10 2-16,-11 9 1 16,4-2 9-16,2 0-4 0,-1 3 7 0,1 1-6 0,-1 2 2 0,-2 2-8 31,1 1-5-31,-1 2 2 0,1 2-12 0,-2 0-3 15,1 3-2-15,1 3 0 0,0 3-4 0,1 1 0 0,0 0-1 16,1 1 1-16,0-1-2 0,3 1-7 0,-1 2 5 0,0 2-5 16,2 3 8-16,-1 0-4 0,1 1 1 0,1 3-4 15,-1 2 5-15,1 3-4 0,1-1 1 0,0 3 0 16,2 1 8-16,-1 2-6 0,0 0 5 0,2-1-6 16,0 1 4-16,1 0-2 0,-1 0 1 0,1-1 0 15,0 1 0-15,0-1 1 0,0-1-1 0,0-2 1 16,0-2 1-16,-2-2 3 0,2 0-1 0,-1-3 2 15,-1-4-3-15,0-2 0 0,-1 0-2 0,-1-1 1 0,-1-2 1 16,-1-2 4-16,-1-1-3 16,0-4 1-16,-1-2 0 0,0-1-5 0,0-2 8 0,-1-1-6 0,0 0 9 0,0-4-4 15,-1-1-5-15,0-4 1 0,-2-2-9 0,0 0-42 32,-1-3 5-32,0-2-20 0,-3-1-18 0,-1-2-53 0,-2-2-22 0,-2-4-16 0,-3-2-113 0</inkml:trace>
  <inkml:trace contextRef="#ctx0" brushRef="#br0" timeOffset="7448.73">679 2026 2248 0,'-6'-3'123'0,"-1"0"221"16,2 0-312-16,5 3-13 0,0 0-4 0,0 0-3 0,0 0-21 16,0-1 1-16,0 1 1 0,0-1 2 0,21-10 15 0,-11 11-10 15,2 0 3-15,1 0-4 0,2 1 11 0,0 0-4 32,0 1 5-32,1 0-4 0,-1 1 7 0,2-1 8 0,1 1-6 15,2 0 7-15,1-1-4 0,1 0 7 0,0 0 3 16,0-1 1-16,-1 1 6 0,0 0-6 15,-1-1-6-15,0 0 0 0,0 0-5 0,0-1-12 0,2 1 7 16,-2 1-11-16,-2 0 0 0,-2 0 0 16,0 0 0-16,-3 0-1 0,0 0-2 0,-1 1-28 0,-1 0-35 15,-1 0-10-15,0-1-218 0,-1-1-309 0</inkml:trace>
  <inkml:trace contextRef="#ctx0" brushRef="#br0" timeOffset="8915.82">2290 1586 2607 0,'-4'-5'72'0,"4"5"-57"15,0-1-3-15,-1 1 1 0,1-1-19 0,-1 1-5 16,1-1 5-16,0 1-4 0,-1 0-11 0,-21-6-2 0,22 6-2 15,-10 14 2 1,4-3 6-16,-3-1 10 0,1 3-1 0,0 2 4 0,-1 1-3 0,1 4 7 0,0 0-1 16,0 6 3-16,0 2-2 0,0 4 2 0,1-1-1 15,0 3 2-15,2 3 2 0,1 2 6 0,2 3-3 16,0 0 3-16,1-1-10 0,0-1 1 0,2 0 0 16,0-1 1-16,3-1-5 0,1-5 1 0,2-3 0 0,0-7 0 31,1-1-2-31,0-4 2 0,2-1-5 0,0-1 3 15,-1 0-16-15,0-4-113 0,-1-1-8 0,1-3-48 16,-1-1-143-16</inkml:trace>
  <inkml:trace contextRef="#ctx0" brushRef="#br0" timeOffset="9318.67">2318 1910 2334 0,'0'0'404'15,"0"0"-411"-15,0 0-10 0,0-17-21 16,0 17-32-16,12-9 61 0,-4 4 1 0,2 1 17 15,1 1 0-15,0 0 11 0,1 1-4 0,1 0 6 16,0 2-13-16,0 1-8 0,0 0 1 0,1 0-2 16,1 1-5-16,-1 0-5 0,0 2 3 0,0 1-4 15,-1 0 2-15,1 2 0 0,-1 1-1 0,-1 2 2 0,0 2 5 16,-1 1 3-16,0 2 1 0,0 1 2 0,-2 1-1 16,0 4 5-16,-1 0-4 0,-1 1 3 0,0 1-3 0,0 0 1 15,-1 1 4-15,1-1-3 0,0 0-4 0,1-2 6 16,2-1-7-16,-1-2 4 0,2-2-4 0,-2-4 3 15,2-2 1-15,-1-4 1 0,0 1-13 0,1-2-2 16,-1-1-3-16,0-4-1 0,-1-1-22 0,1-2-95 16,-1-1-13-16,1-3-42 15,1-4-169-15</inkml:trace>
  <inkml:trace contextRef="#ctx0" brushRef="#br0" timeOffset="9549.04">2737 1735 2930 0,'0'0'76'0,"0"0"-31"16,-1 0-95-16,-19 16 10 0,16-6 0 0,-1 6 8 16,0 1 30-16,-3 5-1 0,-1 2 6 0,-2 2-3 0,1 3 7 0,0 2-2 15,-1 2-3 1,1 1 2-16,-1-2 1 0,-1-2-5 0,-1 2 3 0,-1 0-3 0,1 1-1 0,-3-1 0 15,4-1-3-15,-1-4-7 0,0-2-87 0,2-6-110 16,0-1-18-16,1-5-38 0,1-3-174 0</inkml:trace>
  <inkml:trace contextRef="#ctx0" brushRef="#br0" timeOffset="9851.08">2962 1440 2605 0,'0'0'50'0,"0"0"-79"0,0 0 0 0,1 0-21 16,12 12 34-16,-7-3 6 0,0 4 1 0,0 4 2 16,-1 1 11-16,2 5 12 0,0 0 1 0,1 2 2 0,2 1-2 0,-1-1-8 15,2 3-3-15,-2 4 0 0,1 2-6 16,-2 5 0-16,0-1 0 0,-1-1-1 0,-2 1-1 0,-1 2 0 15,-2-2 2-15,-2 3 0 0,0-3 7 0,-3-1-3 16,-1 1 4 0,-4 0-2-16,-1 3 13 0,-3-2-1 0,-1-1-3 0,-2-1 2 0,0 0-10 0,-1 0-3 15,0 1 0-15,0-4-2 0,0-3-7 0,-1 0-288 16,-1 0-96-16</inkml:trace>
  <inkml:trace contextRef="#ctx0" brushRef="#br0" timeOffset="10165.94">3484 1949 255 0,'0'0'1157'0,"0"0"-515"0,0 0 599 0,0 0-1351 0,16 4 47 15,-4-1 6-15,2 1 59 0,2 0 5 0,2-1-1 16,1 0 2-16,-2-4-7 0,6 3-2 0,-1-1-2 0,1 0-1 16,-1-1 0-16,-1 1 0 0,1-2-1 0,-3 1 4 15,0-1 1 1,0 1-1-16,-2-1-7 0,0 0-92 0,-3-1-20 15,0 2-19-15,-1-2 8 0,-1 1-38 0,-2-1-128 16,0 1-60-16</inkml:trace>
  <inkml:trace contextRef="#ctx0" brushRef="#br0" timeOffset="10389.71">3477 2216 3119 0,'0'0'98'15,"0"0"21"-15,0 0-167 0,0 0-9 0,17 8 8 16,-1-6 1-16,3 2 61 0,2-2 4 0,1 0-3 0,3 1 2 16,2-2-12-16,2 0-6 0,1 1 3 0,3-1-4 15,-1 0 4-15,1 0 1 16,-1 0-2-16,-2 0 1 0,0 1-5 0,0-1 1 16,0 0-3-16,1-1-4 0,-2 0-86 0,-1-1-36 0,-1 0-22 0,-2-2 1 0,2 0-53 31,0-2-124-31,1-1-45 0</inkml:trace>
  <inkml:trace contextRef="#ctx0" brushRef="#br0" timeOffset="12382.3">6425 1684 2752 0,'0'0'705'0,"0"0"-586"0,0 0-132 0,0 0-66 16,0 0-17-1,17 8 75-15,-17-8-10 0,1 1 31 0,-1-1 0 0,17 19-4 0,-17-19 4 0,0 1-3 16,0-1 4-16,6 18-4 16,-6-18-2-16,0 1-7 15,0-1-59-15,0 1-64 0,-1 16-8 0,1-17-16 0,0 0-22 0,0 1-131 0,0-1-60 0</inkml:trace>
  <inkml:trace contextRef="#ctx0" brushRef="#br0" timeOffset="12566.84">6404 2042 3270 0,'0'0'92'0,"0"0"12"0,-2 21-136 0,5-8 8 16,2 2 3-16,-2 3 1 0,1 1 10 0,-3 1 2 0,1 0-6 15,-4 1-6-15,1-2-110 0,-3-4-96 0,-3 0-32 16,-2-2-26-16,-3 1-202 0</inkml:trace>
  <inkml:trace contextRef="#ctx0" brushRef="#br0" timeOffset="13515.04">9137 1362 3110 0,'0'0'67'0,"0"0"-137"16,0 0-24-16,0 0-19 0,20 10 0 0,-11-4 108 15,0 0 6-15,0 2 8 0,1-1 0 0,-2-3 2 16,4 4-2-16,0 1 2 0,2 0-8 0,-1 0-7 16,0 0 7-16,1 1-6 0,0 3 3 0,0 0 0 15,-1 3-6-15,1-1 6 0,-2 2 1 0,-1 0-5 31,0 2 4-31,1 0-6 0,-3 2 8 0,-1-1 1 0,-1 1-4 0,-3 3 1 16,1-1-3-16,-3 3 11 0,2 0 3 16,-1-1 4-16,2-2 16 0,1-2-3 0,2-1 1 0,2-3-2 15,1-1-1-15,2 0 30 0,1-4-9 0,17 11 54 16,-13-16-85-16,0-1-1 0,4-2-9 16,0-3-12-16,1-1 0 0,1-3 1 0,0-3-4 15,-1-2-30-15,-2-3-70 0,-1-2-9 0,0 0-25 16,0-2-84-16,-1-2-212 0</inkml:trace>
  <inkml:trace contextRef="#ctx0" brushRef="#br0" timeOffset="13817.63">9617 1333 3353 0,'-7'0'-106'0,"-1"1"36"0,0 2-9 16,2 0 29-16,0 2 52 0,-1 1 6 0,-3 1 3 0,1 2 0 15,-2 1 0-15,-1 2-10 0,-1 1 2 0,-2 3-3 16,-2 0 1-16,-1 5 4 0,-3 2-5 0,-3 4 5 0,0 3 0 16,-2-1 7-16,2-1 7 0,-1-2-1 15,1 0 17-15,1 1-22 0,0 2 6 0,0 0-11 16,-1 0-4-16,2-2 3 0,2-2-5 0,2-3 5 0,1-1-7 15,2-2-1-15,-1-2 1 0,2-1 0 0,1-2 6 16,1-1-38 0,-1-2-22-16,1-2-13 0,-1-2-132 0,-1-2-141 15,0-1-81-15</inkml:trace>
  <inkml:trace contextRef="#ctx0" brushRef="#br0" timeOffset="14547.71">8752 1419 1339 0,'0'0'197'0,"0"0"312"0,0 0 235 0,0 0-697 16,0 0-89-16,0 0 27 0,0 0 1 0,0 0 11 15,0 0 17-15,0 0-8 0,0 0 4 0,0 1-8 0,0-1 0 16,1 0 3-16,6 17 4 0,-7-17-1 0,0 0 2 0,0 1-9 16,-16 19 1-16,7-13-2 0,-1 3 11 15,-2 1-3-15,-1 0 1 0,-2 1-1 0,1 2 11 0,-2 0-1 32,0 2 0-32,0 0-2 0,-1-1-5 0,0-1-5 0,-1 0 2 0,1 0-3 0,0 0-4 0,0-1 6 31,1 1-4-31,2-2 5 0,0 1-1 0,2-1-4 15,1 0 5-15,1 0-6 0,1-1-2 0,1-1 3 16,2 0 0-16,0-1 3 0,3-1 9 0,1-1 5 16,0 0 0-16,3 0 2 0,1-2-1 0,2 1-5 0,0-1 3 15,3 0-2-15,1 0 18 0,2 0-6 0,2 1-1 16,1-2-2-16,2 0-14 0,3 1-6 0,-1-1 2 0,3 1-1 16,0-2 14-16,-2 1-6 0,1-1 0 15,0 1-3-15,-2 2-4 0,1-2-4 0,-2 0 0 0,-1 1-1 16,0-2 0-16,-2 2-3 0,0-1 6 0,-2 1-6 15,-1-1-1-15,-1 0-53 0,0-2-37 0,-3 1-13 16,-6-3-195-16,1 0-173 0</inkml:trace>
  <inkml:trace contextRef="#ctx0" brushRef="#br0" timeOffset="15434.27">9134 1267 1957 0,'0'0'117'16,"0"0"-84"-16,0 0 72 0,-1 0-181 0,0 0 31 16,1 0 31-16,-17 2 36 0,17-2-1 0,0 0 3 0,0 0-7 15,-1 0-8-15,1 0 5 0,0 0-5 16,0 0 20-16,0 0 15 0,0 0-4 0,0 0 7 0,0 1-8 0,0-1 12 16,0 0 2-1,0 1 3-15,13 16 12 0,-13-17-9 16,0 0 1-16,1 1-4 0,11 16 11 0,-12-17 5 15,0 1 3-15,11 16-2 0,-11-17-8 0,10 14-4 16,-3-6-8-16,2 1 2 0,0-1-20 0,2 2-7 16,1 0 1-16,2-1-5 0,0 2-14 0,1-2 0 15,0 0-3-15,1 2 1 0,-1-1-4 0,0 3 1 0,0 1-2 16,0 0 2-16,1 2-5 0,-1 0 1 16,0 1 2-16,1 1 1 0,-1 0-2 0,-2 0 0 0,2-1-1 15,-3 2 0-15,1-2-1 0,0 2 7 0,-1 0-5 16,-1 1 6-16,0 2-7 0,0-1-2 0,1 2 3 0,-1-1-2 15,0 0 7-15,-1-3-9 0,0 0 2 0,-2-3-3 16,1 1 9-16,2 0 0 0,-2-1 0 0,1 1 0 16,0-2-1-16,-2 0-4 0,1-1 4 0,-1-1-3 15,0-1 8-15,-2-1-6 0,0-1 2 0,0-2-3 0,-1 1-1 16,1-1 2 0,-1-2-4-16,0 0 3 0,0-1-1 0,-1 1 8 0,0-2-3 0,-4-4 4 0,1 0-4 15,-1 0 0 1,1 1-2-16,-1-1 0 0,18 11-5 0,-18-11 0 15,0 0 0-15,0 0-3 0,0 0-25 0,0 0-29 16,0 0-9-16,0 0-10 0,0 0-70 0,0 0-55 16,0-1-10-16,7-17-17 0,-6 8-56 0,1-4 935 15</inkml:trace>
  <inkml:trace contextRef="#ctx0" brushRef="#br0" timeOffset="16198.07">9095 1445 2514 0,'0'0'108'0,"0"0"-56"0,0 0 0 16,0-1-36-16,-3-17-30 0,3 18 34 0,0 0 4 0,0 0 5 15,0 0-4-15,0-1-10 0,-1-16-4 0,1 17-1 16,0 0-2-16,0 0-4 0,0 0 6 0,0-1-5 16,0 1 4-16,1 0 0 0,17-16-9 0,-18 16 6 15,15-2-4-15,-6 0 4 0,1 2 1 0,0 1 1 0,2 0-6 16,0 1-1-16,1 1-1 15,-1 2 0-15,1 0-5 0,-1 3-1 0,1 0 1 0,-1 3-1 0,-1 0-1 0,-1 3-1 16,1 2 0-16,-2 2 0 0,0 2-1 0,-1 1 8 16,0-1-4-16,-1 2 4 0,0-1 0 0,0 0 1 15,-1 0 3-15,1 0 0 0,-2-1 8 0,1 1-2 16,0 1 2-16,1-1-1 0,0 1 8 0,0-2 2 16,1 0-2-1,0-2 1-15,1 0-3 0,0-3-1 0,0-2-1 16,0 1-1-16,-1-1-13 0,1-1 5 0,-1 0-1 15,-1-3 4-15,1 0-1 0,-1-1-5 16,1-1 0-16,-1 0-2 0,0-2-4 0,0-1-43 0,1-1-14 16,0-1-18-16,-1-2-125 0,1 0-166 0,2-4-108 0</inkml:trace>
  <inkml:trace contextRef="#ctx0" brushRef="#br0" timeOffset="19731.89">7387 1374 11 0,'-10'-8'1020'0,"2"2"-447"0,1 2 532 16,7 4-1131-16,0 0-2 0,-1 0-7 0,0 0 11 15,1 0 4-15,-12 15 2 0,11-4 18 0,-6-1 0 16,4 7-1-16,-2 1 1 0,0 2 2 0,-3-1-4 0,0 3 4 16,-1 2-4-1,-1 2 6-15,-2 1-3 0,1-1 1 16,-1 1-1-16,0 1 7 0,-2 0 17 0,0 2 3 15,-1 1 6-15,1 2 28 0,-1 0 18 16,2 0-1-16,3 2 7 0,-3 1-17 0,1 1-19 0,0 1-5 0,-1-1-5 16,2-2-20-16,0 0-15 0,3-1-4 0,-1-3-6 15,2 0-47-15,2-7-36 0,0-3-8 0,2-5-9 16,1-5-36-16,2-11-40 0,0 0-1 0,0 1-17 16,0-1-35-16,7-2-343 0</inkml:trace>
  <inkml:trace contextRef="#ctx0" brushRef="#br0" timeOffset="20098.8">7423 1720 978 0,'9'-1'195'0,"-1"0"-41"16,0 1-18-16,-1 0 7 0,-1 1 7 0,-6-1-63 16,1 0 4-16,-1 0-23 0,1 0 2 0,15 14 9 31,-16-14-5-31,0 0 4 0,1 16-16 0,-1-15-18 0,-4 15-1 15,1-5-7-15,-1 1-8 0,-1 3 8 0,-1 1 1 16,-1 1 1-16,0 1-1 0,0 0-1 0,1 0-2 16,2 0 0-16,-1-1-5 0,5-1-3 0,-2-3 4 0,3-2-5 15,0-2 4-15,3-4-14 0,-4-5-3 0,1 0-3 16,14 6-1-16,-6-7 1 0,0-3-2 0,3-3 1 16,1-3-11-16,3-4 7 0,2-3-1 0,1-3 3 15,0-1-9-15,1-3 10 0,0 0-6 0,0-2 8 16,-2 0-7-16,-2 0 14 0,0 2-2 0,-4 1 6 15,-1 2-1-15,-3 4 28 0,-1 1-2 0,-3 4 10 0,-1 3-16 16,-2 1 2-16,-1 1-7 16,0 7 6-16,0 0-18 0,0 0-17 0,-1-1-5 0,1 1-7 0,-1-1-39 0,-19-5-7 31,20 6-3-31,-14 6-5 0,6-2-76 0,0 1-120 0,1-2-53 0</inkml:trace>
  <inkml:trace contextRef="#ctx0" brushRef="#br0" timeOffset="20748.49">10473 1487 3289 0,'0'0'64'0,"0"0"-126"0,0-1-3 15,0 1 8-15,0 0 3 0,-1-21 73 0,1 21 1 0,0 0 7 16,0 0-5-16,0 0-12 0,-19-9 1 0,11 9-6 16,-1 1-9-16,-2 2-8 0,-3 2-2 0,-2 1-1 15,-3 2-1-15,-2 3 8 16,-2 1-2-16,-2 3 4 0,0 0-6 0,0 1 12 16,1 1 0-16,2 0 5 0,3 0 0 0,2-1-5 15,-2-1 2-15,3-1-2 0,0 2 7 0,0-2-2 16,1 2-2-16,1-2 0 0,1 0-1 0,3-1 5 15,1 0 5-15,3-2-2 0,0 0 1 16,3-1 4-16,2-1-2 0,4-1 2 0,1 1-11 0,4 0-10 16,5 0 3-16,4 0-5 0,2-2 4 0,5 0 2 15,2-1-1-15,1 0 3 0,1-3-1 0,0 0 2 16,0 0-5-16,-1-2 4 0,-2 2-1 0,-1-2-1 16,-1 1-2-16,-3-1-6 0,-1 2-82 0,-1-2-89 15,-1 3-10-15,-2-4-30 0,1 0-79 0</inkml:trace>
  <inkml:trace contextRef="#ctx0" brushRef="#br0" timeOffset="21161.76">10771 1495 2989 0,'6'1'-61'0,"4"1"11"16,4 1 6-16,2 1 5 0,4 0 45 0,-1 0 4 16,1 1 4-16,0 0-1 0,0 0 14 0,0 0-11 15,-1 1 1-15,0 0-4 0,-2 1 10 0,-3 0-13 16,-1 1 5-16,-2 0-8 0,-2 1 2 0,-1 0-6 16,-2 1 1-16,-2-1-2 0,-2 1-6 0,-2 0 5 15,0-2-2-15,-3 1 4 0,-1 0-4 0,-2 2 1 0,-4 1-4 16,-4 0 4-16,-2 1-1 0,-5 2-2 15,-2-2 4-15,0 1-2 0,2 0 7 0,3 0-4 16,2 1 0-16,1-1-2 0,1 0 1 0,3 2 1 0,0-2 3 16,5-1-2-16,-1 0 8 0,4 0 7 0,0 1 5 0,3 0 1 15,2-1 16 1,3-2-16-16,1 1 1 0,2-1-6 0,2-1-9 0,1-2-4 16,2 0-3-16,2-3 1 0,2 0-1 0,2-2-4 15,0-1-1-15,3-2-2 0,0-1 1 0,-1-1-7 16,1-2-11-16,-2 0-3 0,1-1-78 0,-1-1-61 0,0-1-19 0,2-3-20 0,1 0-131 31</inkml:trace>
  <inkml:trace contextRef="#ctx0" brushRef="#br0" timeOffset="21468.71">11472 1646 2760 0,'0'0'48'0,"0"0"-99"0,0 1 9 0,-4 18 27 15,2-11 11-15,1 4 4 0,-3 0 48 0,1 1-18 0,-2 3 2 16,0 1-11-16,-1 0-17 0,0 3 0 0,1-2 2 16,-1-1 0-16,3-1 2 0,1-3 2 0,2-1-5 15,2-3 5-15,1-1-8 0,3-2-16 0,0-2 1 0,4-3-8 16,0-1 4-16,2-1 13 0,4-2 4 0,1 0 5 31,2-3 33-31,0-2 30 0,1-1 0 0,-1-1 11 16,1 0 1-16,0 1-14 0,-2 0 1 0,-1 0-6 15,-3 2-7-15,-3-1-10 0,-1 0-7 0,-4 2 0 0,-6 6-8 16,0 0-3-16,0-1-1 0,0 1-6 16,0-1-47-16,0 1-32 0,-8-17-5 0,-6 16-6 0,-6-1 5 15,-9 1-49-15,-6-1 0 0,-6 0-24 0,0 1-76 16,4 0-130-16,4 0-175 0</inkml:trace>
  <inkml:trace contextRef="#ctx0" brushRef="#br0" timeOffset="32532.75">6285 3241 3166 0,'0'0'126'0,"0"0"-72"0,0-1-13 16,0 1-34-16,0 0-57 0,0 0 31 0,0 0-3 15,0 0 17-15,0 0 16 0,0 0-10 0,0 0 5 16,0 0-7-16,0 0 5 0,1 0-4 0,-1 0 4 0,1 0-4 16,0 0 1-16,-1 0-9 0,0 0-44 0,1 1 9 15,-1-1-161-15,1 1-57 0,-1-1-11 0,0 0-35 16,14 17-246-16</inkml:trace>
  <inkml:trace contextRef="#ctx0" brushRef="#br0" timeOffset="32680.93">6224 3400 2491 0,'0'0'430'0,"0"0"-379"16,-1 1 16-16,-9 19-58 0,8-6-16 0,1 2 7 15,-1-1 0-15,-1 2 5 0,-1-1 11 0,-1 0-16 16,-1 1 7-1,-1-1-19-15,0-1-117 0,-1 1-228 16,-2-2-78-16</inkml:trace>
  <inkml:trace contextRef="#ctx0" brushRef="#br0" timeOffset="33515.54">9099 2835 1126 0,'0'0'705'15,"0"0"-307"-15,0 0 361 0,0-1-828 0,0 1 42 0,2-17 5 16,-2 17 63-16,0 0 0 0,20-8 4 0,-19 8-14 0,-1 0-4 16,18-9-3-16,-17 9-2 0,15-1-15 0,-5 2-3 15,-1 0 1 1,2 1-2-16,0 1 5 0,1 0-12 0,0 1 6 16,0 1-7-16,-1 1 8 0,0 1-1 0,-1 0-2 15,-1 2 0-15,0 1-8 0,-2 1-1 0,-1 1 1 16,-2 2 0-16,-2 2 0 0,-2 2 4 0,-2 2-1 15,-2 2 4-15,-2 3 6 0,-2 3 1 0,0 2 1 0,0 0-1 16,0 1-4-16,3-3 0 0,0-1-1 16,2 0 1-16,2-2-3 0,2 0-1 0,1-1 1 15,2-2-1-15,2-1 4 0,1-3 4 0,1-1-2 0,0-3 3 16,2-1-2-16,1-3-4 0,0-1 4 0,2 0-4 16,-1-3 6-16,2-1-4 0,0 1-1 0,-2-4-1 15,1 0-7-15,-1-1-111 0,-1-1 4 0,0-3-49 16,-1-1-61-16,0-4-226 0</inkml:trace>
  <inkml:trace contextRef="#ctx0" brushRef="#br0" timeOffset="33780.86">9506 2822 3147 0,'-11'-1'-45'0,"-1"1"-3"0,0 2-10 16,-1 2 13-16,0 1 41 0,-4 3 4 0,-2 0 8 15,-1 3-3-15,-1 1 13 0,2 2-5 0,2 0-2 0,-2 2 0 16,0 2-8-16,-1 3 2 0,-3 2-1 16,-4 1 3-16,0 1 14 0,-1 2 3 0,0 1 4 0,3-1-3 15,1 0-8-15,2-2-8 0,0-2-2 0,1 0-1 16,1-1-4-16,2-2-2 0,2 0-12 0,2-4-5 15,1-2-118-15,1-1-150 0,3-3-38 16</inkml:trace>
  <inkml:trace contextRef="#ctx0" brushRef="#br0" timeOffset="35214.08">8619 2865 3038 0,'0'0'98'0,"0"0"-70"0,0 0 2 0,0-1-44 0,-1 1-2 16,1-1 30-16,0 1-2 0,0-1 5 15,-20-5 5-15,20 6-10 0,-19 0 5 0,8 4-8 0,1 1 1 0,-5 1-5 16,0 1-1-16,-2 2 0 0,0 2-4 15,-2 0-3-15,0 1 3 0,-1 0 0 0,0 2 1 0,0 2-1 16,1 0-3-16,1 1 3 0,0-1 0 0,2-2 4 16,2 0 1-16,3-1 0 15,1-1-9-15,4-1 2 0,1-2-4 0,3 0 5 16,0 0 2-16,3-1-8 0,2 0-1 0,1-2-4 0,3 0 0 0,0 0-2 16,4 0 3-16,3 0-2 15,2-1 9-15,1 0-1 0,1 1 7 16,-2-3-3-16,1 2 10 0,0 0 0 0,0-1-1 0,-1 2 1 15,0-1-2-15,0 0-2 0,2 0-3 0,-1 0 1 16,1-1-4-16,-1-1 1 0,-2 0 0 0,-1 1 1 16,-2-1-1-16,0 0-1 0,-2 0 0 0,-2 0-6 15,-1-2-73-15,-7-1-131 0,0 0-18 0,0 0-44 16,1 0-140-16</inkml:trace>
  <inkml:trace contextRef="#ctx0" brushRef="#br0" timeOffset="35481.25">7617 2907 3529 0,'-10'-1'42'0,"0"2"-69"0,1 2 3 31,0 3-22-31,1 3 34 0,-1 2 3 0,-2 2 5 16,-1 3-2-16,-2 4 1 0,0 3 3 0,0 4-2 16,0 4 1-16,0 0-3 0,1-1 1 0,0 3 1 0,1 1 0 15,-1 1 4-15,2 0 2 0,1-1-2 0,2-4-2 16,2-4-62-16,0-4-134 0,2-2-14 0,0-3-51 16,2-3-147-16</inkml:trace>
  <inkml:trace contextRef="#ctx0" brushRef="#br0" timeOffset="35780.87">7818 2977 2807 0,'0'0'483'0,"0"0"-458"16,-5 11 22-16,1 0-65 0,0 4 1 0,1 5 11 16,-1 2 2-16,0 1 3 0,-2 2 3 0,1-1 2 15,-1-2-4-15,2-3 4 0,2-1-4 0,0-3-3 0,2-2 0 16,2-1-4-1,0-2-24-15,3-4-41 0,1 0 6 16,3-3-17-16,2-2 11 0,2-3 42 0,3-3-7 16,2-2 21-16,2-2 3 0,3-3 3 0,-1-2 4 15,-1-2 2-15,0 1 26 0,-3 0 30 0,-1-1-5 0,0 0 13 16,-3-1-1-16,-1 0-6 0,-1 1-2 0,-3 0-5 16,0 3-22-16,-2 2 16 0,-2 1-2 0,-2 3 8 15,-3 7 7-15,0-1-19 0,0 1-5 0,0 0-9 16,-15-16-56-16,5 15-74 0,0 1-11 0,-4 5-28 0,-1 2-110 15,-4 3-270-15</inkml:trace>
  <inkml:trace contextRef="#ctx0" brushRef="#br0" timeOffset="36332.53">10209 3040 3658 0,'0'0'71'0,"-1"0"-79"0,1-1 50 15,-21-13-159 1,21 14 42-16,0 0 42 0,-21-13 43 0,11 11 1 15,-3-1 1-15,-2 2-4 0,-4 0-13 0,1 1 3 16,-2 3-7-16,-2 0 0 0,-1 4 4 0,-1 0-2 16,-1 3 4-16,2 2-2 0,-3 2-4 0,0 1 4 15,-1 2-3-15,0 0 7 0,0 1-1 0,2-1-1 0,3 1 1 16,1-1 3-16,4 0 3 0,3 0-3 0,2-2 2 16,3-1-2-16,3-2-1 0,3-2 1 0,3 0-1 15,1-1-9-15,4-1-4 0,2 0 6 0,4 0-3 16,2 0 12-16,3-1 1 0,2-1-5 0,2 0 2 15,2 0-1-15,-1-2 1 0,3 0 0 16,0-2 0-16,0-1-11 0,-1 0 6 0,-1 0-3 0,0-1 2 0,-1 0-6 16,-1-2-49-16,0 0-17 0,0 1-16 0,0-3-102 0,-2 0-143 15,1-1-40-15</inkml:trace>
  <inkml:trace contextRef="#ctx0" brushRef="#br0" timeOffset="36614.21">10473 3031 3676 0,'0'0'63'0,"0"0"-52"16,7 12-138-16,-1-3 91 0,0 3 1 0,-2 1 31 15,-1 1 15-15,-2 1-6 0,-1 0-2 0,0 3 0 0,-2 0-2 16,-1 2 6-16,0 2-5 0,-2 2 4 16,-1 3-2-16,1 0-5 0,-2 1 7 0,2-1-6 0,0-1 8 0,0-1-3 15,0-3-5-15,0 0 1 0,1 0-8 0,2-4-46 16,-1-1-11-16,1-3-19 0,0-3-101 0,-1-4-92 16,3-7-18-16,0 0-43 15,0 1-247-15</inkml:trace>
  <inkml:trace contextRef="#ctx0" brushRef="#br0" timeOffset="37014.11">10845 2972 3494 0,'0'0'14'0,"0"0"-56"0,2 16 11 0,0-7-21 16,1 3 47-16,-2 1 13 0,0 0-5 0,-1 1 8 15,-1 0-15-15,0 1 3 0,0 2 0 0,0-1 1 16,-1-1 0-16,0 0 3 0,-1 0-3 0,1 1 5 0,0 0-1 16,1 2-3-16,-1-2-1 0,0 0-1 0,2 1 1 15,-1-2 2-15,0 1 4 16,0-1-2-16,1 0-1 0,0-1-1 0,0-1-3 0,2 0 0 0,1-2-5 16,0 1 4-16,2-2 2 0,2 0 0 0,1 0-2 0,3 0-10 15,0-2 5-15,2 1-6 0,1-1 7 0,1 1-2 31,2-1 0-31,1 1 1 0,2-2 8 0,-3 0-2 16,0 1 3-16,-1 0-2 0,-2-1 0 0,-1 0 5 16,-1 0-5-16,-2 1 5 0,0-1-4 0,-2 0 1 0,0 0 4 15,-1 0-2-15,-2 0 4 0,-2 0 0 16,-1 0 2-16,-2-7-1 0,0 1-1 0,-1 15-5 0,1-16-3 16,-1 1-1-16,-19 12-23 0,8-7-37 0,-3 0-6 15,-5 1-14-15,-3-1-53 0,-5-1-23 0,-3-1-1 0,-4-3-8 16,2-1-14-16,1-3-18 0,4-2-43 0</inkml:trace>
  <inkml:trace contextRef="#ctx0" brushRef="#br0" timeOffset="37197.82">10817 3053 3285 0,'10'-1'10'0,"5"2"-30"16,4 1 2-16,6 2-6 0,4 0 42 0,2 2-8 31,1 0 2-31,-2 1-4 0,-1 0-8 0,-3 0 1 16,0 0 0-16,1 0 1 0,0 0-2 0,2 0-3 0,-1-1-36 15,-1 1-2-15,-2 0-257 0,-3-2 748 0</inkml:trace>
  <inkml:trace contextRef="#ctx0" brushRef="#br0" timeOffset="43780.27">5007 4191 2626 0,'-7'-1'55'0,"7"1"-29"0,-1 0 24 0,-15 6-113 0,16-6 12 15,-9 13-3-15,5-4 33 0,-1 1-2 0,1 3 8 16,0 2 6-16,-5-3 1 0,6 6 5 0,0 1-3 15,-2 1 4-15,3 3 1 0,-1 3-2 0,-1 3 3 16,2 1 2-16,0 0 4 0,0 1 1 0,0-1 2 0,2 0 12 16,0-4 0-16,2-1 5 0,2-5-3 0,1-4 3 0,1-3 3 15,2-2-4-15,0-4 4 0,1-2-8 0,3-2-8 16,0-4 1-16,3-1-2 0,1-3 3 0,2-6-8 16,1-2 5-16,1-5-7 15,1-3 2-15,-1-1-4 0,1-3-3 16,-1-1 2-16,-1-1 7 0,-1-2-2 0,-1-1-1 15,-1 1 0-15,0-2 1 0,-2 0-2 0,-3-1 4 16,-1 2-3-16,-2-1 7 0,-2 2 3 0,-2 2-2 16,-2 0 1-16,-1 3 1 0,-2 2 8 0,-2 2 11 15,-1 3-2-15,-1 1 31 0,-2 3-12 0,-2 2-8 0,-3 2-3 16,-1 2-45-16,-3 3-23 0,0 3 2 0,-2 1-9 16,-2 4-6-16,-2 1 6 0,-1 4 2 0,0 0 4 15,1 2 17-15,1-2 4 0,1 0-27 0,3 1 6 16,2-3-131-16,3-1-94 0,3 0-30 15,3-2 94-15,6-4 1275 0</inkml:trace>
  <inkml:trace contextRef="#ctx0" brushRef="#br0" timeOffset="44447">6103 4372 2472 0,'0'0'97'0,"0"0"-54"0,-1 0-12 15,1 0-40-15,-1 0-43 0,1 1 9 16,-1 14 7-1,9-8 6-15,-1 1 26 0,-4-3 3 0,6 6-29 0,0-1 9 16,0 1-128-16,0-1-32 0,-1-1-17 16,-2 1-9-16,0-1-111 0</inkml:trace>
  <inkml:trace contextRef="#ctx0" brushRef="#br0" timeOffset="44584.13">6053 4669 1932 0,'0'1'94'0,"0"-1"185"16,-6 21-287-16,5-9-5 0,1 1 4 0,3 2-2 0,-1 1 17 0,-2 0-6 16,2 1 3-16,-1 2-3 0,-1 0 4 0,-1 0-38 15,0 2-68-15,-2 0-20 0,-2 1-536 0</inkml:trace>
  <inkml:trace contextRef="#ctx0" brushRef="#br0" timeOffset="45087.56">6631 4337 2068 0,'-7'2'204'0,"-2"2"23"0,1 2-3 15,1 1-180 1,0 3-55-16,2 0 3 0,0 3-3 0,-1 3 7 15,-2 0 2-15,-6 0-4 0,6 4 3 0,-2 1-3 16,1 2 5-16,3 0-1 0,-3 1 1 0,4 0 0 16,-1 1 11-16,4-1-1 0,-1-2 2 0,3-3-3 15,1-3 3-15,1-5-9 0,2-1 3 0,2-2-5 16,1-3-3-16,3-5-1 0,1 0 3 0,3-5-1 16,1-3 10-16,1-4 7 0,1-3-2 0,0-3 3 0,0-3-5 15,1-3 0-15,-1-2 3 0,0-2 1 0,-2 0 29 16,-1 0 2-16,-3 1-2 0,0 1 1 0,-2 1-11 15,-2 1-8-15,-2 0 1 0,-4 1-4 0,-2 0-3 0,-4 5-11 16,-2 1 0-16,-2 2-5 16,-2 5-5-16,-2 2-24 0,-1 3 0 0,-5 3-11 0,1 2-37 0,-2 2-92 15,-2 2-11-15,0 2-44 0,2 2-194 16</inkml:trace>
  <inkml:trace contextRef="#ctx0" brushRef="#br0" timeOffset="45314.21">6694 4293 3194 0,'0'0'102'0,"0"0"3"16,15 1-102-16,0 0-3 0,2-1-4 0,4 0 1 16,0-2 3-16,0 2 0 0,0-1 2 0,-2 0-2 15,0 1 0-15,-1-1 0 0,0 1-1 0,0 0 0 0,-1-2-6 16,0 2-5-16,1 0-12 0,-1 0 0 0,0 1-48 15,-2-1-16-15,1-2 3 0,-1 2-10 16,-1 0-23-16,-1 0-41 0,0 0-7 0,-2-2-15 0,0 0-64 0,-1-3-122 16,-1 0-213-16</inkml:trace>
  <inkml:trace contextRef="#ctx0" brushRef="#br0" timeOffset="45547.18">7063 4002 2504 0,'-7'0'179'16,"1"1"-129"-16,1 2 19 0,5-3-61 16,-1 0 0-16,-10 15 15 0,7-5-1 15,0 5 3-15,-1 1-19 0,1 5-3 0,-1 1-1 0,-1 2 0 16,1 2-2-16,0 2 4 0,-3 0-4 0,1 4 3 16,0 1-6-16,-1 2 3 0,1 2 0 0,0 0 0 15,1-2 2-15,1-4-4 0,1-2 4 0,3-5-6 16,0-1-7-16,3-6-72 0,-1-2 8 0,2-5-29 15,1-3 17-15,3-4-14 0,1-3-6 0,5-6-8 0,2-5-64 16,4-5-235-16</inkml:trace>
  <inkml:trace contextRef="#ctx0" brushRef="#br0" timeOffset="45968.06">7427 3840 2067 0,'2'-10'204'0,"1"1"-67"0,-3 9-27 0,0-1-2 0,0 1-50 0,0-1-33 31,0 1 9-31,0 0-17 0,3-2 0 0,-4 12-5 0,-2 4-5 16,-1 3 3-16,-1 4-4 0,-3 4-4 0,0 2 2 15,-2 2-2-15,-1 1 5 0,1 3-4 0,0 1 0 0,0 5 0 16,-2 0-1-16,0 1 0 0,0-1-2 0,0 0 1 16,0-3 6-16,1-2-4 0,0-2 2 0,1-4-3 15,0-2 3-15,2-5 6 0,0-4-2 0,3-4 3 16,-1-3 6-16,6-10 13 0,0 1 1 0,-1-1 1 0,1 0-19 15,0 0-28-15,-5-6 5 0,9-8-10 16,2-3 16-16,4-4 10 0,-1-4-1 0,2 0 7 0,1-3 9 16,1-1 7-16,0-1 1 0,2 1 2 0,0-1 0 0,1 1-24 15,0 2 4-15,1 3-11 0,-2 0 3 0,1 4 1 16,0 2-2-16,-2 2 2 0,1 4 4 0,-3 3-6 16,-1 0-1-16,-1 3-2 15,-1 2 0-15,-2 3-7 0,0 1 4 16,-2 2-4-16,0 3 2 0,0 2 1 0,-1 5 2 15,-1 2 0-15,0 2 1 0,-2 4 6 0,-1 2 0 0,-2 4 4 0,-1 2-3 0,-2 2-4 0,0 1-1 16,-1 2-1 0,-2-1-4-16,1-1-13 0,0-2-23 15,-1-2-2-15,2-2-136 0,2-6-94 16,0-3-19-16,1-4-36 0,1-4-184 0</inkml:trace>
  <inkml:trace contextRef="#ctx0" brushRef="#br0" timeOffset="46596.94">7548 4293 964 0,'4'-10'138'0,"0"4"383"0,-4 6 188 0,0 0-557 0,0 0-83 16,0 0-1-16,0 0 5 0,1 0-4 16,16 3 0-16,-17-3-16 0,7 15-2 0,-2-6-6 0,-1 0-23 0,2 1-6 15,-1-1-4-15,0 0 0 16,2-2-14-16,1-1 4 16,1-1 1-16,2-3 2 0,2 0 4 0,0-4-7 15,2-1 1-15,-1-4-3 0,1-1-2 0,0-1 1 16,-1-3 1-16,0-2 0 0,-1 0 0 0,-1-1 6 15,0 0-4-15,-2 2 5 0,-1-1 4 0,-1 0-4 0,-3 1 3 16,-2-2-3-16,1 2-2 0,-4 1-3 16,0 1-2-16,-3 0 0 0,-2 1-3 0,-1 1-2 0,-2 2 1 15,-2 0-4-15,-2 2-14 0,-3 1-4 0,-2 2-4 16,-1 4 4-16,-2 1 11 0,0 4 15 0,1 2-2 16,1 2 4-16,0 2-8 0,3 4-2 0,0 2 0 15,2 2 0-15,2 3 2 0,2 3 6 0,1 0 1 0,2 2 2 16,1 0-1-16,2 1 3 0,2-1-4 0,2 1 4 15,1 0 2-15,0-2 2 0,2-2-1 0,0-2 0 16,1-4-2-16,3-3-8 0,-1-3-14 0,1-4-2 0,1-3-71 16,2-4 25-16,-1-2-19 0,3-4 17 15,2-3-40-15,1-4 2 0,1-3 3 0,-1-5 2 0,0-3 44 16,1-1 37-16,-2-2 4 0,2-1 9 0,-2 1 6 0,-1-1 7 31,0 0-2-31,-1-1 2 0,1 1-9 0,-1-1 3 16,-1 0-4-16,1 1 3 0,-2 1-2 0,-2 4 24 15,0 3 9-15,-2 3 6 0,-1 2 32 0,1 3-13 16,-2 3-3-16,-5 6-4 0,0 0-5 0,1 0-10 16,-1 0 3-16,1 0-8 0,0 0-3 0,13 16-13 15,-13-3 2-15,-1 4-6 0,0 3 1 0,-3 1-7 16,1 3 3-16,-2 1-3 0,-2-1 10 0,1 2 5 0,-2-1 5 16,1 0-1-16,-1-4 9 0,1-2 0 0,0-2-6 15,0-5 5-15,1-2-5 0,1-3 6 0,4-7 4 0,0 0 2 16,0 0 29-16,0 0-9 0,0 0-3 0,0 0-6 15,0 0-38-15,5-15-12 0,2 2 0 0,3-4-4 16,2-1 5-16,3-4 4 0,0-1-1 0,2-2 3 16,0-1-8-16,1 2-6 0,0 0-3 0,0 1-1 15,1 2-13-15,-1 2-91 0,1 1 3 0,-1 3-40 16,0 1-72-16,-2 2-199 0</inkml:trace>
  <inkml:trace contextRef="#ctx0" brushRef="#br0" timeOffset="47105.21">8178 4120 2680 0,'0'0'461'0,"0"0"-425"16,0 0 34-16,0 1-97 0,-4 21-1 0,5-9 21 0,1 2 0 15,-2 3 7-15,-2 1-2 0,1 1 5 0,-1 2-3 16,2 1 4-16,-1 0-7 0,0 3-2 0,0 1 5 0,0 0-1 15,0 1 8-15,1-2-1 0,-2-3 0 0,2-2 0 16,-1-3 3-16,1-3-1 0,1-1 2 0,0-3 0 16,0-2 19-16,-1-9 6 0,0 1-4 0,1-1 1 15,-1 0-22-15,1 1-1 16,19 3-2-16,-12-10 1 0,0-4-10 0,2-1 5 16,2-5-6-16,1 0 6 0,-1-2-2 0,1-2 3 15,1 1 2-15,-2-1-2 0,2 0-2 0,0 1 4 16,-1-2-6-16,-1 2 3 0,1 0-4 0,-1 1 3 0,-3 1 2 0,-1 3 1 0,0 1-5 0,-2 1 5 31,0 2-1-31,-2 0 2 0,0 2-4 0,-1 2 3 16,-3 6-4-16,0-1 3 0,0 1-10 0,0-1 1 15,0 1 1-15,0-1-1 0,0 1-13 0,0 0-6 16,5 9 2-16,-5 2-1 0,0 1 12 0,-1 3 9 16,1 2-5-16,0 0 5 0,0 3-5 0,0 0 7 15,0-1 4-15,0-2 0 0,0-1 6 0,1-3-6 0,0-2 1 16,-1-3-2-16,1-1 13 0,-1-7 0 0,0 0 4 15,0 0-3-15,1 1-9 0,0-1-2 0,15 4-3 0,-16-4 1 16,12-9-5-16,-5 0-2 0,0-2 1 0,2-1-1 16,-1-1 3-16,2-2-16 0,-1 0-25 0,1-1 2 15,-1 0-99-15,-1-1-46 0,0 0 5 0,-1 1-22 16,0 2-16-16,-1 2-73 16,-2 3-40-16</inkml:trace>
  <inkml:trace contextRef="#ctx0" brushRef="#br0" timeOffset="47302.09">8734 4246 2567 0,'0'0'145'0,"0"1"-123"0,-1 19-16 16,-1-8-17-16,2 2 29 0,-1 2 30 16,-3 1-4-16,1 2 12 0,-2 0-11 0,0 1-21 15,1 3-1-15,-1 0-8 0,0 1-11 0,1 1 3 0,-3-1-1 16,2 0 1-16,0 0-7 0,0-3 5 0,0-1-5 15,2-3 3-15,-1-2-27 0,2-4-75 0,0-3-4 16,2-8-32-16,0 0-84 0,0 0-134 0</inkml:trace>
  <inkml:trace contextRef="#ctx0" brushRef="#br0" timeOffset="47464.74">8748 4037 3077 0,'0'0'108'0,"0"0"-124"31,0 0-9-31,0 0-30 0,0 1 22 0,2 20 15 16,-1-10 6-16,0 0 2 0,0 3 9 0,2 0-12 15,-1-1-72-15,3 3 16 0,-1 0-265 0,4-1-195 16</inkml:trace>
  <inkml:trace contextRef="#ctx0" brushRef="#br0" timeOffset="47836.31">9082 4228 3134 0,'0'0'95'15,"0"0"4"-15,0 0-112 0,-1 0-3 0,1 0 3 0,-19 7-1 16,11-2 18-16,-1 0-9 0,0 1 5 0,-3 2-6 16,0 2-2-16,-3 1 0 0,-2 0 1 0,-1 2 1 15,2-1 5-15,-2 2 0 16,2 1-6-16,3-1 3 0,-1 0-2 0,4 1-2 0,0-1 6 0,2-1-4 0,1 0 6 31,2-2-1-31,2 0 0 0,2-2-2 0,1 0 0 0,1-2-4 16,2 0-1-16,2 0 0 0,2-1-8 0,3-1 0 15,0-1-1-15,4 0 2 0,-1-1 6 0,3-2 8 16,0 0-1-16,1 0 4 0,0 0 0 0,0 0-1 16,-1 0-2-16,-2-1 1 0,1 0 7 0,-3 0-1 15,-2 0 2-15,0 2-1 0,-2 0 4 0,-2 2-1 16,-1 0 4-16,-5-4-2 0,0 0 8 0,0 0-16 15,6 17 0-15,-6-17-6 0,-6 16-2 0,-2-7 0 0,-2 3 0 16,-3 1-1-16,-2 1 1 0,-3 0-5 0,-2 0-18 16,-2 0 1-16,2 0-84 0,1-4-41 0,2-1-7 0,3-2-18 31,0-3-92-31,1-1-238 0</inkml:trace>
  <inkml:trace contextRef="#ctx0" brushRef="#br0" timeOffset="48150.28">9010 4519 2083 0,'10'-5'106'0,"2"2"154"0,0 0-154 31,2 2 2-31,0 1-6 0,1 0-3 0,-1 1-69 16,-1 0-12-16,1 1-5 0,0 0-1 0,1-1-7 0,3-1-4 15,1-1 2-15,-1-4-3 0,2-2-4 16,-2-2-9-16,0-1 4 0,0-3-6 0,0 0 5 0,0-3 10 16,-2 0-3-16,-1-2 4 0,0 0 1 0,-4 1 10 15,0 1 0-15,-3 0 4 0,-3 1 11 0,-3 1-2 16,-3 0 5-16,-2 1-4 0,-2 1 4 0,-1 2-11 15,-3 3-5-15,-1 1-4 0,-3 2-28 0,-4 2-17 0,-1 3 3 16,-6 3-4-16,0 3 34 0,0 6 7 16,2 2 4-16,1 4-2 0,1 4-4 0,3 5-1 0,1 3 0 15,5 4 2-15,1 2 9 0,5 2 9 0,1 0 3 0,5 2 1 16,3-2 9-16,5-2-22 0,3-1 9 0,5-1-13 16,4-2 5-16,5-3-16 0,1-1 0 0,3-5-7 15,1-2-7 1,2-3-8-16,2-2-18 0,3-1 1 0,1-3-80 0,2-1-157 15,2-2-66-15</inkml:trace>
  <inkml:trace contextRef="#ctx0" brushRef="#br0" timeOffset="55237.18">820 3394 2645 0,'-6'-1'13'0,"6"1"-6"0,0 0 4 0,-1 0-25 0,1 0-10 16,0 0-7-16,-1 0-15 0,0 0 3 0,1 1-1 0,-1 17 28 0,1-18 8 31,0 0 3-31,0 0 1 0,0 1 7 0,1-1 8 16,15 13 0-16,-16-13 6 0,1 0 31 0,16 3 4 15,-16-3 8-15,-1 0-4 0,22 0 7 0,-21 0-1 16,15 0-10-16,-6 0 3 0,1 0-21 0,1 0-10 0,0 1 3 16,1-1-6-16,0 0-5 0,1 1-7 0,2 0-2 15,0 0 0-15,1-1-1 0,1-1-4 0,2-1 4 0,3 2-4 16,0-1 2-16,2-1-3 0,-1 0 4 0,0-2-3 15,1 1 2-15,0-1-4 0,1-1 0 0,2 0 0 16,-1-2 5-16,2 2-2 0,-2 2-1 0,1-1 0 16,-2 1-2-16,-1 0 5 0,1-1-3 0,-1 2 5 15,1-1 4-15,1 1 2 0,0 1 2 0,-2-1-3 16,0 0-1-16,-2 0 0 0,1-1-3 0,1 3 1 0,0 0-9 16,0 1 1-16,1-1 4 0,-2 0-2 0,-1 0 3 15,-1 0 2-15,-1 0 2 16,-2 1 1-16,0 1 19 0,-1-1 2 15,0-1-3-15,1 1 2 0,-3-2-7 0,0 1-7 16,0-1 0-16,-2 1-2 0,0 0 6 0,0 2-19 16,-2-1 8-16,0 1-11 0,0-2 10 0,-3 2-7 15,0-2 4-15,1 2-5 0,-2-1 5 0,-1 1-6 16,1 2-6-16,-2-2-8 0,0 1-86 0,-6-3-137 0,0 0-31 16,0 1-54-16,1-1-312 0</inkml:trace>
  <inkml:trace contextRef="#ctx0" brushRef="#br0" timeOffset="65703.14">11746 1070 1698 0,'0'0'158'0,"0"0"22"15,0 0-9-15,0 0-198 0,0 0-14 0,0 0 9 0,0 0 5 16,0 0 2-16,0 0 25 0,0 1-1 0,10 17 1 0,-10-18-1 16,0 0 1-1,0 1 2-15,0 16-1 0,0-17 1 0,0 1 9 16,0-1 32-16,0 0-1 0,0 1 12 0,0-1 11 0,-5 17-11 0,5-17 2 15,0 0-7 1,0 0-8-16,0 0-14 0,0 0 3 0,0 1-7 0,-1-1-8 16,-15 16-8-16,16-16 0 0,0 1-2 15,-1-1 3-15,-18 20-7 0,13-12-1 0,-3-1-1 0,1 1 1 16,-2 1-3-16,0 0 3 0,-1 1-2 0,-1-1 13 16,-1 1-5-16,1 1 0 0,-1 0-3 0,-1 0-3 0,1 1 3 15,-1 0 3-15,-1 0 0 0,2 0 1 0,-1 0-3 16,0 0-1-16,1-1 1 0,2 1-2 0,0-1-2 15,2-2-1-15,1 1-1 0,1-3 5 0,1 0-4 16,1 0 1-16,1-2-2 0,0 0 6 0,4-5 2 16,0 0 3-16,-1 0-3 0,1 0-2 0,0 0 13 0,-1 0-7 15,0 0 9 1,1 0-8-16,-16 2 0 0,16-2-1 0,0 0 0 0,0 0-9 0,0-1-4 0,-2-18 3 16,2 19-5-16,0 0 4 0,5-20-7 0,-2 11 2 15,0 0-4-15,0-1 9 0,1-1-3 0,-1-1 3 16,1 1-2-1,-1 0 8-15,-1-2-2 0,2 2 3 0,-2-1-3 16,0 1 3-16,1 0-6 0,0 0 0 0,0 2-4 16,0 0 2-16,0 2 1 0,-1 1-3 0,-2 6 2 15,0 0 0-15,0 0 0 0,0-1 3 0,0 1-1 0,9-18 1 0,-9 18 0 16,0 0 0-16,0 0-1 0,0 0-4 16,0 0 1-16,0 0-3 0,0 0 3 0,0 0-4 15,0 0-5-15,0 1 4 0,0-1-4 0,0 1 0 0,5 17 1 16,-5-18-2-16,0 0 2 0,0 1 2 0,-6 20-1 15,4-14 2-15,0 1-1 0,-2 2 4 0,0 0 5 16,-1-1 1-16,0 3 2 0,1-2 1 0,-1 0 0 16,1 1-3-16,1 0 2 0,-1-1-6 0,1 0 7 15,0 0 1-15,1-1 3 0,1 0-6 16,0 0 3-16,1-1-3 0,0-1 3 16,-1 0 0-16,2-1 1 0,-1 0 4 0,2 1-2 0,-2-1 6 0,1 0-3 0,0 0 1 15,1 0-2 1,-2-6 4-16,0 1 8 0,0-1-4 0,8 19 5 0,-8-19-5 0,0 0-1 0,0 1-6 0,18 13 3 31,-18-14-14-31,0 0 3 0,19 7-1 0,-18-7 1 16,-1 0-9-16,24 2-14 0,-24-2-27 0,17 0-2 15,-7-2-161-15,1-1-171 0</inkml:trace>
  <inkml:trace contextRef="#ctx0" brushRef="#br0" timeOffset="69063.23">11930 1865 2647 0,'0'0'57'0,"0"0"-70"0,0 0-4 0,-1 0-9 15,0 0 1-15,1 0 20 0,-1 1 3 0,1-1 2 16,0 1 8-16,-1-1-3 0,1 1-1 0,-1-1 1 15,1 0 4-15,0 1-2 0,-4 16-4 0,4-17 1 16,0 0-12-16,0 0-36 0,1 0-15 0,-1 1-13 0,0-1-105 16,1 1-89-16,13 17-54 0</inkml:trace>
  <inkml:trace contextRef="#ctx0" brushRef="#br0" timeOffset="69217.77">11903 2084 2505 0,'0'0'103'0,"0"0"-92"16,-11 17-19-16,7-5-10 0,0 1 21 0,0 1 2 0,-1 1-5 15,-1-2-5-15,0-1-86 0,-4 1-76 0,1-2-20 16,-1-2-30-16,-1-2-202 0</inkml:trace>
  <inkml:trace contextRef="#ctx0" brushRef="#br0" timeOffset="84396.42">6970 2387 2465 0,'0'-5'151'0,"0"5"-24"15,0 0-2-15,0 0-95 0,0-1-41 0,24-5 14 16,-13 7-1-16,0 1 7 0,2 0 6 0,-1-6 5 16,1 6 2-16,2-1 0 0,0 0 6 0,3-1 6 15,0 1-1-15,2-1 2 0,2 0-5 0,1 0 7 0,3 0-4 16,0 0 5-1,2 1 8-15,0-2-6 0,4-1 0 0,3 1-3 16,2-1-10-16,2-1-5 0,1 0 3 0,1 0-3 16,1 0 0-16,1 0-1 0,2-1 4 0,1 1-2 0,2-1 5 0,-1 2-2 0,0 0-2 15,3 1 1 1,-1-2-1-16,0 2-7 0,1-1-4 0,0 0-1 16,1 1-11-16,1 1 6 0,-2 0 3 0,0-1 0 0,1 2 2 15,-2-2-8-15,2-1 1 0,0 2-4 16,1-2 4-16,0 0 1 0,1 1-3 0,-3-3 1 15,1 1-7-15,-1-1 3 0,0 1 3 0,-2 0 1 0,0 0 5 16,0 2-9-16,0-2 4 0,-2 3-4 0,-1-2 6 16,0 1 3-16,1 0-5 0,0 0 4 0,-1 1-6 0,0-1 0 15,1 1 0-15,0 0 0 0,-1 0-2 0,-2 0 1 16,1 0-1-16,1 0 2 0,0-1 3 0,-1 0 1 16,-1 2-4-16,-1-1 2 15,-1 0-10-15,-1 0 6 0,0 0 2 0,-2-1 1 16,-1 2-5-16,-1-1 7 0,2 0-5 0,-1 2 5 0,0-2-12 0,1 1 8 15,-1 1-1-15,1 0 5 0,1 0-1 0,0-2-5 0,0 0 1 16,-1 0-1-16,-1 0 7 16,2 0-1-16,-1-1-3 0,1 1 1 15,1 0-5-15,-3 0 2 0,-1 0 4 0,1 0-1 16,-1-1 1-16,-1 1 0 0,1 0-2 0,-2 1 1 16,-1-2-4-16,0 1 8 0,0 0-6 0,-1 0 7 15,0 1-11-15,-2 1 0 0,-2-1 3 0,-1 0-1 16,-1 1 9-16,-1-1-8 0,-1 0 2 0,0 0-4 15,-1 0 3-15,-3 0 0 0,0 2-1 0,-3 0 1 16,0 0 1-16,-2 0-2 0,-1-1-2 0,-3 0 0 0,1 1-4 16,-2-1 4-16,-1 0 2 0,1 1 0 0,-1-1-3 0,0 0 1 15,-1-1-4-15,-1 2 4 0,-1-2-3 0,1 0-1 16,-1 1-2-16,-6-2 1 0,0 0-8 0,0 0-3 16,17 9-3-16,-17-9-2 0,0 0-21 0,0 0-12 15,0 0-3-15,1 1-5 0,-1-1-37 0,1 1-50 16,-1-1-15-16,1 1-14 0,12 16-84 0,-13-17-99 0,0 0-68 15</inkml:trace>
  <inkml:trace contextRef="#ctx0" brushRef="#br0" timeOffset="149625.6">11469 3437 2547 0,'0'0'63'0,"0"0"-22"16,0 0 30-16,0 0-61 0,0-1-3 0,0 1-7 0,0-1 5 16,0 1 2-16,0-1 3 0,0 1 5 0,0-1-1 15,0 1 0-15,0 0-2 0,0-1-12 0,0 1-2 16,0 0-1-16,0 0 1 0,0 0-3 0,0 0-1 16,1 1-5-16,18 14 3 0,-19-15-12 15,0 1-145-15,1-1 12 0,14 18-68 16,-15-18-82-16</inkml:trace>
  <inkml:trace contextRef="#ctx0" brushRef="#br0" timeOffset="149774.87">11485 3658 2254 0,'0'0'282'0,"0"0"-220"16,0 1-51-16,-4 20-18 0,4-11 14 0,-2 0 14 15,-1 1-4-15,0 1 5 0,-1 0-16 16,-2-1-7-16,0 0-35 0,-1-2 3 0,1 0-180 15,1-1 850-15</inkml:trace>
  <inkml:trace contextRef="#ctx0" brushRef="#br0" timeOffset="161307.41">2353 8743 1405 0,'0'0'259'0,"0"0"101"15,0 0 3-15,0 0-252 0,-1 1-75 0,-16 12-48 16,17-13-3-16,0 0-9 0,0 0-78 0,0 0-136 16,0 1-29-16</inkml:trace>
  <inkml:trace contextRef="#ctx0" brushRef="#br0" timeOffset="161873.78">2403 7909 1141 0,'0'0'181'0,"0"0"83"0,0 0 116 16,0 0-347-16,0 0-130 0,0 0-128 15,0 0-56-15</inkml:trace>
  <inkml:trace contextRef="#ctx0" brushRef="#br0" timeOffset="186014.37">5457 1011 2096 0,'-3'-6'127'0,"3"6"-15"0,0 0-2 0,0 0-99 16,0 0-33-16,0 0 17 0,0 0-7 0,0 0 15 16,0 0 13-16,0 0-8 0,-1 0 4 0,1 0-5 15,0 0 4-15,-1 0-11 0,0 0 3 0,1 1-4 16,-13 19-2-16,12-12 3 0,-1 2 0 0,0 1 0 0,0 1 5 15,1 1-3-15,-1 3 3 0,0 0-2 0,2 0 9 16,-2 0 8-16,2 0-1 0,-1 2 4 0,-1 0-2 0,0-2 8 16,2 1 2-16,-1-1 1 0,1-1 3 0,0 1-21 15,0 0 2-15,1 0-8 0,-1 0 3 16,1-1-10 0,-1-1 6-16,0 0-6 0,0-2 9 0,0-1-2 0,1-1-8 15,-2-1-1-15,0-2-70 0,-1 1-105 0,-2-3-11 0,-1 0-45 0,-2 0-197 0</inkml:trace>
  <inkml:trace contextRef="#ctx0" brushRef="#br0" timeOffset="186289.87">5064 1527 2677 0,'0'0'91'0,"-1"0"-99"0,0 0-2 0,1 0-36 15,0 0-18-15,0 0 48 0,0 0 4 0,0 0 13 0,0 0 17 16,20 10-1-16,-10-7 0 0,3-1 0 0,2 0 1 16,3 1-11-16,0-1 7 0,3 0-7 15,1 0 8-15,5-1 17 0,-1 1-1 16,4-2 8-16,-1 1 9 0,-1-1-1 16,0 0-2-16,1-1-2 0,-1 0-17 0,2-1-11 0,1 2-1 0,-2-2-4 0,-2 1-6 0,-3 0 2 15,-1 0-1 1,-3 1 1-16,-3-1 0 0,0 0-6 0,0 0 4 15,-1 0-9-15,0-1-58 0,-2 0-139 16,-2 0-7-16,-2 0-49 0,-3-1-84 0</inkml:trace>
  <inkml:trace contextRef="#ctx0" brushRef="#br0" timeOffset="186673.84">5074 1798 3158 0,'0'0'85'0,"0"0"-47"0,0 0-95 15,0 0 2-15,6-2-2 0,4 2 9 0,2-1 38 0,0-1 2 16,1 1 1-16,0 0 1 0,1-1 11 0,0 2-9 31,-1-1 7-31,0 1-8 0,2 0 5 0,-1 1 3 16,1 0-3-16,-2 2 2 0,0 1 2 0,-4 1 0 0,-1 0 1 0,-2 1 0 0,-2 2-1 0,-2-1-1 31,-2 1-3-31,-3 4 1 0,-1 0-2 0,-5 2 5 0,-1 3-1 16,-3 0 4-16,-1 2-4 0,0 1-1 15,-1 0 2-15,4-1-3 0,1-2-1 0,4 1 0 0,1-2 0 16,3-1 0-16,1 0-1 0,2-3 5 0,2 0 0 16,1-2 3-16,1-1-4 0,1 1 1 0,3-2-1 15,1-2 1-15,2 0-4 0,2-2-7 0,1-1 0 0,1-2-2 16,0-3-7-16,1-1-3 0,1-2-30 0,-1-2 6 0,2-2-121 0,-1-1-60 15,0-3-17-15,3-2-35 0,1-2-262 0</inkml:trace>
  <inkml:trace contextRef="#ctx0" brushRef="#br0" timeOffset="187023.01">5685 1709 2628 0,'0'0'78'0,"0"0"14"0,-18 2-125 0,18-2 8 16,0 1-2-16,-12 16 7 0,7-8 24 0,0-1 9 15,-2 3 2-15,1-1-1 0,-1 1-3 0,3 0-5 0,-1 0-1 16,2-1-1-16,-2 1-4 0,2 0 0 0,-1 0 3 16,1-1-2-16,2 0 0 0,0-1-1 0,0 0-1 15,1 1 0-15,-1-2 0 0,1 1 0 0,1 0 0 0,0 0 1 16,2 0 0-16,0-1 2 0,2 0 3 0,1 0 0 15,-2-2 2-15,4 1 9 0,1-1-7 0,2 0 9 16,1 0-4-16,2-1-6 0,0 1 2 0,-1-2-3 16,1 1 6-16,-3 0 1 0,-1 0-3 0,-1 1 2 15,0 0-8-15,-2 1 6 0,1 0-1 0,-3 1 1 0,-1 1-2 16,0 0 2-16,-2 1 0 0,-1 0 1 0,-3-1-3 0,-1 1 2 16,-1 0-3-16,-3 1 1 0,-1 1-5 15,0-2-49 1,-3 0 6-16,-2-3-26 0,-1 0-27 0,-2-2-70 15,-3-2-14-15,-1-2-40 0,-2-2-287 0</inkml:trace>
  <inkml:trace contextRef="#ctx0" brushRef="#br0" timeOffset="187189.74">5589 1805 3244 0,'0'0'98'0,"0"0"-107"0,1 0 12 0,20 5-44 16,-10-1 17-16,3 3 18 0,0-1 1 0,2 2 5 15,0-1-2-15,3-2 1 0,0 2-2 0,1-2 3 16,1-1-9-16,1 2-130 0,-1-2-14 0,0 1-59 16,-1 0-215-16</inkml:trace>
  <inkml:trace contextRef="#ctx0" brushRef="#br0" timeOffset="192381.15">5112 2436 977 0,'0'0'491'15,"0"0"248"-15,0 0-10 0,-1 0-731 0,1 0-60 0,0 0 12 16,0 0-12-16,0 0 33 0,0 0 31 0,0 0 7 16,13 10 1-16,-6-3 1 0,1-1-3 0,0 0 4 15,1-1-4-15,2 1 3 0,1-1-11 0,0 1 0 16,1-1-1-16,-1 0 0 0,1 1 5 0,-1-1-6 0,0 0 7 15,-1 1-6-15,-2-2 1 0,-1 0 3 16,0 1-2-16,-4-1 4 0,1 2 7 0,-2 0 1 0,-1-1 1 16,0 2 1-16,-2 0 8 0,-1 0 4 0,-1-1-1 0,-2 0 1 15,-1-1-9-15,1 0-6 16,-4 1 0-16,0 0-3 0,-1 1-6 0,-1 0 3 16,-3-1-4-16,-1 0 4 0,1 0-3 15,1 0-3-15,0 0 2 0,2 0-2 0,0 0 5 16,3-2-5-16,0 0 0 0,7-4-3 0,0 1-9 15,0-1-30-15,0 1 1 0,-1 17-11 0,1-18 19 16,15 9 19-16,-5-5 7 0,1 0 3 0,3-1 11 16,0-1-2-16,3 2 0 0,-2-2-2 0,0 2 0 15,-2 0-2-15,-1 0 0 0,-2 1-1 0,-2 1 0 0,-2 0 13 16,0 2-2-16,-4 1 7 0,1 1 4 0,-3 0-18 16,0 0-8-16,-4 0-8 0,-1 0-71 0,-2 1-110 15,-2 0-17-15,-3 0-55 0,-6 1-308 0</inkml:trace>
  <inkml:trace contextRef="#ctx0" brushRef="#br0" timeOffset="192655.94">4639 3001 1265 0,'0'0'179'0,"0"0"418"0,0 0 275 0,-1 0-805 15,1 0-153-15,0 0 48 0,0 1-6 0,10 17 28 16,0-12 36-16,1-1 2 0,2 1 0 0,3 0 2 31,1 0 13-31,3-1-9 0,3 0 2 0,4 0-5 0,1 0-6 16,4-1-3-16,0 1 1 0,-1-1-3 15,1 0-5-15,-2-1-2 0,1 1 0 0,2-1 1 0,1 0 7 16,0-1 2-16,-5 1-6 0,-1-1 3 0,-1 0-11 16,0 0-4-16,0 2 5 0,-1-3-4 0,-3 2 3 0,-2-1-3 15,-3 0 2-15,-3 0-2 0,-1 0 3 0,-4-1 0 16,-1 1-5-16,-2-1-3 0,-7-1-70 0,1 0-71 15,-1 0-18-15,1 0-18 0,-1 0-83 0,0 0-209 16</inkml:trace>
  <inkml:trace contextRef="#ctx0" brushRef="#br0" timeOffset="193072.8">4664 3301 3079 0,'0'0'97'0,"0"0"14"15,0 0-148-15,0 0-20 0,0 0 12 0,11 2-5 0,-1-2 64 16,3 0-2-16,0-1 1 0,1 0-3 0,2-1-3 0,3 0-1 16,1-1-4-16,1 0 3 0,1 0-5 15,-2 0-10-15,0 0 8 0,-2 0-8 0,-2 0 17 0,-3 0-7 16,-1 1 3-16,-2 0-3 0,-1 0 8 0,-2 2-3 15,-7 0-2-15,0 0 0 0,1 0-3 0,-1 0-6 16,0 0-7-16,0 0 0 0,0 0-35 16,-6 13 11-16,-5-7-2 0,0 3 7 0,-3 1 18 0,-1 1 14 0,0 1 4 15,0 0 3-15,1 0 3 0,3 0-6 0,2 0 4 16,2 0-5-16,1 0 4 0,2 1 13 0,1-1-6 16,3 1 7-16,0 0-15 15,4 0-1-15,1 0 2 0,2-1-1 0,2-1 1 0,0 1-6 0,1-2 4 0,3-1-4 16,1 0 5-16,1-2-10 15,0 0-3-15,-1-3-3 16,1-1-10-16,-1-2-7 0,1-1 2 0,0-1-5 16,2-2-10-16,-1-1-71 0,1-2 0 0,-2-1-31 15,1-1-61-15,-1-3-174 0,0-2-157 0</inkml:trace>
  <inkml:trace contextRef="#ctx0" brushRef="#br0" timeOffset="193406.66">5240 3197 2285 0,'0'0'127'0,"-1"0"265"0,1 0-382 0,-18 4-24 16,18-4 3-16,0 1-11 0,-12 17 7 0,6-10 15 15,2 3 0-15,-2 0 7 0,1 2-1 0,0-1 2 0,0 2-5 16,1 0 3-16,1 0-10 0,0-1 7 16,-1 1-3-16,2 0 3 0,0-1 1 0,1 0-4 0,0 2 5 15,-1-1-5 1,0-1 0-16,2 1 5 0,0-1 0 0,-1 0 1 15,2 0-5-15,1 0-2 0,-2-1 4 0,4 1-3 16,0-1 2-16,1-1 0 0,1 0-2 0,2-1 3 16,1-1 1-16,1 1-2 0,2-1 0 0,0 0 0 15,1-1 3-15,1 0 4 0,-1 0-2 0,-2 1 4 16,-1-1 2-16,-1 0-2 0,0 0 2 0,-2-1-4 0,-1 1-4 16,-1-1 1-16,-2-1-2 0,-1 0 1 15,-2 1 0-15,0 0 1 0,-2-1-3 0,-2 1-2 0,-2-2-31 0,-1 1-101 16,-3-2-8-16,-3 0-43 0,-4-2-146 0</inkml:trace>
  <inkml:trace contextRef="#ctx0" brushRef="#br0" timeOffset="193539.74">5012 3496 2286 0,'0'0'392'0,"0"0"-302"16,0 0 23-16,22-4-69 0,-7 4-21 0,4-1-14 0,2 1 3 15,1 2-7-15,0-1-4 0,-1 1-1 0,0 0 0 0,0 1 0 16,2 0-8-1,1 1-13-15,1-1-72 0,2 0 11 16,-1-1-340-16</inkml:trace>
  <inkml:trace contextRef="#ctx0" brushRef="#br0" timeOffset="214563.17">4733 1273 250 0,'-2'-7'886'0,"1"-1"-384"0,1 8 462 16,0 0-955-16,0-1 0 0,0 1 0 0,-9-17-2 16,9 17 3-16,0 0-3 0,0 0 3 0,-22-11 4 0,22 11-1 0,0 0 3 15,-21-3 4-15,12 2-5 0,0 1 7 0,0 0-5 16,1-1 8-16,-1 0-9 0,0 0-2 16,-1-1-2-16,-1 1-5 0,-2 0-8 15,-2 0 2-15,0 4-2 0,-2 0 6 0,0 3-3 0,1 2 1 0,-1 1-1 16,-1 3 4-16,-2 3-5 0,2 3 4 0,0 1-4 15,2 3-5-15,1 1-3 0,2 2-5 16,1-1 2-16,4 1-11 0,2 1 12 16,3 1-5-16,3 1 7 0,2-1-4 0,5 0-1 15,2-2 3-15,5-1-3 0,0 0 0 0,2 0 3 0,0 0 1 16,1 1 1-16,-1 1 7 0,-2 0 1 0,1 0-1 0,-3-3 1 0,-2 1-2 16,1 0 1-1,-3 0 3-15,-1 0 0 0,-1 1 3 0,-4 2-1 16,1 0-2-16,-3 0 2 0,0 2 4 0,-3-1-2 15,-3 2 1-15,-1 0-2 0,-1 1 3 0,-3 0 0 16,0-1 0-16,-3-2-1 0,-1 0 0 0,0-2-1 16,-1-1 1-16,1-1-2 0,0-1-4 0,0 0-1 15,1 0-1-15,0 0 0 0,1 0 2 0,1 0 4 16,0 0-1-16,4 1 1 0,-2-1 1 0,4 2 2 0,1 0-3 0,1-1 2 16,1 1-2-16,2-1 0 0,1 1 1 15,1 0-2-15,2 1 2 0,-1 3 0 0,1 1-2 16,1 2 0-16,-1 0 0 0,0 2-1 0,-1 4 4 15,1 2-2-15,-1 4 17 0,0 3 0 0,-1 0 0 0,1 3-1 16,-2 2-4-16,0 1-1 0,0 3 0 0,0 1-1 16,-2 0-6-16,2 2 1 0,-3-2-1 0,2 1 0 15,1-2-1-15,-1 0-4 16,1-1 3-16,1-2 1 0,-1-2 38 0,1-2-7 16,1-3 3-16,0 0-8 0,-1-2-8 0,1 1 4 15,1-2-1-15,-2-1-1 0,3 0-13 0,-3 2 0 16,0 0 0-16,0 0 2 0,-1-3 9 0,0 2-14 15,-1-2 6-15,0 1-9 0,1 1-7 0,0-4 2 16,0-1-4-16,2-2 4 0,-1-2-5 0,2-2-70 16,0-1-40-16,2-3-32 0,1-2-346 0</inkml:trace>
  <inkml:trace contextRef="#ctx0" brushRef="#br0" timeOffset="-209155.93">7389 3735 2286 0,'0'0'108'0,"0"0"-56"0,0 0-8 0,0 0-13 0,0 0-55 0,0 0 26 16,0 0 5-16,0 0 7 0,0 0 10 0,0 0 4 15,0 0 1-15,0 0 2 0,0 0 16 0,18 7-5 16,-18-7 2-16,0 0-3 16,1 0 12-16,18 6 0 0,-19-6 4 15,0 0-5-15,21 4-9 0,-21-4-13 0,1 0-4 0,19 1-2 16,-19-1-7-16,15 0-1 0,-6 0-2 16,0 0 0-16,-1-1 1 0,2 1-3 0,0-2 2 0,1 2-3 0,-1-1 5 0,2 1 6 15,0-2-6-15,1 1 5 0,2-1-4 16,2 1-8-16,2-2 6 15,2 1-8-15,-2 0 3 0,4-2-3 0,-1 1-1 0,1-1 0 16,0 0-2-16,1 1 5 0,-2 0 0 0,3-1 1 16,-1 2 4-16,0 0-8 15,1 0 2-15,-2 0-4 0,1 1 2 0,-4 0 1 16,3 0 0-16,1 0 1 0,0 1-2 0,3 0 2 0,0 0-2 0,0 0 2 16,0 0-10-16,-1 0 6 0,1 0-1 0,2 0 3 0,-1 0-3 15,4 0-2-15,-1 1 1 0,-1-1-2 0,0 0 8 16,0 1-9-16,1-1 5 0,1 0-5 0,1 1 6 15,-1-1 0-15,0 1-4 0,-1 0 2 0,-1 0-4 16,2 0 4-16,2 0-2 0,-2 0 3 16,1 1 0-16,-1-1-5 0,-1 1 3 0,0 1-3 15,1 0 1-15,2-1 5 0,-1 1-4 16,-1-1 4-16,-1 1-5 0,2-1 1 0,0 0 1 16,3 0 1-16,1-1-1 0,0 1 7 0,0-1-9 0,-1-1 8 0,2 1-5 0,1-1-6 15,1 0 11-15,-2 0-11 16,-1 0 9-16,-1 0-3 0,0 1-3 0,1-1 1 0,-1 0-3 15,0 1 6-15,-3 1-3 16,0 0 5-16,0 1-4 0,0-1 2 0,1 0-4 16,0 0 3-16,-2 0-2 0,0 1 4 0,0-1 2 0,1 1 0 15,0-1 2-15,1 0-6 0,-2-1-1 0,-1 2-1 16,0-1 5-16,2 1-7 0,-1-1 7 0,0 0-6 16,0 0 9-16,-1 0-9 0,-2 0 4 0,0 1-4 0,-1 0 3 0,1-2-3 15,0 3 1-15,-2-3-1 16,0 2 3-16,-2 1-2 0,-1-1 4 0,-1 0-3 0,-1 0 2 15,0 0 2-15,0-1-2 0,-1 0 4 16,-1-1 5-16,-1 1-4 0,0 0 0 0,0 2-1 16,-2-2-2-16,0 0-3 0,0 2 3 0,0-2-3 15,-1 0-1-15,2 1 0 0,-1-1-2 0,-2-1 2 16,0 1 2-16,-1-2-1 0,0 1 2 0,-2 1-2 0,0-2 3 16,0 2-2-16,-1-2 2 0,-1 1-2 15,-2 0 4-15,0-1-1 0,-1 0-3 16,1 0 2-16,-1 0 1 0,-1-1 4 0,0 0-5 15,-1 1 3-15,1-1-7 0,-1 0-3 0,-6 1 6 16,0 0-5-16,16 0 0 0,-16 0 1 0,0 0-2 16,1 0 2-16,-1 0 3 0,18-2-5 0,-18 2 1 0,0 0-6 15,1 0-19-15,0 0-39 0,-1 0-11 16,0 0-13-16,0 0-82 0,1 0-164 0,0-1-35 0</inkml:trace>
  <inkml:trace contextRef="#ctx0" brushRef="#br0" timeOffset="-205825">12314 3429 365 0,'0'0'595'0,"0"0"-261"0,-1 0 312 0,-19 8-652 16,13-3 1-16,-1 1 1 0,1-4 4 15,-3 5-1-15,-1 1 1 0,-2 1-3 0,1-1 2 0,0 0 1 0,0 0 0 0,0 0 2 0,-1-1-1 16,1 0 1-16,0 2 0 0,1-1 16 15,-1-1 13-15,0 0-4 0,0-1 7 0,-1 1-13 0,0-1-1 32,-1 1-4-32,-1 1 2 0,-1-1-2 0,2 1-6 15,0-1 3-15,0 0-3 0,2-1 16 0,0 0 10 16,3 1 1-16,0-1 0 0,2 0-11 0,1 0-4 16,1 0-3-16,1-1 0 0,4-5-2 0,0 0-11 0,0 1-1 15,-1-1-6-15,1 1-42 0,0-1-46 16,-1 1 1-16,1-1-16 0,-1 1-8 0,1-1-5 0,0 0-17 0,0 0 1 15,-3-5-87-15,7-6-163 0,0-1 37 0,1-1-60 16,-1 0 239-16</inkml:trace>
  <inkml:trace contextRef="#ctx0" brushRef="#br0" timeOffset="-205625.4">11960 3538 292 0,'8'-23'-136'15,"-2"12"448"-15,-2 3-91 0,0 0-6 0,-2 3-36 16,-2 5-93-16,0-1-25 16,0 1-1-16,0-1-10 0,1 1-20 0,-1-1-18 0,0 1 3 0,0 0-6 0,0 0 3 15,0 0-1-15,-3 10-7 0,-2-1 3 0,-1 0-7 16,0 2-3-16,-2 2 2 15,1 0-1-15,2 1 10 0,-2 1 0 0,2 0 10 0,-1 0-3 0,0 1 52 0,1 1 20 32,0-1 0-32,0 0 4 0,1-1-15 0,-1 0-3 15,0-1 2-15,1-1-1 0,2 0 13 0,1-2 77 16,1-1-26-16,4 0 35 0,2-2-105 0,1 0-44 16,5 0-8-16,4-1-8 0,1-2-19 0,6 0-18 15,4-1-31-15,6-3-3 0,2 1-184 0,3-2-261 0</inkml:trace>
  <inkml:trace contextRef="#ctx0" brushRef="#br0" timeOffset="-202993.07">12493 1531 1693 0,'0'0'68'0,"0"0"-35"0,0 0 4 16,0 0-18 0,0 0-18-16,0 0-30 0,0 0-1 0,0 0-11 15,0 0 10-15,0 0 25 0,0 0 6 0,0 0 3 16,0 0 3-16,-1 1 5 0,-10 15 0 0,11-16 6 16,0 0 23-16,-1 0 11 0,0 0 1 0,1 1 4 15,-17 12 3-15,17-13-22 0,-1 0 5 0,1 0-12 16,0 0-12-16,0 1-13 0,-20 9 3 0,20-10-4 15,-1 0 9-15,-18 7-6 0,19-7 2 0,-16 5-2 0,7-2 8 0,0 0-2 16,0 1-2-16,1 0 1 0,0 0-3 0,2 0-9 16,-1 0 0-16,1-1-2 0,0 1-2 0,1-1 3 15,0 2 1-15,-1-1 0 0,2-1 2 0,-1 2-4 16,1-2 2-16,-1 0-3 0,5-3-2 0,0 0 5 16,0 1-2-16,-18 8 3 0,18-9 1 0,-1 0-28 15,1 0-1-15,0 0-12 0,-18-2-4 0,18 2-16 16,0-1 0-16,0 1-7 0,-13-21-2 0,10 12 9 0,-1 0 9 15,0-1-1-15,1 1 18 0,1 0 17 0,-1-1 5 16,0 1 4 0,2-2 17-16,0 1 1 0,1 0-6 0,0 1 4 15,2 0 0-15,0 1 9 0,0 2 1 0,-2 6 3 16,0-1 16-16,0 1-6 0,1-1 2 0,0 1-6 16,-1-1-18-16,0 1 2 0,0 0 0 0,1 0 0 15,0 0-8-15,-1 0-4 0,0 0-1 0,0 0-1 16,5 19-2-16,-5-19 5 0,-7 15-4 0,3-6 5 15,0 1 6-15,0-1 9 0,0 2 9 0,-1-1-1 0,1 1 20 16,-1-2 0-16,0 1-3 16,0 0 2-16,2 2 4 0,0-1-4 0,2 1 4 0,0-2-7 0,1 0-11 0,0 0-2 15,1 0-2-15,1 0 1 0,2 1-9 0,1-1-6 16,2-1-5-16,-1-1 1 0,1-1-8 0,0 1-17 16,0-3 7-16,2 1-10 0,-1-1 9 15,2-2-68-15,0 0-17 0,-1-3-33 0,0 0-210 0</inkml:trace>
  <inkml:trace contextRef="#ctx0" brushRef="#br0" timeOffset="-198425.78">1505 5572 2143 0,'-9'-7'214'0,"1"-1"50"0,0-1 12 16,1 1-155-16,2 1-52 0,-1 1-12 0,1 2 4 15,-1-1-3-15,1 2-6 0,-4-3-24 0,3 5-5 0,6 1-5 16,0 0-14-16,-1 0-23 0,-20 10 0 0,15-2-10 16,-1 2-10-16,-1 7 6 15,0 3 3-15,0 6 2 0,0 5 11 0,2 4 16 0,0 1-3 0,1 5 7 16,2 1 3-16,0 3 8 0,1 2 0 0,1 3 2 16,1 2-1-16,2 3 3 0,0 2-6 0,0 4 6 0,0 2-6 15,1 2-5-15,0 0 4 0,-1 1-5 0,1-1-4 16,0-2 3-1,0-4-5-15,0-1 5 0,0-4-4 0,-1-7-14 16,0-3-6-16,-1-9-9 0,-1-4-54 0,0-6-39 0,-2-2-3 0,0-5-12 16,-2-4-8-16,-2-5-19 15,-1-3-1-15,-3-4-17 0,-3-3-134 0</inkml:trace>
  <inkml:trace contextRef="#ctx0" brushRef="#br0" timeOffset="-198159.06">819 6087 3247 0,'0'0'120'0,"0"0"44"0,0 0-128 0,0-1-2 0,0 1-6 0,1-17 2 15,-1 17-22-15,13-7-11 0,-1 6 3 0,1-1-6 16,2 1 7-16,5-1-1 0,2 0-1 0,2 0 0 16,2 0 1-16,4 1 2 0,1 0-2 0,4-1 0 15,3 0-7-15,1-3 10 0,0 1-3 0,-1-1 7 0,1-1-2 16,1 1-2-1,1-2 2-15,-1 0-2 0,-4 0 8 0,-2 1-3 0,-1 2 2 0,-3 0-4 0,1 1-2 16,-2-1 0 0,-3 0-2-16,-4 2 1 0,-1 0-7 0,-3 1-68 15,-2-1-15-15,-2 1-30 0,1-2-171 0,0 3-282 16</inkml:trace>
  <inkml:trace contextRef="#ctx0" brushRef="#br0" timeOffset="-197859.69">1616 6246 3650 0,'0'0'135'0,"0"0"-117"0,0 0 10 0,0 1-47 15,9 11-10-15,1-8 24 0,1 2-7 0,3-1 12 16,-1 1-4-16,0 1 3 0,1 0-1 0,1 2 1 15,2 1-10-15,1 1 6 0,0 1-1 0,0 2 3 0,-1 1 0 16,-1 1 2-16,1 1 1 0,-1 0 0 0,-2-1-2 31,0 1 2-31,-2 0 0 0,0 2 2 0,0 0 0 0,-1 0-2 16,3 1 0-16,-3 0 0 0,1-1 5 0,-3 0-5 16,-2-2 5-16,0-1-5 0,-2-3-2 0,-2-2-34 15,0-1-5-15,-2-3-14 0,-1 0-56 0,0-7-77 16,0 0-16-16,0 1-30 0,0-1-138 0</inkml:trace>
  <inkml:trace contextRef="#ctx0" brushRef="#br0" timeOffset="-197658.83">1940 6064 3329 0,'0'0'229'0,"0"0"-158"0,-16 4 28 0,16-4-78 16,-1 1-8-16,-15 12-6 0,11-4-1 0,1 3 1 0,-1 4 11 15,0 4-8-15,-3 5 2 0,0 4-5 32,-3 3 2-32,-3 2-11 0,1 3 1 0,-3 3-5 0,0 1 1 15,0-1-26-15,0 0-27 0,-1-3-8 0,2-1-174 16,1-1-216-16,1-3-55 0</inkml:trace>
  <inkml:trace contextRef="#ctx0" brushRef="#br0" timeOffset="-197358.13">2438 5681 2819 0,'-5'0'483'0,"0"0"-401"0,-2 1 30 0,1 1-88 16,-1 1-31-16,1 2-22 15,-1 2 2-15,0 3-6 0,-1 4 18 0,-2 5 10 0,0 5-3 0,-2 5 5 16,2 3-3-16,0 4 1 0,0 2 0 0,2 3 0 31,-1 3 1-31,2 2 5 0,1 4 4 0,2 0 0 0,1 1 2 16,2 0 1-16,1 0-5 0,3 0 4 16,2-3-4-16,3-3-4 0,0-2 3 0,2-5-2 0,1 0 4 15,-1-6-45-15,3-4-16 0,0-5-18 0,2-3-110 0,1-4-84 16,0-3-22-16,1-5-41 0,-2-5-314 0</inkml:trace>
  <inkml:trace contextRef="#ctx0" brushRef="#br0" timeOffset="-196992.22">2364 6091 2956 0,'0'0'495'0,"0"0"-357"0,0 0 24 0,0 0-99 16,0 0-48-1,3-1-17-15,8-1 6 0,3 0-9 0,2 0 5 16,1 0 2-16,0 0 0 0,2 0 1 0,1 1 1 16,0-1-4-16,1 1-1 0,-3 0-1 0,1 1 2 0,-1 1-9 15,0 1 0-15,-1 3-4 0,-1 0-5 0,-3 3-1 16,-1 1 0-16,-3 2-1 0,-2 2-1 0,-1 4 0 15,-1 3 4-15,-3 5-2 0,-1 3 13 0,-2 3 9 16,-2 2-3-16,-1 2 6 0,1 0-3 0,1-2 3 16,2-3 2-16,0-3 0 0,2-2-3 0,2-2 5 15,0-3-3-15,3-3 4 0,-2-1 1 0,2-4 4 0,-1-3 0 16,1-1-2-16,0-2-14 0,1-3-20 0,2-1-4 16,-1-3-9-16,2-2-38 0,2-4-85 15,2-4-15-15,2-6-34 16,1-4-169-16,2-10 892 0</inkml:trace>
  <inkml:trace contextRef="#ctx0" brushRef="#br0" timeOffset="-196783.75">2907 5890 1094 0,'-5'-3'1481'16,"0"-1"-999"-16,-1 2-251 0,-1 1-92 0,0 0-82 0,-1 1-26 15,0 2-5-15,-1 3-6 0,-2 1-11 0,-4 3-9 16,0 5 4-16,-2 4-6 0,-1 3-1 0,1 5 8 15,-2 3-1-15,-1 4 7 0,1 3 11 0,0 2-6 16,0 3 0-16,1 2-2 0,2 0-13 0,0-1 2 16,3 0-5-16,2-4-5 0,2-1-96 0,4-5-220 15,0-2-34-15,4-2 41 0,1-3 1112 0</inkml:trace>
  <inkml:trace contextRef="#ctx0" brushRef="#br0" timeOffset="-196592.98">3305 5672 3072 0,'2'6'534'0,"1"3"-481"0,2 3 19 0,2 7-53 16,3 4-11-16,3 8 2 0,-1 5-3 0,-1 9 3 0,-4 3-3 15,-2 6-3-15,-5 5-1 0,-3 7 1 0,-4 2 1 16,-1 7-5-16,-4 0 2 0,-2 0-5 15,-2 2-19-15,-3-4-110 0,-2 0-35 0,-2-2-47 0,-3-3-338 0</inkml:trace>
  <inkml:trace contextRef="#ctx0" brushRef="#br0" timeOffset="-194826.28">536 4868 3829 0,'-10'-2'30'0,"1"1"-132"0,3 0 0 16,6 1 126-16,0 0-26 0,0 0-1 0,0 0-2 15,0 0 3-15,0 0-8 0,0 0 0 0,0 0 1 0,13-1 1 16,-4 3 5-16,2-1 3 0,-1 1-3 0,3-1 3 15,0 2-5-15,1-2 5 0,1 0-2 0,1 0 2 16,2 0 3-16,0 1-1 0,-1-1 2 0,2 0-2 16,0 1 0-16,1 0-2 0,-2-1 2 0,3 0-2 15,-1 0-2-15,5 1 2 16,3-1-3-16,1-1 3 0,4 1 0 0,-3-1 0 0,2 0 1 0,1 0-1 0,1-1-2 16,4 0 4-16,0 0-2 0,2-2 2 0,-1 0-2 15,1-1-2-15,1 0-2 0,1-1 2 0,2 0-1 0,-2 0 5 16,1 1-1-16,1 0 1 0,0 0-5 0,2 1 1 31,-1 0 4-31,0 1-1 0,0 0-3 0,1 1 4 16,3 1-5-16,-2 0 5 0,0 0-2 0,2-1 0 15,0 1 4-15,2 0-3 0,0 0-1 0,1-1 1 16,0-1-1-16,1 1 1 0,2-1 4 0,0 1-7 16,0-1 5-16,2 1-5 0,-3 1 3 0,2 1 1 0,-1 1-1 15,1 0 0-15,-1 2-2 0,0 0 0 0,0 1-2 16,2 0 3-16,-1-1 0 0,0 1 2 0,0-1-1 0,1 1 1 15,0 0-2-15,1-1 0 0,1 0 0 0,0-2 0 16,1 1 5-16,1 0-4 0,0-1 0 0,2-1-1 16,0 0-2-16,-1-2 1 0,2 2 1 0,1-1 1 15,0 1-1-15,-2 1 0 0,2-1 3 0,0 2 0 16,-1 0 2-16,0 0-4 0,1 0-2 0,-2 0 0 16,-1 1-3-16,3 0 8 15,-2 1-4-15,-1 0 6 0,1-1-6 0,3 1 0 0,-1-1 4 0,2-1-2 0,4 0 5 16,-2-1-4-1,1 1 3-15,4-2-2 0,-1 1 11 0,-1 0-8 16,4 1 0-16,-2-1-4 0,-2 1-4 0,3 0 5 16,1 1-2-16,-3 2 4 0,5-2-8 0,-2 2 6 15,-3-1-1-15,6 0 4 0,-4 0 2 0,3 1-4 16,1-1 3-16,-4 0-3 0,7-1 9 0,-1 1-3 16,-2-1 1-16,7-2-2 0,-1 1-4 0,-2 0-1 15,6-1-2-15,-6 1 2 0,3 0-3 0,-1 1 0 0,-2 1-1 16,4-1 1-16,-2 3 7 0,3-1-4 0,0 0 4 15,-3 2-5-15,2-2-2 0,-3 2 1 0,0 0-2 0,2-2 2 16,-2 3-5-16,3-3 5 0,0 2-2 0,0 0 4 16,2-2-3-16,-2 3-4 0,1-3 3 0,-1 0-2 15,0 0 9-15,0-1-5 0,-4 1-1 0,3 1 0 16,-2-1 3-16,-3 0-4 0,3 0 4 0,-6 1-5 16,1-1 0-16,0 0 6 0,-3 1-4 0,0-1 6 15,-1 1-8-15,-3-1 6 0,2 1-2 0,-2-1 3 0,-2 1-4 16,2-1-3-16,0 0 3 15,-4 0-3-15,2 0 4 0,-2-1 3 16,0-1-6-16,-2 2 5 0,1-2 0 0,-4 1-2 16,0 1 3-16,-2-2-5 0,-3 1-3 0,1-1 1 15,-4 2 1-15,-1 0 0 0,-1 0 9 0,0 3-8 16,-2-2 0-16,1 1-3 0,-1 0 1 0,-2-1 4 16,-1 0 0-16,-1 0 2 0,-3 0-6 0,0-1 8 15,-2 1-4-15,-2-1 5 0,-2 0-4 0,-6 0-5 0,-2 0 2 16,-4-1-3-16,-2 1 1 0,-2-1-4 0,-5-1-20 15,-2 0 2-15,-5-2-106 0,-2-1-190 0,-8-1-55 16,0 0-91-16,1 0-657 0</inkml:trace>
  <inkml:trace contextRef="#ctx0" brushRef="#br0" timeOffset="-193310.31">758 3400 1853 0,'-4'-5'93'0,"0"2"-8"0,4 3 11 0,0 0-3 16,0-1-32-16,-1 1-11 0,1-1 4 0,0 1-2 15,-1-1 21-15,1 1-30 0,0-1 3 0,-1 1-13 16,1 0-2-16,0-1 5 0,0 1-4 0,0-1 4 16,1 1-9-16,-1-1 2 0,20-14 0 0,-20 15 0 15,0 0-6-15,22-2 11 0,-22 2-8 0,16 1 9 16,-5-1-7-16,1 2-6 0,2 0-3 0,1-1-3 0,0 0-10 16,2-1 0-16,0 2 4 0,1 0-4 0,1-1 3 0,0 2-5 15,0-1 0-15,1 1-2 0,2-1-2 0,2-1 6 16,3 0-5-16,3-1 6 15,0 0-4-15,-1 0-4 16,0 1 3-16,-2-1-2 0,2 0 6 0,2 0 3 16,1-2 0-16,2 1 3 0,-1-1 23 0,0 0-4 15,1 1 9-15,2-1-8 0,3 1-2 0,1-2-10 16,2 0-2-16,-1-1-4 0,2-1-4 0,2 1-3 0,1-2-3 16,1 1 1-16,-1 2-5 0,0-1 10 0,1-1-3 15,0 1 3-15,-1 0-10 0,-1 2-2 0,-1 0 3 16,-1 2-2-16,-1 0 4 0,-1 1-1 0,-3 0-2 0,-3 1 0 15,0 1-4-15,0 1 4 0,0 1 1 0,-5 1 1 16,0 0-6-16,-1 3-236 0,-1-1-2 0,3 2-116 16,1-1-352-16</inkml:trace>
  <inkml:trace contextRef="#ctx0" brushRef="#br0" timeOffset="-192273.27">3657 6045 3103 0,'-6'-5'137'16,"-1"2"-31"-16,1 0 1 0,6 3-33 0,0 0-54 15,-1 0-32-15,1 0 0 0,0 0 0 0,0 0 12 0,0-1-2 16,16-12 1-16,-5 13 0 0,2 0 1 0,4-1 0 15,1 0-2-15,4 0 2 0,1 0-1 0,2 0 1 16,0 0 1-16,0 0 2 0,-2 1 1 0,0 1-1 16,-2 0-2-16,0-1 1 0,-1 0 1 0,0 0-27 15,-3 0-11-15,-1 2-14 0,-2-1-107 0,-1 1-94 0,-1 0-23 16,0-1-37-16,-1 0-229 16</inkml:trace>
  <inkml:trace contextRef="#ctx0" brushRef="#br0" timeOffset="-192044.22">3735 6303 3233 0,'0'0'125'0,"0"0"109"0,0 0-214 16,0 0-24-16,0 0 1 0,11 7-9 0,-1-5 14 0,4 1 18 15,0 1-3-15,4 0 5 0,0-1-21 0,3 0 10 16,1-1-2-16,4-1 3 0,1 0-6 15,2 0 4-15,2-1-4 0,-3 0 3 0,0 0-12 0,-2 0 6 16,-1-1-2-16,-1 0 3 0,0 0-30 0,0 1-57 16,-2 0-19-16,1-1-19 0,-1 0-136 0,-1-1-180 15,-1 0-104-15</inkml:trace>
  <inkml:trace contextRef="#ctx0" brushRef="#br0" timeOffset="-191143.48">5032 5540 3632 0,'-7'-7'108'0,"0"-1"-28"0,-1-1 47 16,1-2-90-16,-1 1-12 0,2 0-19 16,0 3-3-16,-1 1-3 0,-2 2 2 0,-1 1-22 0,-7-3-16 0,1 6-3 0,-4 4-4 15,-3 4-26-15,-6 5 8 16,-3 3 2-16,-2 6 6 0,-2 2 39 0,1 4-3 0,1 2 9 0,1 0-5 31,2 1 18-31,1-2-1 0,1 0 4 0,5-2-4 0,3 0 3 16,4-1-10-16,1-2 0 0,3 0-4 0,2-2 7 15,2-4-5-15,4 0-2 0,4-3-1 16,2-1-5-16,4-3-20 0,3-1 5 0,3-1-9 0,4-2 22 16,3 0 20-16,2-2 2 0,4-3 7 15,4 0 13-15,1-2 2 0,1 0-4 0,1-1 1 0,-1 0-15 16,-2 1-3-16,-2 0 3 0,-3 0-4 0,-1 2-1 0,-4 0-6 15,-1 3 0-15,-2 2-2 0,-4 2 0 0,-2 2 10 16,-3 1-4-16,-2 3 7 16,-2 2-11-16,-4 6 3 0,-1 2-2 0,-5 4 2 0,-1 3 0 0,-5 4 5 15,-2 0 3-15,-2 3 1 0,-1 1 10 16,-1-1-1-16,2-2 1 0,1 0-2 0,-1 0-9 0,0-2-8 16,1 0 1-16,1-3-4 15,2-3 2-15,0-1-2 0,1-2 0 0,1-2-1 0,0 1 4 0,2-2-3 0,1-1 0 16,2-2 0-16,2 0 7 0,1-3-7 0,3-1 3 0,1-2-3 31,0-1-6-31,4 1 8 0,-1-1-4 0,1 0 5 0,0 1-2 0,1 0 1 0,3 2 2 0,-2 1 0 31,1 1 1-31,0 2 1 0,0 1-3 0,-1 1 3 16,1 0 3-16,0 3 3 0,-2-1-2 0,1 4 1 16,-2 2-2-16,1 1-3 0,-1 1 2 0,-1-2-4 0,1 2-2 15,0 1-1-15,-2 0 6 0,-1 3-3 16,1 1 10-16,-2-1-8 0,1 1-2 0,-1 1 0 0,0-1 9 0,-1 4 0 15,-1 0 8-15,0-2-6 0,0 2 2 0,-2 2-10 16,1 1-3-16,-1 1-1 0,1-2 2 0,-1 1-2 16,1-2 3-16,0 0-4 0,0 1 3 0,0-3-7 15,0-2 6-15,2-2-6 0,-2-1 5 0,1-1 0 16,0 0-3-16,1-2 2 16,0-1 5-16,0-1-5 0,1-1 3 0,-2 0-5 15,2 2 6-15,-1 2-6 0,0-1 3 0,1 1-3 0,0 0 0 0,0 1 1 16,1 0-1-16,-1 1 0 0,1 1 0 0,1-2 0 0,1-1 0 15,1-3 0-15,-1-1 0 16,2 0 0-16,-1-1 0 0,0-2 0 16,-1-1 0-16,1-3 0 0,0-2 0 0,0-1 0 15,1-2 0-15,0-1-9 0,0 1 1 0,0-3-7 16,-1-1-18-16,1 0-62 0,-1-2-21 0,1-3-28 16,0-1-227-16,1-5-807 0</inkml:trace>
  <inkml:trace contextRef="#ctx0" brushRef="#br0" timeOffset="-190226.99">5650 5183 3064 0,'0'0'134'0,"0"0"-46"16,0 0-5-16,0-1-24 0,0 1-62 0,0 0-3 0,0 0-1 16,0 0 7-16,0 0 0 0,0 0-2 0,18 13-5 0,-14-2 3 15,-1 0 2-15,-1 2-9 0,0 1 6 0,0 2-7 16,0 1 8-16,-1-1-7 0,0 1 5 16,-1-2-5-16,-2 0 4 0,1 1 6 0,-2-1-23 0,-1 0 4 15,0 1-152-15,-2-3-89 16,-3 1-35-16,0 0-36 0,-3-2-335 0</inkml:trace>
  <inkml:trace contextRef="#ctx0" brushRef="#br0" timeOffset="-189960.57">5231 5495 2735 0,'-6'1'148'0,"6"-1"279"0,-1 0-401 0,1 0-45 16,0 0 7-16,-1 0-19 0,1 0 16 0,0 0 17 15,5 12-5-15,6-8 8 0,1 1-6 0,5-1 8 0,2 0-2 16,4 1 5-16,1-2-1 0,3 0-5 0,1 1 4 16,3-1-6-16,0 0 0 0,3-1 5 0,1-1-4 15,0 1 5-15,0 0-6 0,1 0 13 0,1-2-2 16,0 1 5-16,0-2-11 0,-1 1 2 16,-2 0-4-16,-2 0 4 0,-1 0-5 0,0 0 3 0,-1 0 0 0,-1 1-1 15,-2 1-7-15,-2-2 1 0,-1 2 1 0,-4 1-1 16,-1-1-44-16,-2 0-146 0,-1-2-2 0,-1 2-56 15,-2-1-85-15</inkml:trace>
  <inkml:trace contextRef="#ctx0" brushRef="#br0" timeOffset="-189476.38">5210 5897 3206 0,'0'0'164'0,"0"0"-120"0,0 0-5 16,0 0-40-16,0 0-49 0,0 0 39 0,17-3-7 0,-7 1 19 16,2 1 4-16,3-1-7 0,0 1 2 0,3-1-2 15,0-1 3-15,1 2 1 0,0-1 1 0,-1 0-1 16,-1 2 2-16,-3 0-1 0,0 1-1 0,0 1-1 15,-1 0-1 1,0 2 1-16,-1-1 1 0,-3 1 2 16,-1 1-5-16,-3 2 1 0,1 0-3 0,-3 1 3 0,0 0 2 15,-2 1-3-15,-1 2 1 0,-4 1-3 16,0 1-4-16,-3 3-4 0,-1 2 6 0,-4 2-5 0,-1 1 7 16,-2-1 2-16,1-1-2 0,1 0 3 15,1-2 1-15,4-1 3 0,1 0-3 0,1-3 3 0,1-1-4 0,1-2-2 16,1-1 5-16,3-1-3 0,-1-1 10 0,1-1-4 15,0-6-2-15,0 0 1 0,1 1 6 0,15 17-7 16,-8-14 4-16,1-2-4 0,3 0 2 16,-1-2 1-16,4-2-2 0,2-1 3 0,3-1-3 0,1-1 3 15,1-3-1-15,1 2 1 0,2-2-6 0,-1 1 0 16,0 0 1-16,-1-1-1 0,-1 1-2 0,0 1-8 0,0-2-10 16,-3 2 0-16,-2 0-53 0,-2 1-36 0,0 0-10 15,0 1-9-15,-3 0-38 0,0 1-25 0,-1-1-2 0,-2 0-15 31,1-1-62-31</inkml:trace>
  <inkml:trace contextRef="#ctx0" brushRef="#br0" timeOffset="-189083.8">5866 5820 2723 0,'0'0'235'0,"0"0"-136"16,0 0-13-16,0 0-37 0,0 0-36 0,0 0 28 16,0 0-11-16,0 0 15 0,0 1-22 0,0-1-9 15,1 19-4-15,-1-19-2 0,-1 15-9 16,-1-4-1-16,0-1 1 0,1 3-1 0,-1-1 0 0,0 3 0 16,0 0-2-16,1 0 2 15,1 1 0-15,-1-2-1 0,0 1 0 0,-1 0-1 0,2 1 4 0,0-1-3 16,2-1 3-16,-2 0-4 15,2 0-3-15,3-1 2 0,2 0 0 0,2-1 2 16,2-1 9-16,2 1-6 0,-1-1 5 0,1-1-5 16,2 0 8-16,-2-2 1 0,1 0-3 0,-1 0 1 15,-1 0-7-15,0 0 8 0,-2-1-2 0,0 2 5 16,-2-1-3-16,-2 0-1 0,-1 0 0 0,-2-1 0 0,-1 0 3 16,0 0 1-16,-2 0 0 0,-1 0-1 0,-1 0 1 15,0-1 0-15,-2 0-2 0,-1 0-2 0,-3-1-12 16,-2 0-14-16,-1-1 1 0,-3-1-6 0,-1-1-17 0,-2-2-50 15,-1-1-15-15,-3-4-18 0,-1-1-113 0,-3-5-265 16</inkml:trace>
  <inkml:trace contextRef="#ctx0" brushRef="#br0" timeOffset="-188893.7">5793 5902 2422 0,'0'0'519'0,"0"0"-323"0,1 0-38 16,22-6-72-16,-12 4-44 0,3 0 7 0,0 0-11 0,3 1 10 15,1 1-22-15,0 0-19 0,1 1 4 0,-1 0-8 16,0 1-1 0,0 1 0-16,0-1 0 0,-2 1 1 15,0 0 1-15,-4 1-2 0,1 0-5 0,-3-1 0 16,0 1-33-16,-3-1-45 0,0 1-12 0,-1-1-20 16,0 1-128-16,0 1-215 0,0-1-161 0</inkml:trace>
  <inkml:trace contextRef="#ctx0" brushRef="#br0" timeOffset="-188309.44">6714 5899 3923 0,'0'0'-195'0,"0"0"124"0,0 0-122 15,0 0 263-15,0 0-19 0,0 0-36 0,0 0-7 16,0 0-5-16,0 0 4 0,0 1-12 0,0-1 0 15,18 18 4-15,-18-18-3 0,0 0 4 0,19 15-5 0,-11-10 4 16,-2 0-8-16,2 0-45 0,-2-2-82 0,-1 1-13 16,-5-4-25-16,0 0-75 0,1 0-115 0,17 14-88 15</inkml:trace>
  <inkml:trace contextRef="#ctx0" brushRef="#br0" timeOffset="-188116.87">6705 6275 3207 0,'0'0'127'16,"0"1"-75"-1,0-1-7-15,11 20-22 0,-7-12-17 0,0 2 7 16,1 1 2-16,-2 1 1 0,-1 1-8 0,-1 1-4 16,-2 0-3-16,-3 2-1 0,0 1-14 0,-4 3-167 15,-3 3-23-15,-2 2-73 0,-5 3-320 0</inkml:trace>
  <inkml:trace contextRef="#ctx0" brushRef="#br0" timeOffset="-187326.33">8351 5578 62 0,'0'0'904'16,"0"0"-371"-16,0 0 466 0,0 0-938 0,0 0-13 15,0 0-17-15,0 0 25 0,0 0-7 0,0 0 15 16,0 0-16-16,-1-1-10 0,0 1 2 0,1-1-5 15,0 1 9-15,-1-1-1 0,1 1 5 0,-1 0-3 0,1 0 1 16,0 0-17-16,0 0 0 0,0 0-5 16,0 0 0-16,0 1 0 0,0-1-2 0,1 1 1 0,20 17-9 0,-21-18-1 15,16 4-2-15,-6-2 0 0,1 1-6 16,1-1-5-16,1 1 2 0,0 0-2 0,1 0 1 0,0 1 3 16,-1-1-4-16,-1 1 2 15,1 0 1-15,-1 1-2 0,0 1-1 0,0 0 0 0,-2 1 2 0,-1 2-2 16,0 0 1-16,-2 2-2 0,0 0 0 15,-2 3 0-15,0-1-1 0,-2 4 0 16,-1-1 2-16,-1 4-6 0,-1 1 7 0,0 3-5 16,-1 2 7-16,-1-1-6 0,0 2 2 15,1-2-3-15,0 0 6 0,1-2 0 0,1 0-4 0,0-1 2 16,1-2 9-16,2-1 4 0,0-2 3 0,2-2-1 16,2 0 0-16,0-4 8 0,2-1 0 0,2-2 1 15,0-2-7-15,1-2-11 0,3 0 2 0,0-3-5 16,3-1 0-16,0-3-26 0,1-2-8 0,0-1-11 15,1-2-60-15,-3-1-78 0,-2-2-10 0,0-2-28 16,-1 0-86-16</inkml:trace>
  <inkml:trace contextRef="#ctx0" brushRef="#br0" timeOffset="-187077.72">8868 5646 1383 0,'0'0'196'0,"0"0"518"0,0 0 283 15,-1 0-845-15,1 0-155 0,-20 6 1 0,20-6 2 0,-13 13 1 16,5-3 18-16,-5 3-18 0,-2 2 6 0,-2 3-9 16,-1 0 3-16,-2 1-1 0,0 1-1 0,1 2-2 15,0 0-1-15,-1 1 9 0,1 0-7 0,0-2 6 16,1 1-7-16,1-2-1 0,1-2 4 0,1-2-5 15,1 1-18-15,0 0-180 0,0 1-13 0,-2 1-83 16,-4 0-297-16</inkml:trace>
  <inkml:trace contextRef="#ctx0" brushRef="#br0" timeOffset="-186175.47">8083 5635 2958 0,'0'0'165'15,"0"0"-69"-15,0 0 82 0,0 0-177 0,0 0 5 16,0 0-2-16,0 0 5 0,0 0 2 0,0 0-3 15,-1 0-8-15,-19 1 2 0,13 5-2 0,-4 2 1 16,-2 2-6-16,-3 1-2 0,-2 1-2 16,0 2 1-16,-2 1 4 0,1 0 2 0,-1-1-1 0,0 1 2 0,0-1 0 15,1-1 2-15,1-1 0 0,1 1 0 0,1 0-7 0,2-1 6 16,0 1 0 0,3-1 1-16,-1 0-1 0,4 0 3 0,2-1-2 0,2 1 1 0,1-1-8 0,3-1 3 15,2 0-3-15,1-2 4 0,3 0 2 0,1 0-4 16,4 0 0-16,1 0-2 0,2-1 4 0,2-1 0 15,1-1 4-15,2 0-2 16,-1-2 3-16,0 0-16 0,0 1-7 0,-1-4-5 0,0 1-46 0,-5-1-73 0,0-1-5 16,-2 1-30-1,-2-2-88-15,0 0-430 0</inkml:trace>
  <inkml:trace contextRef="#ctx0" brushRef="#br0" timeOffset="-185894.08">7302 5726 3366 0,'-8'0'94'0,"2"1"-98"15,6-1-13 1,0 0-21-16,-1 1 7 0,1-1 27 0,-17 22-1 0,14-12 7 0,-2 5-5 0,0 1-8 15,0 4 5-15,-1 3-4 0,0 1 5 0,-2 3 5 16,1 1-3-16,-1 0 3 0,1 0-3 0,-1 1 0 31,1 0-3-31,0 0 2 0,2-1-2 0,1-4-145 0,1-1 10 16,2-5-68-16,0-1-94 0,2-2-172 16,2-4-208-16</inkml:trace>
  <inkml:trace contextRef="#ctx0" brushRef="#br0" timeOffset="-185610.36">7476 5830 1501 0,'0'0'237'0,"0"0"922"15,0 0-1141-15,-1 0-35 0,-18 20 7 0,14-8-14 0,0 3 27 0,0 2 16 16,-2 2-7-16,2 0 9 0,-2 1-15 0,3-1-4 16,1 1 2-16,0-2-4 0,2 1-1 0,2-2-9 15,0-2-15-15,4-3 2 0,-1-2-49 0,3-3 10 16,0-2 18-16,2-2-2 0,2-3 57 0,1-3 13 15,1-1-6-15,3-5 9 0,0-1-1 0,1-4 6 32,2-2 1-32,-1-2 2 0,1-1 1 0,-3 1 36 0,-2 1-6 15,0 1 15-15,-2-1-15 0,-2 1-14 0,-2 1 0 16,-2 1-3-16,-1 1 1 0,-4 3-4 0,0 0 2 16,-3 1-4-16,-1 2-5 0,-1 1-28 0,-1 1-1 15,-2 2-10-15,0 1-22 0,-2 2-36 0,-1 1-18 0,-2 1-13 16,-1 2-131-16,-2 4-209 0,-3 3-120 0</inkml:trace>
  <inkml:trace contextRef="#ctx0" brushRef="#br0" timeOffset="-185123.39">9469 5737 3000 0,'-6'0'212'0,"-1"-1"-24"16,1-2-7-16,-4 2-136 0,1-2-77 0,-2-2 9 15,-4 4-5-15,-2 0 11 0,-3 1-3 0,-3 0 1 0,-1 2 4 16,0 0-3-16,0 1 7 16,2 2-6-16,-1 1 1 0,1 1-2 0,0 0 0 0,1 2-9 0,2 1 5 15,1 1-3-15,1 2 25 16,3 1 14-16,2 0 0 0,1 0 6 0,1 1-6 0,2 1-7 0,3 1 0 0,0-1-2 15,3 1 6 1,1-3-3-16,4 0 0 0,2-1-2 0,1-1 3 0,3-1 11 0,2 0 2 0,3 0 3 16,2-1 5-1,2-2-2-15,2 0-4 0,2-2 0 0,1 0-10 16,0-2-7-16,2 0 3 0,-3-2-5 0,-1-2 2 16,1 1-28-16,-3-1-8 0,0-1-10 0,-1 0-66 15,-2-1-83-15,1 0-11 0,-2-1-34 0,0 0-137 0</inkml:trace>
  <inkml:trace contextRef="#ctx0" brushRef="#br0" timeOffset="-184876.89">9755 5679 3037 0,'0'0'522'0,"0"0"-442"0,0 0 33 0,0 0-105 15,0 0-30-15,3 20-1 0,-2-10 9 0,-1 2-3 16,0 2 22-16,-2 2-2 0,-1 1-7 0,1 2 4 31,-1 3-4-31,-1 2 0 0,1 1 2 0,-1 1-1 16,0 1 1-16,0-1 1 0,-1 1 0 0,1 0 0 0,-1-1 5 16,1-2-8-16,-1 0-10 0,0-2-10 0,0-3-115 15,2-3-127-15,1-2-31 0,-1-5-43 0,2-1-250 0</inkml:trace>
  <inkml:trace contextRef="#ctx0" brushRef="#br0" timeOffset="-184489.88">10041 5680 3278 0,'0'0'189'0,"0"0"-169"0,0 0-2 16,0 1-50-16,-10 22 6 0,8-13 25 0,2 2 1 0,-2 1 7 15,-1 0 2-15,0 2-7 0,-2 0-2 0,3 0 0 16,0 0-7 0,1 1 7-16,-1 0 2 0,1-1 2 15,-1 0 0-15,0 0-5 0,-1-1 1 0,1-1-2 16,1 1 8-16,0-2-3 0,1-1-3 0,0 0 1 16,2-3-1-16,0 1-6 0,1-1 6 0,3 1-3 0,0 1 6 15,1 0-1-15,2 0-1 0,2-1 1 0,0 0 3 16,1-1 1-16,3 0-2 0,0 0 1 0,1 0-3 15,-1 0-2-15,-1-1 4 0,1 0-4 0,-2 1-4 0,0-1 6 16,-1-1-3-16,-1 1 3 0,-2 1-5 0,0-1 0 16,-1-1 3-16,-3 1 1 0,1 0 9 0,-3 0-4 15,-2 0-2-15,-1 0 0 0,-1 0-2 0,0 0 3 16,-2 0-2-16,-2 1 2 0,-1 0-5 0,-4-2-36 16,0 3-1-16,-2-3-19 0,-2 1-57 0,-1-2-88 15,-3-2-6-15,-2-2-36 0,-5-2-117 0</inkml:trace>
  <inkml:trace contextRef="#ctx0" brushRef="#br0" timeOffset="-184325.73">10131 5808 3196 0,'11'1'276'0,"4"1"-214"0,4 2 10 0,7 1-78 16,3 3 0-16,3 0 10 0,-1 0-3 0,-4 0 6 0,-1 0-8 15,-3 0-27-15,1 1-25 0,-2-2-10 0,1-1-182 0,-2-2-181 16,0-1-94-16</inkml:trace>
  <inkml:trace contextRef="#ctx0" brushRef="#br0" timeOffset="-183293.75">6963 2269 2226 0,'-5'-3'189'0,"5"3"-93"0,0 0 97 0,0 0-253 0,-1 0 22 16,1 0 8-16,-1 0 36 0,1 0 0 0,0 0 4 15,0 1-7-15,0-1 10 0,0 0-8 0,14 12 8 16,-5-7-8-16,3-3 12 0,2 3 2 0,1-2 2 16,1-2 6-16,1 2-8 0,2-2 3 0,2 1-4 15,0 2-3-15,0-2 9 0,2 2-7 0,0-2 7 0,1 0-14 16,1 0 1-16,2-1-1 16,-1 0 1-16,1 1-9 0,0-2 5 0,0 3-3 0,2-1 4 0,0 1-12 0,0-1 4 15,2 0 0-15,0 1 1 0,-1 1 6 0,-1-1-1 16,2 0-3-16,0-1 2 0,3 0 0 0,-1 0 5 15,3 1 2-15,0 0-1 16,-1 0 4-16,3-1 3 0,-1-1 0 16,3-1 1-16,2 0 1 0,-1 0-4 0,0 0-2 15,3 0 0-15,-1 0-5 0,2 0 2 0,-2 0 1 16,0-1 0-16,1 1-3 0,0-1-6 0,1 1 3 16,-2-2-3-16,1 1 9 0,2 0-5 0,-1-2 1 15,2 1-3-15,-2 0 0 0,2-1 0 0,1 1 4 0,1 1-3 16,1-1 1-16,0-1-1 0,0 0 1 0,0 0 0 15,0 0 4-15,0 0-2 0,-1 0 3 0,0 1-2 16,-1 1 2-16,0 0 4 0,-3 0-2 0,0 1 2 16,-1 0-2-16,2 1-4 0,-2-1 1 0,-1 0-1 15,2 0-3-15,0 0 0 0,-1-1-5 0,0 1 4 0,-1 1-4 16,2-1 1-16,0 0 2 0,0-1-2 0,1 0 0 16,0 0-3-16,1 1 2 0,-1-2-2 0,2 2 3 15,-2 0 4 1,0 1-1-16,0 0 1 0,-1-1-5 0,0 0 4 0,-3 0-2 0,2 0 2 0,-1 1 0 0,-2 0 0 15,1 0-1 1,-3 0 1-16,-1 0-7 0,0-1 1 0,-1 0 2 16,-2 0 1-16,0 2 3 0,-2 1-2 0,1-2-3 15,-2 3 0-15,1-4 0 0,-1 2 0 0,-1 0 3 16,0 0-2-16,-2 0 0 0,-1-1 1 16,-2 2-2-16,1-1 3 0,-2 0 1 0,0 1-5 0,-2-1 4 15,-3 1-5-15,0 1 4 0,-1-2 0 16,-2 3-1-16,-2-2-1 0,-1 0-6 0,-3-1 7 0,0 0 2 15,-2 0 3-15,-1 0-4 0,1-1 3 0,-1 0-5 0,-3 1 5 16,-5-2-12-16,0 0-22 0,1 0-5 0,-1 0-7 16,16 1-30-16,-16-1-49 0,0 0-8 0,0 0-20 15,0 0-78-15,0 0-63 0,0 0-42 0</inkml:trace>
  <inkml:trace contextRef="#ctx0" brushRef="#br0" timeOffset="-181526.75">7270 6308 2778 0,'0'0'151'0,"0"0"-1"0,-1 0-1 0,-16 0-77 0,17 0-58 0,0 0-74 15,0 0-13-15,0 0-8 0,0 0-86 0,0 0-127 16,0 0-38-16</inkml:trace>
  <inkml:trace contextRef="#ctx0" brushRef="#br0" timeOffset="-181209.75">10004 6498 2838 0,'0'0'135'0,"0"0"-62"0,0 0 37 0,0 0-191 0,0 0-9 0,0 0 71 0,0 0-108 16,0 0 51-16,17-5-280 0,-17 5 962 0</inkml:trace>
  <inkml:trace contextRef="#ctx0" brushRef="#br0" timeOffset="-179144.63">7407 3734 1599 0,'0'0'207'15,"0"0"-80"-15,0 0 104 0,-20 3-205 0,20-3-5 0,0 0-8 0,-17 9 13 16,17-9-4-1,-1 0 9-15,1 1-7 0,-17 3 11 0,17-4 1 0,0 0 2 0,0 0-4 0,0 0-10 16,0 0 0-16,0 0-1 0,0 0 16 0,0 0 6 31,0 0 5-31,0 0-2 0,0 0 0 0,1 0-8 16,-1 0-2-16,21 4-2 0,-21-4-5 0,0 0 7 16,19 4 3-16,-19-4 0 0,17 2-5 0,-6-1-13 0,2 0 0 15,2 1-3-15,0-2-2 0,2 0-12 16,0 0 0-16,3 0-4 0,0 0-1 0,1-1-3 0,0-1 0 15,1 0-2-15,2 0 3 0,4 0 1 0,-1-1 3 0,2 1 0 16,0 0 3-16,0 1-1 0,0-1 0 0,2 1 0 16,1 1 3-16,1-1-6 0,3 1 5 0,-2 1-4 15,1-1 10-15,-1 2 0 0,3 0-4 0,1 0 2 16,0 1-2-16,-1 1-8 0,-1 0 6 0,0 0-7 16,0 1 6-16,1 0-1 15,0 0-1-15,-2 1 1 0,-1-1-4 0,-1 2-1 0,2-1-2 0,1 0 2 0,0 1 4 16,1-1-4-16,-1 0 3 0,0 0-4 0,1 0 1 0,0-1 1 15,2 1 3-15,-2-2 0 0,-2 0 7 0,-2-1-8 16,0-1 0-16,-1 1-3 16,-2-1 0-16,-1 1 0 15,-4-1 1-15,-3-1 0 0,-4 1 6 0,-2-1-8 16,-2 0-13-16,-4-1-3 0,-1 0-83 0,-9 0-103 16,1 0-9-16,-1 0-41 0,17-7-116 0</inkml:trace>
  <inkml:trace contextRef="#ctx0" brushRef="#br0" timeOffset="-178393.46">7349 3807 2996 0,'0'0'102'0,"0"-1"-77"0,0 1-24 15,0-1-47-15,5-15-21 0,-5 16 74 0,0 0 6 0,18-8 9 16,-18 8-21-16,1 0 1 0,16-9-1 0,-17 9 0 15,16-2-2-15,-7 0-1 0,3 0 0 0,-1 0 0 16,1 0-3-16,2 1 8 0,-2-1-2 0,4 1 6 0,-1-1 5 16,0 0-3-16,1 0 6 0,0 1-5 15,2-1 12-15,-1 0-3 0,3 1-3 0,0 0 0 0,2-1-9 16,2 1 0-16,1-1-2 0,0 1 0 16,3-1-5-16,-1 0 3 0,1 0-4 0,4 0 3 0,1-1-1 0,2 2-3 15,1-2 5-15,-2 1-5 16,0 1 7-16,1-1-5 0,1 2 3 15,1-1-3-15,-1 1 5 0,-2 0 3 0,-2 0 4 0,0 0-1 0,2 1 5 0,1 0-4 16,1 1-3-16,-1 0 0 0,-1-1 1 0,0 0-2 16,2 1 1-16,2 0-1 0,2 0-3 0,-1-1-1 31,0-1-1-31,2 1 0 0,2-1-3 0,1 0 0 0,1 1 1 16,-1-1-1-16,-1 0 5 0,1 0-4 15,1 0 1-15,0 1-2 0,-4-1 4 0,1 1-1 0,-2 0 1 0,0-1-1 16,3 2-7-16,-4-2 11 0,-1 2 7 0,1-1 3 15,2 1 15-15,1-2-16 0,0 2-2 0,-2-1-4 16,-2-1-7-16,4 1 1 0,1-1 0 0,1 0 1 16,-1 0-1-16,-3 0 1 0,1 0-2 0,0 0 1 15,0-1 3-15,-1 1-6 0,-5 0 3 0,2 0-4 16,-1 1-1-16,-1-1 4 0,0 1-2 0,-3 0 5 0,0 1-3 16,-3-1-4-16,0 1 1 0,2-1-2 0,-1 0 8 15,0 1-4-15,-1-1 6 16,-3 0-5-16,-1 1 2 0,0-1-3 0,-2-1-2 0,1 1 0 0,0 0 7 0,-1-1-8 15,-1 0 4-15,-2 0-3 0,-3 0 10 0,0 0-6 16,-2 1 1-16,-4 0-2 0,0-1 1 0,0 0-10 31,-3 0-13-31,-1 0-2 0,-7 0-56 0,1 0-31 0,16-3-2 16,-17 3-14-16,1 0-54 0,-1 0-45 16,1 0-29-16,-1 0-8 0,0-1-121 0</inkml:trace>
  <inkml:trace contextRef="#ctx0" brushRef="#br0" timeOffset="-177976.94">8911 3659 2912 0,'0'0'112'0,"0"0"-76"0,0 0-24 0,0 0-26 15,0 0-68-15,1 0 58 0,-1 0-5 0,21 0 28 16,-13 3 9-16,0-6-1 0,6 6 0 0,5-2-2 15,1 1-12-15,5 0-1 0,2 0-3 0,0 0 2 16,1 0 3-16,2-1 3 0,2 0 4 0,4 0-1 16,-1 1 3-16,1-1 6 0,1 1 2 0,1-1 2 15,3 1 13-15,3-1 0 0,1 0-2 0,-1 1 0 16,2-1-9-16,1 1 1 0,1-1-3 0,1 1 1 0,-2-1-10 0,-1 3 2 16,1-2-2-16,-2 0 3 0,-1 2-7 15,-4-1 1-15,0 2-2 0,1-1 1 0,-2-1-2 0,-1 1-182 16,-2-1-43-1,0 0 43-15,4-2 1001 0</inkml:trace>
  <inkml:trace contextRef="#ctx0" brushRef="#br0" timeOffset="-174373.61">7152 6330 2118 0,'0'0'149'0,"0"0"-42"0,-1 0 64 0,1-1-143 16,-1 1-5-16,-10-17-18 0,11 17-1 0,0-1 0 15,-1 1-1-15,1-1-3 0,-1 1-4 0,1 0 4 0,-1-1-3 16,1 1 9-16,-15-16 1 0,15 16-3 15,0 0 4-15,0 0 16 0,0 0 19 0,0 0 5 0,0 0 4 16,0 0 6-16,0 0-9 0,0 0 0 0,1 0-3 16,17-6-4-16,-18 6 2 0,0 0-3 15,19-2 2-15,-19 2-11 0,1 0-8 0,21-3-2 0,-13 2-1 0,1-1-3 16,1 1-1-16,-2-1-2 0,2 1 0 0,0 0-9 16,0-1 6-16,-1 1-5 15,0 0 4-15,1 0-4 0,-1 1 1 0,1 0 3 16,-1 0-2-16,0-1 4 0,1 1-2 0,-1 0 4 0,2 0-4 15,-2 0 0-15,1 0-2 16,-1 0-1-16,0 0 1 0,1 0-1 0,0 0 1 0,2 0-3 16,-1 1 2-16,0-1-3 0,1 0-4 0,-1 2 2 15,-1-1-2-15,0 0 1 0,-2 0 1 16,0 1-3-16,-1-1 3 0,-1 0-6 0,0 1 0 16,-1-1 1-16,-6-1-4 0,0 0-45 0,1 0-125 0,17 6-24 15,-18-6-43-15,1 0-182 0</inkml:trace>
  <inkml:trace contextRef="#ctx0" brushRef="#br0" timeOffset="-173877.36">9630 6393 2375 0,'0'0'255'16,"0"0"-99"-16,0 0 129 0,0 0-252 0,0 0-14 0,1-1-15 16,13-19-9-16,-14 20 0 0,1-1 1 0,19-9-3 15,-20 10-6-15,1 0-2 0,22-9-1 0,-13 6-4 0,0 0 4 16,2 1 2-16,0 0 2 0,1 2 10 15,2 0-1-15,-1 0 2 0,1 1-1 0,0 1 1 0,1 0 9 16,2 1-1-16,1 1 4 16,0-1 10-16,-1 1 8 15,0 1 2-15,-3 0 1 0,0 0 5 0,-1 0-17 16,-1 1-1-16,-1-1-7 0,0 0-12 0,-1 0-4 16,-2 1-9-16,0-2-3 0,-1 0-100 0,-2-1-130 15,1 0-33-15,-1 1 73 0,1-3 1139 0</inkml:trace>
  <inkml:trace contextRef="#ctx0" brushRef="#br0" timeOffset="-172962.36">5634 6786 2963 0,'0'0'117'0,"0"0"-42"0,0 1 52 0,7 16-151 16,-4-10 11-16,1 2-13 0,1 3 36 0,0 0-1 15,0 0 7-15,-1 1-13 0,-6-3 4 0,5 3-1 16,-1 1 1-16,-1 1-5 0,-1-1 0 0,-1 1-2 16,-2-1 2-16,1 1 0 0,-1 0-2 0,0-1 1 0,-1 0-2 15,1-1-7-15,-1-3-49 0,1 1-4 0,0-4-20 16,-1-1-53-16,-2 0-59 0,6-6-19 0,0 0-20 15,-1 0-127-15</inkml:trace>
  <inkml:trace contextRef="#ctx0" brushRef="#br0" timeOffset="-172664.03">5226 7103 2944 0,'0'0'233'0,"0"0"-138"16,0 0-12-16,-1 0-37 0,0 0-31 0,1 0-7 16,0 1 3-16,0-1-5 0,2 17-6 0,6-14 0 0,2 2-1 15,3 0 1-15,3-1 0 16,4-1 4-16,1 0 4 0,4 0 1 0,0-1 10 0,3 1-3 16,2-1 2-16,1 0-2 0,2-1 6 0,2 0-6 15,0 1-1-15,-1-1-1 0,1-1-5 0,0 1 3 16,0-1-1-16,3 0 1 0,-1 0-4 15,-3 0-4-15,-2 1 0 0,-1-1-2 0,-1 1-3 16,0 0 4-16,0 0-1 0,-4 0 3 0,-2 1-7 16,-2 0-10-16,-1-1-27 0,-3 1-2 0,0-2-173 15,-3 0-104-15,-1 1-45 0,-1-1-57 0,-3-1-591 16</inkml:trace>
  <inkml:trace contextRef="#ctx0" brushRef="#br0" timeOffset="-172245.48">5197 7471 3202 0,'0'0'159'0,"0"0"-80"16,0 0 0-16,0 0-36 0,0 0-68 0,11 1 26 15,0-3-1-15,3 0 10 0,2-1-4 0,2-1 0 0,2 0-2 0,0 0 1 16,-1 0-2-16,-2 2-2 15,-2-1 4-15,-3 2-2 16,-2 1 4-16,-4 1-10 0,1 1-8 0,-7-2 0 0,0 0-27 0,0 0 4 0,5 19-6 0,-10-9 4 16,0 2 5-1,-5 3 18-15,0 1 6 0,-4 5 2 0,-2 0 5 0,0 3 2 0,-2 0-1 0,2-1 3 16,0-1 1 0,1-1-3-16,2 0 5 0,1-3-4 0,4-1 6 15,2 0-4-15,2-4 1 0,3 1-1 0,1-3 10 0,3 0 2 16,1-3 2-16,2-1-2 0,2-1-9 0,3-2 13 15,1 0-4-15,2-2 9 0,1-1-5 0,3 0-2 16,1-1-2-16,1-2 1 0,1 0-9 0,0-1 0 16,1-2 0-16,2 0-1 0,2-1-2 0,1-1-1 15,0 0-5-15,-1-1 1 0,-1 2-3 0,-4 1 2 16,-1-1-10-16,-3 2 1 0,-3 0-67 0,0 0-57 0,1 3-12 16,-3-2-23-16,1 2-99 0,-2 0-178 0,-2-2-204 15</inkml:trace>
  <inkml:trace contextRef="#ctx0" brushRef="#br0" timeOffset="-171910.29">5791 7441 3023 0,'0'0'131'0,"0"1"68"0,-5 17-102 16,5-18-78-16,0 0 12 0,-3 25-33 0,2-15 14 0,-1 1-10 15,1 1 3-15,-1-1-5 0,1 3-2 0,0-1 2 16,1 1 0-16,-3 0 0 0,2-1-4 0,-2 1 3 16,1 0 1-16,-1 0 1 0,1-1 1 0,-1 0-4 15,2-1 0-15,0 0-1 0,1-1 3 0,1-1-15 16,0-1-8-16,3-2 0 0,1 1-11 0,3-2 28 16,1-1 3-16,2 1 6 0,3-2 5 0,0 0-1 0,1 1-1 15,2-1 0 1,2-1-2-16,0 0-3 0,1-1 1 0,-1-1-2 0,-2 1-2 0,-1-1 8 0,-2 2-4 15,-2 0 7 1,-2 0-9-16,-2 1 7 0,-3 0 0 0,0 1 1 16,-5-5-18-16,0 0-15 0,0 1-8 0,3 16-1 0,-3-17-40 15,-9 10-81-15,1-5-15 0,-3 0-33 16,-4 0-149-16</inkml:trace>
  <inkml:trace contextRef="#ctx0" brushRef="#br0" timeOffset="-171712.26">5754 7468 1272 0,'0'0'1573'0,"0"0"-1112"15,1 0-324-15,21 6-54 16,-12-7-60-16,6 0 1 0,1 0-7 0,2-1 7 0,1 1-5 0,3-1-14 16,2 0 0-16,3-2-5 0,1 0 3 15,-2 0-1-15,1 0 1 0,-3 0-2 16,0-1-15-16,-2 1-84 0,0 1-7 0,0 0-34 15,-1 0-107-15,-2 0-120 0,-1 0-66 0</inkml:trace>
  <inkml:trace contextRef="#ctx0" brushRef="#br0" timeOffset="-171544.29">6711 7315 2964 0,'0'0'509'15,"0"0"-339"-15,0 0 27 0,0 1-103 0,1-1-81 0,10 19-14 16,-11-19-6-16,0 0-5 0,1 1-34 0,10 18-154 16,-11-19-30-16,0 0-59 0,0 1-263 0</inkml:trace>
  <inkml:trace contextRef="#ctx0" brushRef="#br0" timeOffset="-171394.52">6697 7690 3660 0,'-1'15'131'0,"1"0"10"0,-2 3-85 0,0 2-42 0,-2 0 0 0,0 1-18 31,-2-1-53-31,-3 1-223 0,-3-1-68 0,-3-2 32 16,-5-2 838-16</inkml:trace>
  <inkml:trace contextRef="#ctx0" brushRef="#br0" timeOffset="-171007.85">5963 7785 3406 0,'-2'5'141'0,"0"1"51"0,2-6-136 16,0 0-37-16,0 0-6 0,-9 17-6 0,9-17-3 0,0 0 4 16,-1 1-3-16,1-1 4 0,-15 17-1 0,15-17-31 15,-1 0 0-15,-20 8-15 0,12-6-38 0,-4 0-65 16,-2 1-16-16,0 0-23 0,-2 0-123 0,-2 3-153 16,-2 0 773-16</inkml:trace>
  <inkml:trace contextRef="#ctx0" brushRef="#br0" timeOffset="-170477.51">8713 7202 3759 0,'0'0'-57'0,"0"0"36"0,0 0-39 0,0 0 51 0,20 9 2 0,-8-5-18 0,1-2 20 16,4 4 5-16,3 2 2 0,-2 1 4 0,0 1-8 15,0 0 0-15,-2 2-3 0,-1 1 4 0,-2 1-21 16,-1 2 1-16,-3 4-9 0,-3 1-22 16,-4 3 21-16,-2 3-3 0,-3 2 13 0,-1 2 23 0,-2 0 10 15,-3 2-1-15,1 1 5 0,-1-1 13 0,3 1 8 16,-2-3 0-16,2-3 1 0,1-3-18 0,3-3-9 16,0-1-2-16,2-4-2 15,2-1-5-15,1-3-21 0,3-3-16 0,0-4-6 16,1-3-88-16,3-3-55 0,3-3-13 0,3-7-19 15,4-6-86-15</inkml:trace>
  <inkml:trace contextRef="#ctx0" brushRef="#br0" timeOffset="-170261.05">9178 7077 3000 0,'-10'2'144'0,"-1"1"134"15,-2 0-205-15,0 2-53 0,-2 2 4 0,0 3-15 0,-1 1 38 0,-2 4-10 16,0 4 4-16,-3 3-9 0,-3 2-15 0,0 2-13 16,-1 3 2-16,-1 1-5 0,-1 2-3 0,-1 1-2 15,-4 3-4-15,-1 0 2 0,-3 0-7 0,-2-1-76 16,0-2-10-16,1-1-32 0,0-3-130 0,-1-3-133 16,0-4-68-16</inkml:trace>
  <inkml:trace contextRef="#ctx0" brushRef="#br0" timeOffset="-169927.65">8351 7062 3555 0,'-7'1'130'0,"-1"2"26"0,-2 0-118 16,-2-1-31-16,0 2-2 0,-1 2-7 0,-3 0-2 0,-1 3 4 15,-3 1-4-15,-3 3 4 0,0 0-3 0,-2 0-5 16,1 3 4-16,-2-3-5 0,-2 2 0 0,1-1 1 16,0 1 0-16,2-1 0 0,0 1-6 15,0-1 9-15,1 1-1 0,1-1 5 0,0-2 3 0,5 2-2 16,2 0 1-16,4-1-1 0,3 0-2 0,5-4-19 16,1-1 5-16,5-1-8 0,1-1 12 0,4 0 11 15,3 0-3-15,7-2 6 0,1 0 7 0,6 0 1 16,2-2 0-16,2 0-1 0,2-1-4 0,-3 0-2 0,2-1-1 15,-2 0 0-15,-1 0 0 0,1-1 0 16,-4-1 2-16,-3 1-4 0,-1-1-35 0,-3 0-87 0,-2-1-14 0,-4-1-34 16,0-1-153-16,-5-1-354 0</inkml:trace>
  <inkml:trace contextRef="#ctx0" brushRef="#br0" timeOffset="-169677.64">7350 7161 1626 0,'0'0'230'0,"0"0"519"16,0 1 372-16,-12 18-1038 0,9-10-94 0,1 2-24 15,0 4 7-15,1 4-9 0,0 3 34 0,0 3 4 0,0 4-1 16,-2 0 3-16,2 3 1 0,0-1-3 15,-2-1-1-15,2-3 0 16,-1-1-2-16,-1-3-2 0,0-2-47 0,0-3 10 0,1 0-197 0,-1-4-71 0,-1-3-11 31,1-4-37-31,3-7-215 0</inkml:trace>
  <inkml:trace contextRef="#ctx0" brushRef="#br0" timeOffset="-169362.27">7523 7068 3094 0,'0'0'157'16,"0"0"-85"-16,-8 18-29 0,6-9-8 0,-2 3-35 0,1 5 15 15,-2 4 3-15,-1 2 3 0,0 2-6 0,1 1-5 16,-2-1 1-16,3-1-2 0,0-1 4 0,1-1-5 16,1 0-5-16,-1 0 1 0,2 0-9 0,1-3 2 15,0-1-2-15,2-1 2 0,0-1-6 0,1-2-3 16,0 0 2-1,2-2-3-15,0 0-10 0,1-1 7 0,1-1-2 0,1 2 5 16,-1-1 13-16,0 1 2 0,1 1 4 0,0-2-1 0,-1 1 6 16,-1 0 3-16,0-2 5 0,-2 1-2 0,1-1 6 0,-4 0 2 0,0-1-8 15,-1-1 6 1,-2 1-4-16,-1-1 3 0,-2-1-3 0,-1 1-1 16,-1-2-36-16,-1-1-26 0,0-2-3 0,-2-2-10 15,0 0-27-15,-2-1-92 0,-2-3-6 0,-2-5-43 16,-1-6-166-16</inkml:trace>
  <inkml:trace contextRef="#ctx0" brushRef="#br0" timeOffset="-169210.56">7407 7221 1821 0,'10'-2'307'0,"1"-1"36"0,1 1 16 0,2-1-71 0,1 1-113 0,2 0-49 16,3 1-12-16,3 0-12 16,0 0-51-16,0 1-32 0,1 1 2 15,-1 0-12-15,1 0-1 0,1 0-9 0,1 1 1 0,0-1-4 0,-1 1 3 0,0-1-63 16,-2 0-13-16,2 0-24 0,0 0-121 0,0-1-53 15,1 0-32-15,-1 0-16 0,1 0-233 0</inkml:trace>
  <inkml:trace contextRef="#ctx0" brushRef="#br0" timeOffset="-168744.22">9863 7178 3231 0,'0'0'206'0,"0"0"-28"16,0 0 1-16,-1 0-64 0,1 0-97 0,-18 0-24 0,18 0 0 16,-17 4-4-16,6 0 2 0,-6 0-9 15,-4 0-3 1,-5 1-5-16,-3 1-40 0,-5 0-15 0,-3 1-5 16,0 1-1-16,-2 2 3 0,0-2 25 0,1 2 2 0,0 0 11 15,3-1 41-15,2 3 4 0,4-1 8 16,4 0-3-16,1 2 11 0,3-1 10 0,1 0 3 15,4 1 5-15,2-1 40 0,3 0-20 0,2 1 6 0,4-1-13 16,1-2-17-16,4 1-14 0,3 0-1 0,3-1-4 0,4 2-13 16,3-2 6-16,3 1-4 0,4 0 6 0,3-1 8 15,2-1 0-15,2-1 0 0,3-1 0 0,0 0-10 16,1 0 2-16,1 0-2 0,-2-1 0 0,0-2-5 16,-3-1 0-16,-2 0-3 0,-1 0-2 0,-3 0-51 0,0-1-71 15,-3-1-30 1,-1-1-25-16,-2-1-224 0</inkml:trace>
  <inkml:trace contextRef="#ctx0" brushRef="#br0" timeOffset="-168327.7">9922 7119 3963 0,'0'0'22'0,"0"0"-31"0,15 13 1 0,-6-7-9 16,4 2 15-16,3 1 2 0,0-1 0 0,2 1 0 16,2-1-4-16,0 0-4 0,4 0 2 0,1-1-2 15,-1 0 1-15,-1-1-8 0,-2 0 3 0,-2 1-5 16,-1 0 12-16,-2 1 0 0,-4-1 1 0,-2 2-1 0,-2-1 7 0,-2 0-2 16,-1 1 3-16,-2 0-3 0,-1 1-4 0,0 3-30 15,-4-2 3-15,-1 2-12 0,-2 0-13 0,-4 1-1 16,-3 1-4-16,-4 1 3 0,-4 2 10 15,-3 0 32-15,-2 0-5 0,-3 0 15 0,1-1 4 0,1 1 17 16,1-2-1-16,5 3 6 0,1 0-7 0,3 0 17 16,2 0-3-16,2 0 8 0,1-1 6 0,2-1-8 15,3-1-2 1,0 0-3-16,2-1-7 0,4-1-5 0,0-1 4 16,2-1-5-16,1 0-10 0,3-2-3 0,1 2-1 15,4-3-1-15,1 2-2 0,3 0 8 0,1-1-3 16,3-2 6-16,0 0 2 0,4-2-4 0,2-2-2 15,1-1-1-15,2-1-10 0,0-1-31 0,1-3-12 0,3-1-15 16,-1-3-122-16,6-2-192 0,-3-5-50 0</inkml:trace>
  <inkml:trace contextRef="#ctx0" brushRef="#br0" timeOffset="-167977.75">10600 7299 3294 0,'-5'4'122'0,"-2"-1"45"0,-1 0-117 0,-3 2-38 16,-1 0 2-16,-2 5-14 0,-2 3-1 0,-1 1 4 15,0 4 2 1,0 0 1-16,2 0-7 0,2 2-2 0,0-1-2 16,3-1 1-16,1-1-7 0,3-1-1 0,1-2-1 0,1 2 0 15,3-2-3-15,2 0 16 0,1-1 0 16,2-2 6-16,1 0 21 0,2-3 8 0,2-1 8 15,3-1-2-15,0-2 11 0,3-2 0 0,1-1-1 16,3-2 2-16,3-1-3 0,1-3-14 0,1-2-8 0,-1-1-1 16,2-1-27-16,-4-2 0 0,0-1 0 0,-1 0 0 15,-4 0 0-15,-2 1 0 0,-1-2 0 0,-3 1 0 16,-2 1 0-16,-3-1 0 0,-1 1 0 0,-2 0 0 16,-2 0 0-16,-1 1 0 0,-2 0 0 0,-4-1 0 15,0 0 0-15,-6 0 0 16,-3-2 0-16,-3 0-9 0,-3-1-109 0,-2 2-355 0,-2 1-116 0</inkml:trace>
  <inkml:trace contextRef="#ctx0" brushRef="#br0" timeOffset="-166044.24">3609 3129 1803 0,'-5'-3'139'0,"5"3"-33"0,0 0 64 16,-1 0-86-16,-16-5-3 0,17 5-13 0,0 0-6 15,0 0-1-15,0 0-5 0,0 0-20 0,-1 0-2 0,1 0-4 16,0 0 2-16,0 0 4 0,0 0-8 0,0 0 9 16,1 0-9-16,22-2 7 0,-12 1 2 0,1 1-3 15,0 0 2-15,1 1-7 0,1-1-7 16,0 0-1-16,2 0-2 0,2 1 2 0,1-1 1 0,1 1-1 0,2 0 0 15,1 0-14-15,2 0-2 16,0-1-2-16,1 0 1 0,2 0 2 0,1-1-4 16,3 2-2-16,-2-1 1 0,-1 2 0 0,0-1 0 15,-2 0 3-15,0 0-2 0,-1 0 0 0,0-1 0 16,0 3-1-16,-2-2 0 0,-1 0-2 16,-1 1 2-16,-3-2 2 0,-1 1 1 0,-2-1-3 15,0 0 4-15,1 1-5 0,-1-1 3 0,-2 2-2 0,0 0 9 16,-1-1 0-16,-3 0-1 0,-1-1-19 0,-2 0-37 15,-7 0-5-15,0 0-12 0,0 0-37 0,1 0-16 16,-1 0 6-16,1 0-7 0,0 0 14 0,-1 0-34 16,0 0 8-16,0-1-17 0,0 1 9 0,0-1-68 15,-3-21-28-15</inkml:trace>
  <inkml:trace contextRef="#ctx0" brushRef="#br0" timeOffset="-165738.75">4384 2936 479 0,'-7'-7'141'16,"0"1"288"-1,-1-2-211-15,0 2-94 0,0 0-4 0,-1 1-28 0,0 1-15 0,0 1-5 0,-1 1-6 0,2-1 1 16,1 2-23-16,0 1 15 0,0 0-1 0,0 1 7 16,1 1 17-16,0-1-27 0,1 3 4 0,1 0-15 0,-1 0-25 31,1 1-8-31,1 1 1 0,1 0-1 0,1 0 15 16,1 1 1-16,2 0 0 0,1 0 0 0,2 0-18 15,3 1 10-15,0 1-6 0,3 2 8 16,0 0-4-16,1-1 4 0,4 0 4 0,0 0-1 0,2-1-6 0,0 0-1 15,1 1-4-15,-2 0 3 0,2 0-4 0,-2 0-3 16,-1 0 0-16,-1 0-2 0,0-1 0 0,-3-1 6 16,-1 2 2-16,-3-2 1 0,-1 0 4 0,-2 0 12 0,-1 1-7 15,-3 0 10-15,0 1-2 0,-2 1-6 16,-4 2 5-16,-3 2-5 0,-2 1 15 0,-5 2-10 16,-2 2 0-16,-5 0-5 0,-1 1-14 0,-4 1-39 0,-1-2-29 15,-1 1-14-15,1-2-182 0,3 0-217 0</inkml:trace>
  <inkml:trace contextRef="#ctx0" brushRef="#br0" timeOffset="-164852.71">4392 3887 155 0,'0'0'329'0,"0"0"-145"0,0 0 175 16,-1 0-324-16,1 0 27 0,-1 0 20 0,1 0 35 15,-1 0 0-15,1 0-1 0,-16-5-19 0,16 5-12 0,-1 0 4 16,1 0-9-16,0 0-22 0,0-1-3 16,-1 1-8-16,0-1 5 0,1 1-11 0,0-1-16 0,0 1 2 15,0-1-9-15,0 1-10 0,1-1 4 0,0 1-3 16,18-11 4-16,-19 11 7 0,0 0-7 0,1 0 4 0,16-2-7 16,-17 2 6-16,1 0 12 0,0 0 1 15,19-3 3-15,-20 3 0 0,0 0-13 16,21 0 1-16,-12 0-6 0,1 0-7 0,0 0-6 0,1 1-1 0,1 1 0 15,1 0-7-15,-1-1 10 0,1 0-5 0,1 0 6 16,1 1-4-16,-1-1 0 0,1 1 4 0,1-1-4 16,-3 0 1-1,0-1-1-15,0 0-1 0,0 1 0 0,2-1-2 0,-2 0 5 16,1 1-3-16,1-1 4 0,-2 1-3 0,2-1 1 16,0-1-2-16,1 2 1 0,1 0-1 0,0 1-2 15,0 1 5-15,-2 0-3 0,2 1-1 0,-2 0-137 16,1 0-29-16,-1 2 65 0,0 0 1167 0</inkml:trace>
  <inkml:trace contextRef="#ctx0" brushRef="#br0" timeOffset="-163695.89">5476 8100 2536 0,'0'0'148'0,"0"0"0"16,0 0-6-16,0 0-73 0,0 0-58 0,0 0-18 15,0 0-2-15,0 0 8 0,1 0 2 16,16 10 2-16,-9-6-3 0,2 0 1 0,0 0-1 0,1-1 1 0,0 2 2 15,1-1 0-15,2 1 1 16,-2 0 1-16,1 0 0 0,-3-2-1 16,1 2-5-16,-2 0 2 0,0-1 1 0,-1 2 3 0,0-2 8 0,-3 1 7 0,1 1 1 0,-6-6 3 15,0 0 3 1,0 0 4-16,0 22 0 0,-4-15 1 16,-2 1-10-16,0 2-13 0,-1 1 0 0,-2-1-4 15,0 1 2-15,-3 1 2 0,1-1-2 0,0-1 2 16,1 0-7-16,0-1 6 0,1-1-1 0,1-2 3 0,1 1-3 15,1-2-4-15,0 0 3 0,6-5-3 0,0 0 6 16,0 0-14-16,0 1-2 0,-1-1-7 0,1 1-14 0,0-1 0 16,0 1 3-16,4 15 0 0,-4-16 13 0,15 3 7 15,-5-3-5-15,2 0 7 0,0 0 1 0,1-1 2 16,-2 2 7-16,0-1-3 0,0 0 1 0,-1 3 7 16,-2-2-5-16,-1 3 7 0,0-1 13 0,-2 1-5 15,-1 1 4-15,-1 0-3 0,-3 3 11 0,0 0-7 16,-2 2-2-16,-2 1-3 15,-2 2-29-15,-2 0-61 0,-1 1-12 0,-1 0-25 0,-2-1-126 16,-1 1-188-16,-3-1-142 0</inkml:trace>
  <inkml:trace contextRef="#ctx0" brushRef="#br0" timeOffset="-163344.79">5074 8644 3466 0,'0'0'131'0,"0"0"-96"0,-1 0 10 0,1 1-43 0,0-1-9 15,0 1 7-15,0-1-4 0,6 17 3 0,2-14-23 0,3-1 10 16,2 1 2-16,3-2 4 0,2 1 14 0,2-1-6 16,1 0 2-16,4 0-3 15,0-1-2-15,3-1 3 0,3 0 1 0,-1-2 2 0,1 2 19 0,1-2 0 16,2 1 1-16,3 0-1 15,2-1 4-15,1 1-7 0,-1-1 1 0,0 0-4 16,1 2-6-16,1-1 1 0,-1 0 0 0,0 1-1 16,-3 0-8-16,0 1 5 0,-1 1-5 0,-1 1 6 0,2 0-5 0,-5 2 3 0,-2-1-1 15,-2 0 0 1,-2 1-1-16,0 0 1 0,1 1-4 0,-2 0 1 16,-1 0-7-16,-3-1 3 0,-2 0 5 0,-2 0-1 15,-2 0 6-15,-2-1-21 0,-2 0-2 0,-2-1-12 16,-1 0-49-16,-2 0-80 0,-6-2-15 0,1 0-29 15,0 0-136-15,-1 0-295 0</inkml:trace>
  <inkml:trace contextRef="#ctx0" brushRef="#br0" timeOffset="-162689.58">5133 8986 2435 0,'-9'4'190'0,"0"0"-73"0,-1 0-10 0,2-1-18 0,1 0-8 0,1-1 16 16,6-2-10-16,0 0 5 0,-1 0-58 0,0 1-16 15,1-1-2-15,0 1-6 0,0-1-13 0,0 1 6 16,0-1-1-16,14 7 5 15,-3-7 1-15,2-1 3 0,2 0 2 0,2 0-1 0,2-2 1 0,1 0 2 0,3 1 1 16,2 0 1 0,2-1 8-16,0-1-12 0,-2 0 4 0,-1 1-6 15,-2-1 0-15,-3 2-2 0,-1 0-3 0,-3 1 1 16,-2 1-2-16,-1 0 5 0,-2 0 2 0,-2 2 1 16,-8-2-5-16,0 0-25 0,0 0 0 0,1 1-10 15,2 16-2-15,-7-11-15 0,-2 2 7 0,-4 2-8 16,0 1 14-16,-4 3-3 0,1 1 3 0,-1 2-1 15,-2 2 1-15,1-1 14 0,0 2 1 0,0-1 8 16,1-2 22-16,3 0 1 0,-1-3-1 0,4 1 0 0,1-2-6 16,2-2 19-16,0 2-3 0,4-3 9 0,-1 1-2 15,2-1-12-15,2-2-1 0,2 0-4 0,1 0-9 0,3-1 6 16,0-2-4-16,4 0 5 0,1-1-1 16,2 0 9-16,2-1-2 0,0-1 5 0,1-1 2 0,1-1-18 15,1-1 3-15,2 0-8 0,0-1-2 0,0-1 0 16,-1 0 2-16,-2-1-2 0,-3-1 2 0,0 1-5 15,-2-1-16-15,-2-1-2 0,1 0-100 0,-1 0-96 16,-3-3-8-16,1 1-36 0,-1-2-95 0</inkml:trace>
  <inkml:trace contextRef="#ctx0" brushRef="#br0" timeOffset="-162295.03">5807 8954 3346 0,'-2'5'139'15,"2"-5"-90"-15,0 0 14 0,0 1-46 0,-2 19-14 0,2-20-3 16,0 1 5-16,1 22-6 0,-1-13 1 0,0 0-9 16,0 0 4-16,0 2-6 0,-1-1 6 0,0 2 6 15,1 0-5-15,-2 2 6 0,2-1-3 0,-1-1-1 16,0 1 2-16,2-3-1 0,0 1 8 0,-1 0-1 15,2-3 2-15,1 2-2 16,1-2-2-16,1-2-1 0,-1-1-3 0,2-1 1 16,0 1-3-16,1-1-5 0,0-2 1 0,1 1-4 0,1-1-4 0,0 0 4 0,3 0-4 15,-2 0 4 1,2-2 3-16,0 0 4 0,-1 0 3 16,0 0 0-16,-1 0 0 0,-1 1 2 0,-1 1 0 0,-2-1 1 15,0 0 3-15,-6-2-1 0,0 0 0 0,1 0 0 16,-1 0 6-16,1 1-14 0,-1-1-1 0,0 0-8 15,9 19-16-15,-9-19-11 0,-1 0 2 0,1 1-7 16,-21 14-20-16,12-10-30 0,-1 0-6 0,-2-2-6 16,0-1-6-16,-3 1-34 0,-1-3 8 0,-2-1-23 0,1-1-41 15,1-3-183-15</inkml:trace>
  <inkml:trace contextRef="#ctx0" brushRef="#br0" timeOffset="-162094.21">5801 9075 1864 0,'0'0'313'0,"0"0"5"16,1 0 33-16,-1 0-122 0,18 8-122 0,-18-8-44 0,16 3-3 16,-5-2-9-16,3 0 12 0,3 0-22 0,2-2 1 31,3 0-9-31,0 0-10 0,1-2-10 0,-1 0 1 16,-1-1-6-16,-1 0-2 0,-1 0-3 0,-2 1 1 15,-1 1-1-15,-1-1 3 0,-1 1-2 0,1 0 2 0,-3-1-3 16,-1 3-2-16,-1 0-57 0,-3 0-24 0,-1 0-24 15,-1 0-193-15,1-2-261 0</inkml:trace>
  <inkml:trace contextRef="#ctx0" brushRef="#br0" timeOffset="-161175.48">6706 8634 2987 0,'0'0'164'0,"0"0"5"0,0 0-2 0,0 0-72 0,0 0-55 15,0 0-42-15,0 1 0 0,1-1-2 16,-1 0-1-16,1 1-30 0,0-1-11 0,15 14-14 16,-16-14-97-16,0 0-72 0,0 0-15 0,0 0-28 15,0 1-151-15</inkml:trace>
  <inkml:trace contextRef="#ctx0" brushRef="#br0" timeOffset="-161009.8">6752 9040 3262 0,'-1'10'180'0,"0"1"-101"0,0 3-10 0,1 0-29 0,-2 2-39 16,1-1-7-16,-1 0-10 0,-2 0-11 0,0-1-153 0,-2-1-311 16,0-2 701-16</inkml:trace>
  <inkml:trace contextRef="#ctx0" brushRef="#br0" timeOffset="-160560.93">8384 8608 3309 0,'0'0'136'0,"1"0"-41"0,-1 0-11 0,20 13-72 16,-11-8-34-16,3-2 11 0,3 3 0 0,2 1 10 15,-1 0 2-15,1 2-1 0,-2 0 0 0,2 1-2 0,1 2 1 0,-3 0-45 16,1 1-3-16,-4 4-20 0,-3 1-43 16,-1 4 11-16,-4 1 2 15,-3 5 7-15,-2 1 39 0,-3 3 40 0,-4 3 5 16,0 1 11-16,0 1 33 0,2-1 16 0,1-1 7 16,3-3 1-16,2-2 9 0,4-3-18 0,1-2-4 15,3-2-2-15,2-3 1 0,2-3-11 0,0-4 1 16,3-1-7-16,0-3-26 0,0-3-11 0,3-2-10 15,1-3 1-15,2-1-24 0,3-6-47 0,1-1 5 16,0-5-24-16,0-1-38 0,-2-5-97 0,0-3-18 16,1-4-37-16,0-2-180 0</inkml:trace>
  <inkml:trace contextRef="#ctx0" brushRef="#br0" timeOffset="-160294.43">8902 8628 3663 0,'-5'7'137'0,"-2"-1"-89"0,1-1-9 16,-3 1-22-16,0 1-12 0,-4 2-12 0,-3 2-1 15,-4 3-5-15,-2 1-9 0,-8 2-8 0,0 0-4 16,-4 3-5-16,-1 0-32 0,0 1 16 0,-2 0 0 15,0 2 10-15,2-1 36 0,4 1 7 0,3 0 4 0,4-2-2 16,2 0-3-16,2-1-71 0,0-1 9 0,3-2-30 16,1-1-7-16,4-3-82 0,0 1-21 15,5-3-39-15,1 0-238 0</inkml:trace>
  <inkml:trace contextRef="#ctx0" brushRef="#br0" timeOffset="-159811.52">8132 8689 3358 0,'0'0'203'0,"0"0"-102"16,0 0-17-16,0 0-24 0,-1 1-45 0,0-1 0 0,1 1 1 15,-18 18-2-15,18-19-12 0,0 0-4 0,-18 13-8 16,9-6 3-16,-3 1 0 0,-1 1-10 15,-2 3 6-15,-3 0-6 0,1 2 12 0,-2-2-2 0,0 3 3 0,1-3-2 16,-1 1 3-16,1 0 6 16,1 0-1-16,1-1 3 0,1-1-2 0,2 0-2 15,2-1 1-15,2 0-2 0,2-1 3 0,1 0-5 0,2 0-4 16,3 0 0-16,-1 0-8 0,3 0 2 16,2-1 0-16,2 1-2 0,1 0-8 0,4 0-1 15,2 1 0-15,3-1 0 0,3 1-2 0,1-1 7 0,1 0-1 16,0-2 3-16,0 0 0 0,-1-2 6 0,0-1-6 15,-1-1 6-15,0 0-2 0,-1-2 4 0,-1 1-15 16,-1-1 1-16,0 0-91 0,-1-1-68 16,-1 0-3-16,-2-1-29 0,-1-1-76 0,-1-1-171 0</inkml:trace>
  <inkml:trace contextRef="#ctx0" brushRef="#br0" timeOffset="-158838.92">7294 8444 1175 0,'0'0'1487'0,"0"0"-1025"0,0 1-298 0,0-1-62 0,-1 1-97 15,-17 18-8-15,18-19-6 0,-7 13-1 0,2-4-16 0,-1 2 2 16,1 2 1-16,-2 2 1 0,0 1 9 0,1 2 0 16,-1 0 4-16,0 1-2 15,1 2 7-15,-1 2 0 0,0 2-5 16,2 3 3-16,-1 0 2 0,1 1 4 16,0 2 6-16,0 1-1 0,0 1 14 0,0 1-5 15,0-2 0-15,-1 1-3 0,1-3-12 0,-1-3-3 16,2-3 3-16,2-1-3 0,0-3-10 0,1-2-107 0,0-2 1 15,2-6-44-15,1-1-60 0,2-3-128 16,2-3-15-16</inkml:trace>
  <inkml:trace contextRef="#ctx0" brushRef="#br0" timeOffset="-158445.12">7457 8635 3213 0,'-8'8'225'0,"-1"0"-138"32,0 1-31-32,2 1-25 0,0 2-61 0,0 1-1 15,1 3 1-15,-1 4-1 0,2 2 11 0,1 3-1 16,0 1 4-16,2 1-3 0,1 0 2 0,1-1-2 15,1-1 2-15,1 0-2 0,1-3-3 0,2-3-9 0,0-3-9 16,1-2 0-16,1-3-25 0,2-2 39 0,2-1 0 16,1-4 16-16,0-1 24 0,2-4 15 15,-1 0 3-15,3-5 6 0,-1-2 25 0,-1 0-4 0,1-3 9 16,-2 0-7-16,-1 0 8 0,-1-2-6 0,-2 1-3 0,-1 0-1 16,-1-1-12-16,-2-1-17 0,0 0 2 0,-3-1-8 15,1-1-8-15,-2-2-7 0,0-1-4 0,-2-3 2 16,0 0-3-16,-4 0-11 0,0-2-8 0,0-1-5 15,-2 0-45-15,0 0-49 0,-1 1-6 0,-2 4-23 0,0 3-88 16,0 3-37-16,-1 2-21 0,0 5-8 0,1 2-123 16</inkml:trace>
  <inkml:trace contextRef="#ctx0" brushRef="#br0" timeOffset="-157810.48">9505 8699 3210 0,'0'0'169'0,"0"0"-10"0,-1 0 0 16,0 0-70-16,-19 5-53 0,11-5-29 0,-1 1-2 15,-2 2-1-15,-3-1-1 0,-4 2-3 0,0 0 5 16,1 0-5-16,-2 3 0 0,2-1 3 0,0 1-2 0,0 1 2 15,2 0 6-15,-1 2-9 0,2-2 4 0,0 2-5 16,-2 2 5-16,1-2-2 16,0 2 5-16,0 1-3 0,2-2 7 15,2 2-10-15,0-1 3 0,3 0-5 0,1 0-2 16,3-1 6-16,1-1-1 0,2-1 4 16,1-1-4-16,1 1-4 0,4-1 2 0,1 0 0 0,2 0 5 0,2 0-5 15,3 1-2-15,1 1 0 16,4-1 1-16,3 0-5 0,0 1 3 0,2-1-3 0,-2-2-3 0,2-2 5 15,-2-1 0-15,0 1 2 0,-2-1-3 0,1 2 2 16,-1-2-11-16,-1 0 2 0,-1 0-74 0,-1-2-106 16,0-2-19-16,0 0-38 0,-1-3-167 15</inkml:trace>
  <inkml:trace contextRef="#ctx0" brushRef="#br0" timeOffset="-157577.05">9804 8781 2756 0,'0'6'462'0,"0"1"-189"0,0 1 78 0,0 0-240 16,0 1-84 0,0 0-15-16,0 1-6 0,0 5 1 0,0 2-10 15,-2 4 2-15,1 2-2 0,-3 2 1 0,1 3-3 16,-2 0-3-16,0 2-3 0,0 2-4 0,-2-1-34 15,2 0-75-15,-3-3-20 0,2-3-28 0,0-2-171 0,1-7-228 16</inkml:trace>
  <inkml:trace contextRef="#ctx0" brushRef="#br0" timeOffset="-157129.68">10099 8619 2948 0,'-1'11'505'0,"0"-2"-320"15,-2 0 26-15,0 0-124 0,0 2-87 0,0 2-4 0,0 0 3 0,-1 3-5 32,0 1-5-32,0 2 8 0,0 0-7 0,0 0 7 0,0-2-10 15,0 0-11-15,0-1 7 0,0 1-7 16,-1 2 18-16,0-2 4 0,1 1 1 0,1-1 2 0,0-1 5 15,0 0-1-15,1-1 2 0,3-1-2 0,-1 0 1 0,1-1-7 16,3-2-1-16,0 2-2 0,1-2 4 0,4-1-7 16,0-1 1-16,3-1-3 0,1 0 4 0,3 0-3 15,0 0 4-15,-1-1-2 0,1 1 7 0,0-2 0 16,-1 1 0-16,0-1 0 0,0 0 6 0,0 0-6 0,0 1 7 16,-2 0-6-16,1-1 11 0,-3 1 3 15,-1-1-3-15,0 1 3 0,0 0-3 0,-2 0 4 0,-2 1 0 16,-1-1 1-16,0-1-4 0,-5-6-10 0,0 0-3 15,0 1-1-15,3 19-13 0,-3-20 5 0,-1 1-1 0,-16 12 2 16,8-9-10-16,-2 1-13 0,-1-1-8 0,-3 0-1 16,-3 0-26-16,-2-4-22 0,0 0-7 0,-2-5-7 31,-2-1-33-31,-1-2-9 0,-1-2-7 0,-1-3-3 16,0-3-44-16,3-2-18 0,1-1-22 0,3-2-5 15,3-3-131-15</inkml:trace>
  <inkml:trace contextRef="#ctx0" brushRef="#br0" timeOffset="-156975.56">10029 8696 1915 0,'8'-1'625'0,"2"1"-284"0,1 1-33 0,3 0-76 0,3 1-112 0,5 1-22 15,1 0-8-15,5 2-2 0,2-1-23 0,1 1-30 16,3 0 4-16,2 0-14 0,-1 0-8 0,2 0-12 16,-2-1 0-16,-3 0-3 0,-1 0-11 0,1 0 14 15,-2-1-7-15,-1 1 9 0,-2 0-7 0,-3 0-23 0,-3-1-9 16,0 0-12-16,-4 1-95 0,-1-2-270 15,0 0-87-15</inkml:trace>
  <inkml:trace contextRef="#ctx0" brushRef="#br0" timeOffset="-154608.93">186 7765 2251 0,'-6'-2'122'0,"1"0"-27"0,5 2 2 0,-1 0-13 15,0 0-63-15,1 0-14 0,-1 0 0 0,1 0 0 16,0 0-6-16,-1 0 3 0,1 0-4 0,-1 0 5 16,1 0 9-16,0 0 1 0,0 0 9 0,9-9-4 15,1 8 16-15,3-3-7 0,3 2-9 0,3-2 4 16,1-1-13-16,3-2-3 0,2 0 5 0,0-2-5 15,4 0 0-15,1 0-4 0,2 0 1 0,1-1-2 0,-2 0 2 0,-1 0 0 32,-3 1 2-32,-2 1 0 0,0-1 4 0,-1 2 2 15,-2 0-4-15,0 1 2 0,-5 1-2 0,-3 0 0 16,-2 1-3-16,-2 0 1 0,-2 0-2 0,-1 0-1 16,1 0 2-16,-3-1-2 0,2-1-2 0,-2 1-44 15,-1 0 1-15,-1-2-21 0,0 0-28 0,-1-2-2 16,1 1 6-16,-1-1-1 0,0 0 25 0,-1 0-7 0,0-3 5 15,-2 1-3-15,-1 0 19 0,0-2 20 0,-2 2 1 16,1-1 10-16,-1 0 23 0,-1-1 2 0,-1 1 5 16,-1 0-3-16,0-1 3 0,0 0 6 0,1-1-1 0,-1 1 6 15,0 2 22-15,-1 1 23 0,1 1 3 0,1 2 6 16,-1 0 10-16,1 1-23 0,0 1 6 0,1 1-12 16,0 2 2-16,5 2-1 15,-1 0-1-15,0 0-2 0,1 0-26 0,-1 0-25 0,1 0-3 0,0 0-4 16,0 0-3-16,0 0 3 0,0 0 1 0,0 0 1 15,18 4 15-15,-8-3-6 0,1 2 6 0,1-1-6 0,2 2 4 16,1 0-6-16,1 2-3 0,-1 0 0 0,0-1-5 0,-1 2-2 16,1 2 3-16,0 0-1 0,-2 2 7 0,-1 1 4 31,-2 0-7-31,-3 1 7 0,-2 3 7 0,-4 1 9 16,-1 1 6-16,-3 5-2 0,-4 0 4 0,-2 3-2 0,-4 2-8 15,-1 0 3-15,1 1-28 0,1 1-35 0,0-1-27 16,3-1-12-16,1-1-187 0,2 1-222 15,1 0 784-15</inkml:trace>
  <inkml:trace contextRef="#ctx0" brushRef="#br0" timeOffset="-148428.33">7240 6298 2306 0,'0'0'113'0,"-1"0"-30"0,0 0-4 0,1 0-49 0,-1 0-39 0,1 0-15 16,0 0 5-16,0 0-6 0,0-1-2 16,0 1 12-16,0-1-2 0,0 1 6 0,0-1 0 0,0 1 11 15,0 0-4-15,18-6 6 0,-18 6 12 0,1 0 15 32,-1 0 3-32,21 5 4 0,-21-5 8 0,0 0 2 15,0 0 1-15,21 3 1 0,-21-3-1 0,0 0-13 16,20 2 2-16,-20-2-8 0,1 0-11 0,22 2-4 0,-13-1-5 15,1 0 2-15,0 0 1 0,0 0-8 0,1 0 4 16,0 0-4-16,1 0-3 0,0 0 1 0,1 0 0 16,1 0 2-16,0 0-3 0,0 0 2 0,1-1 0 15,0 1 2-15,-1-1 3 0,1 0 3 0,1 1 0 0,0 0 2 0,0-1 3 16,1 1-10-16,0 0 6 0,1 0-7 0,2-1 3 16,-2 2 0-16,1-1 0 0,-1 0 1 15,0-1-1-15,0 1-4 0,0 1-2 0,0-1 1 16,0-1 2-16,0 1 2 0,0 0-3 0,2-1 2 0,-2 1 2 15,1 0 3-15,-1 0 1 0,-2 0-2 16,0 0-4-16,3 0 3 0,-3 1-3 0,-1-1 3 0,1 1-2 0,-1 0 1 16,2 0 2-16,0 0-2 0,0 1-4 0,-1-1-1 15,1 0 2-15,0 0-1 0,-1 0 3 0,2-1 2 32,-1 1-2-32,1-2 3 0,1 0 4 0,2 0-7 15,1 0 4-15,1-1-6 0,-1 0 1 0,0-1-4 16,-1 0 4-16,-1 0-4 0,0 1 0 0,0 0 8 15,1 0-10-15,-2 0 8 0,2 1-4 0,-2 0-2 0,1 0 4 16,-1 0-5-16,-1 0-2 0,1 0 3 16,-3 1 2-16,1-1 0 0,0 0-5 0,1 0 5 0,1 0-6 15,1 0 7-15,0 0-5 0,-1 0 1 0,0 0 0 0,0 0 1 16,-2-1 0-16,0 1 3 0,1 0-3 0,-1 0 2 16,-1 0-2-16,1 1 0 0,0-1 3 0,1 1-2 15,1 1 0-15,-2-1-4 0,0 1 2 0,-1 0-2 16,-1 0 2-16,0 0 2 15,0 1-2-15,0 0 1 0,-1-1 1 0,2 1 0 16,-1-1 0-16,2 0-1 0,-1 1-1 0,1-1-1 16,0 1 1-16,-2-1 1 0,1 0 10 0,-1 1-11 0,0 0 3 0,-1-1-5 0,1-1 1 0,0 1 4 15,0 1-4-15,1-1 3 0,0 0-7 16,1-1 7 0,0 0 5-16,1 0 1 0,0 0 7 0,0 0-8 15,-1-1 0-15,1 0-3 0,-1-1 0 0,0 1 5 16,1 0-7-16,-2 0 6 0,3 0-9 0,0-1 4 15,0 1 0-15,0 0 0 0,-2-1-4 0,-1 0 2 16,1 2-1-16,-1 0 1 0,1 2 0 0,-1-3-1 0,0-1 4 16,-1 1-4-16,0-1 5 0,2 1-2 0,0 0-1 15,0 0 0-15,0-1 1 0,-1 0-3 0,-1-1 4 16,-1 2-3-16,1 0 6 0,-1 0-8 16,0 0 1-16,0-1-1 0,-1 1 4 0,1 0-1 0,0 1 0 0,0-1-1 15,1 1-1-15,0-1 2 0,-2 0 0 0,0 1 2 16,-1 0 0-16,0 0-4 0,0 0 1 0,0 0-2 15,-1 1 2-15,0-2 2 0,0 0-3 0,0 0 1 16,-2 0 2-16,2 2-3 0,0 0 2 0,1-2-2 0,0 0 6 16,1-1 6-1,-2-1-3-15,1 2 4 0,0-1-5 0,-1 1 0 16,0 0 0-16,-2-1-1 0,2 0-3 0,-1 1 1 16,0-2-2-16,-1 1 1 0,-1 1 1 0,0-1-1 15,-1 1 1-15,-2 0-1 0,2-1 4 0,-2 1-7 16,1 0 3-16,1 0-4 0,-2-1 4 0,0-1 2 15,1 1 1-15,-1 0-1 0,1 0 5 0,-1 0-7 16,-6 1 5-16,1 0-5 0,0 0 9 0,18-3-9 16,-19 3 1-16,1 0-4 0,-1 0 3 0,17-3-5 15,-17 3 1-15,0 0-2 0,0 0 6 0,0 0-1 16,1 0-1-16,16-4 0 0,-17 4 1 0,0 0-2 0,0 0 0 16,0 0-1-16,0 0 5 0,0 0-5 0,1 0 4 15,0 0-6-15,-1 0-2 0,0 0 1 0,1 0-4 0,-1 0 1 16,1 0-25-16,-1 0-12 15,0 0-9-15,1 0 0 0,-1 0-34 0,1 0-22 0,0 0-1 0,-1 0-8 16,0 0-18-16,1 0-43 0,-1 0-6 0,0 0-20 16,17 3-92-16</inkml:trace>
  <inkml:trace contextRef="#ctx0" brushRef="#br0" timeOffset="-146812.59">7232 9376 2480 0,'-5'4'134'0,"1"0"-6"0,4-4-3 0,0 0-78 0,0 0-43 0,-1 0-4 16,1 1-8-16,-1-1 12 0,1 1-10 0,-1-1 1 15,1 0 0-15,0 1 1 0,0-1 4 0,0 1 6 16,1-1-3-16,18 11 5 0,-9-11-8 0,-2 1 1 16,3 0 5-16,0-1-2 0,1 1 6 0,1-1-8 15,1 0 1-15,-1 1-3 0,2-1 0 0,-2 1 2 32,1 0-1-32,1 0 2 0,1 0 3 0,1 0 2 0,0 2 0 15,1-1-1-15,1 2-3 0,-1-1 2 0,0 1 1 16,1-1 0-16,-1-2 2 0,1 1-2 0,0-1-1 15,1-1 1-15,2 0 0 0,0 1 1 0,1-1-1 0,1 0 2 16,-1 0 5-16,0 0-7 0,-1-2 5 0,0 1-5 16,-2 0 8-16,0 1-2 0,2 0 0 0,0 1 0 15,1 1 1-15,-1 0 0 0,1-1-4 0,-1 2 2 16,-1-2-9-16,0 1 9 0,0-1-6 0,-1-1 5 16,3 2-14-16,1 0 4 0,2 1 2 0,0-1 1 15,-1-2-6-15,0-2 4 0,0-1-2 0,0 0 2 16,0 1-1-16,0 0-3 0,2 0 3 0,1 0-1 0,-1 0 6 0,-2 0-7 15,0 0 1-15,-3-1-2 0,2 1 10 0,-2 0-8 16,2 2 1-16,1 0-2 0,-2 0 2 0,1 1 5 16,-1-1-4-16,-2 1 2 0,0 0-10 0,-1 0 5 31,0 1 1-31,2-1 0 0,-1 0 4 0,4 2 0 16,-2-1-2-16,2-2 1 0,-1 1-9 0,0-1 3 15,0-3 2-15,1 1 1 0,1 0 7 0,2-2-6 0,1 0 0 16,1 0-1-16,0 0 0 0,-3 0 0 15,-1 1-2-15,-1-1 2 0,2 0-5 0,1 1 8 0,1 0-2 16,0 1 4-16,-3 0-6 0,-1 1 4 0,-2 1 3 0,0 1 1 16,-1 0-6-16,2 1 2 0,0-1-1 0,2 2 2 15,-1 0-6-15,0 0 10 0,-1 0-7 0,2-1 10 16,-4 0-2-16,1-1-9 0,2 1 5 0,0 1-7 16,3-1-4-16,1 1 8 15,-2-2-2-15,-2 1 5 0,0 2-5 0,0-2 6 0,0 2-6 0,1-2 7 0,1 0-8 16,0 1-2-16,0 1 3 0,-2-1-2 15,0-1 6-15,-2 0-1 0,1-2-1 0,0 3 0 0,0-1 3 0,2 2-5 16,-2 0 3-16,0-2-3 0,-2 1 4 0,-1-1-4 31,1 2 1-31,-2-2-1 0,1 1-1 0,2 3 3 16,0-6-3-16,1 6 2 0,0 0-2 0,0-1-1 16,-1 2 2-16,0-2 0 0,-1 1 7 0,-2-2-3 15,1 1 1-15,0 0-4 0,2 0-2 0,1 2 1 16,-1-1 2-16,-1-2 1 0,-1-1 6 0,0 0 9 0,-2 0 1 15,-2-1 2-15,-2 1-5 0,-2 0-11 0,0 1-1 16,1 2-3-16,1-2-1 0,2 2-14 0,-1 0-20 16,0-2-3-16,0-1-111 0,2-1-152 0,0-2-33 0</inkml:trace>
  <inkml:trace contextRef="#ctx0" brushRef="#br0" timeOffset="-145595.28">5068 6449 1799 0,'0'0'155'0,"0"0"33"15,-1 0-1-15,-15-11-82 0,16 11-65 0,0 0-37 16,0 0-2-16,0-1 2 0,0 1-6 0,-6-20-4 0,6 20 4 16,0-1-5-16,0 1 4 0,0-1-2 0,0 1-4 15,0-1 3-15,1 1-1 0,0 0 4 0,11-17 4 0,-12 17 1 16,0 0 17-16,0 0 7 0,0 0-2 0,0 0 4 15,1 0 3 1,16-6 2-16,-17 6 1 0,1 0-2 0,0 0-7 16,20-9-4-16,-12 6-1 0,0-1-2 0,2-1-6 0,0 1 2 15,1-1-4-15,1 0 3 0,0 1 0 0,1 0-1 0,1 1-3 0,3 0 1 32,-1 1-5-32,0 0-4 0,0 1 6 0,0 0-5 0,1 0 7 15,2 1 2-15,-2 0-3 0,1-1 4 0,1 1-1 16,1-1 2-16,1-1 1 0,1 1-1 0,2-2-3 15,-1 1 0-15,1-2 2 0,0 1-1 0,1 0-5 0,-2-1 3 16,1 1-6-16,0 1 5 0,-1-1-7 0,1 1 2 16,-1 0 1-16,-2 2 1 0,1 0 2 0,-2 0-6 15,-1 0 0-15,-1 1-3 0,-1 0 6 0,2 0 9 0,0 1-4 0,0-1 5 16,0 0-6-16,0 0 6 16,-1-1 1-16,0 0 1 0,0 0-10 0,0-1 8 0,0 1-7 15,-2-1 7-15,1 0-13 0,0 0 5 16,0 1 0-16,-1-1 2 15,2 1-2-15,-3 0 2 0,0 1-2 0,1 0 2 0,-1 0-5 0,-1 0 6 0,1 1 0 0,-2 0 2 16,0-1 3 0,-1 0 1-16,1 1-1 0,0-2 1 15,0 1 0-15,2 0 4 0,-2 0-4 0,-1-1 4 16,0 0-2-16,-1 0-4 0,0 0 4 0,-1 1-5 16,-2-1 5-16,1 1 3 0,-2 0-1 0,-1 0 2 15,0 0-8-15,0 0-4 0,-1 0-1 0,-6-1-1 0,0 0 1 16,0 0-4-16,17 7 0 0,-17-7-3 15,0 0-36-15,0 0-96 0,0 0-27 0,1 0-38 0,-1 1-231 0</inkml:trace>
  <inkml:trace contextRef="#ctx0" brushRef="#br0" timeOffset="-144562.84">4728 9322 1763 0,'0'0'208'0,"0"0"-46"0,0 1 88 15,0-1-182 1,0 1-14-16,0-1-40 0,-4 17 0 0,4-17-3 0,1 0 2 0,-1 0-5 0,18 11-2 16,-18-11 4-16,1 0-2 0,21 10 16 0,-12-7 6 15,1 0 1-15,3-1 0 0,1 0-5 0,0-1 14 0,0 0 0 32,1-1 7-32,1-1 2 0,-1 0 2 15,-1 1-4-15,0 0 2 0,-2-1-10 0,-1 1-3 0,0-1-3 16,-3 1 0-16,2-1-8 0,-1 1-14 0,-1 1 2 15,1-1-7-15,1 0-4 0,-1 1-3 0,2-1-12 0,1 0-2 16,2 0-80-16,2 0-75 0,1-2-13 0,5-1-30 16,3 0-144-16</inkml:trace>
  <inkml:trace contextRef="#ctx0" brushRef="#br0" timeOffset="-118247.08">7227 6311 1966 0,'0'0'126'31,"-1"0"-19"-31,1 0 1 0,-1 0-22 0,1 0-67 0,0-1-9 15,-1 1-5-15,0 0 5 0,1-1-11 0,0 1-1 16,-1-1 4-16,1 1-2 0,0-1 3 0,-3-15-3 16,3 16 3-16,0 0-2 0,0 0 12 0,1 0 16 15,-1-1-5-15,0 1 9 0,18-9 8 0,-18 9 9 16,0 0 1-16,1 0 2 0,0 0 2 0,16-2-6 0,-17 2 0 16,0 0-3-16,0 0-17 0,20-2-3 0,-20 2-4 15,1 0 1-15,23-2-12 0,-14 1-3 16,0 0-2-16,1 1 2 0,2-1 1 0,1 0-3 0,0-1 3 0,1 1-4 15,2 0 1 1,-1 0-7-16,1-1 2 0,0 1-4 0,2 0 5 16,0 1-2-16,-1-1 0 0,1 2 0 0,-1-1 0 15,0 0 2-15,1 1-2 0,-1-1 4 0,2 1 2 0,1-1-3 0,1 1 3 0,0 0-3 16,0 0 8 0,0-1-10-16,0 1 8 0,0-1-8 0,0 0 3 0,0 1 0 0,1 0-3 0,1 1 2 0,-1 0-6 31,2 0 6-31,-1 1-3 0,-1 0 5 0,1 0-8 15,-1 1 3-15,1-1-2 0,0 0 2 0,1 0 0 0,1-1 5 16,1 0-5-16,-2 1 5 0,1-1-3 0,-1 1-3 16,1 0 2-16,-1-1-3 0,0 1-2 0,2-1 8 0,0 0 0 15,0 0 3-15,-1 1-9 0,-1-1 0 16,1 0 0-16,-1 0 1 0,1 0 7 0,3 0-6 16,-1-1 1-16,2 0-1 0,-1-1 3 0,0 1-3 15,0-1 0-15,0 0-1 0,1 0 6 0,3 0-3 0,-1-1 4 16,-1 1-4-16,0 0 11 15,-1 0-9-15,0 0 3 0,1 0-4 0,0 0 4 0,2 1 2 0,-2-1-2 16,-2 2 3-16,0-1-9 0,-1 1 4 16,3 0-2-16,0-1 2 15,0 1-2-15,1 0 4 0,-2-1-3 0,-1 1 2 0,-2-2-9 16,2 1 7-16,0 0-1 0,1 0 4 0,1 0-7 0,-2-1 6 0,-1 1 0 0,0 0 2 31,-1 0-3-31,2 0 7 0,-1 0-2 0,1 0 4 0,0 0-7 0,-2 0 4 16,0 1-8-16,0-1 6 0,0 1-8 15,1-1 0-15,1-1 4 0,1 2-2 0,0-1-1 16,-2 0 2-16,0 0-2 0,-1 1 1 0,0 0-4 0,-1 0 4 16,1 1 0-16,0-1 2 0,0 0-7 0,0 1 2 15,-2-1 1-15,0 0 2 0,-2 1-3 0,0 1 4 16,1 0-1-16,0-1 2 0,-2 1-5 0,-1-2-1 16,-2 2 0-16,-3 0 0 0,0-1 2 0,-2 3-59 15,-1-1-12-15,-1 0-26 0,-1 2-122 16,-2 0-164-16,0 2-40 0</inkml:trace>
  <inkml:trace contextRef="#ctx0" brushRef="#br0" timeOffset="-117511.03">7414 9270 1157 0,'-9'5'329'0,"1"1"-108"0,0-1 156 0,1-2-314 0,0-1-21 16,3 2-32-16,3-4 2 16,1 0-12-16,-1 0 11 0,1 0-23 0,0 1 7 0,0-1-4 0,0 1 7 15,0-1 2-15,0 1 4 0,0-1 3 0,0 1-1 16,0-1 1-16,22 14 4 0,-22-14 1 0,1 0 0 0,17 11 1 15,-11-5 19-15,3-1-1 0,-2-1 10 0,1 1 19 16,1 0-4 0,-2 0 3-16,4 1-4 0,-2 0-1 0,3 0-10 0,-1 0 0 0,1-2-6 0,1 0-12 0,1 1-2 15,0-1-5-15,0-1 1 0,3 0-4 0,0-1-6 16,4 0 4-16,2-1-6 0,-1 0-6 0,2 0 2 16,0 0-3-1,-1-1 3-15,0 0-4 0,0 1 6 16,1-1-2-16,0 0 3 0,2 2-10 0,1-1 3 15,0 1 0-15,-2-2 1 0,1 1-1 0,-3 0 5 0,1 0-4 16,-1 1 5-16,2 0-2 0,1 1 0 0,0 1 2 16,0 2-2-16,-1-1-2 0,-2 0 4 0,0-1-4 15,0-1 4-15,1 2-1 0,1-1-3 0,0 0-1 16,-2 2 0-16,-1-2-2 0,-2 2-70 0,1-1-11 0,-3 3-30 16,1 1-127-16,3 5-271 0</inkml:trace>
  <inkml:trace contextRef="#ctx0" brushRef="#br0" timeOffset="-116462.06">3953 8822 2124 0,'-7'0'115'16,"1"0"-5"-16,0-2-3 0,6 2-10 0,0 0-60 0,0 0-37 16,0 0 6-16,0 0-6 15,0 0-6-15,0 0 2 0,0-1-5 0,0 1 5 0,1-1-3 0,14-13 2 0,-5 11 0 16,1 3 1 0,1-2 0-16,1 0 7 0,1 2-3 15,1-1 4-15,0 1-4 0,2 0-2 0,0-2 1 0,1 2-2 16,0 0 4-16,0-1 14 0,2 1 3 0,2-1 3 15,0-2 2-15,-1 1 8 0,1 0 3 0,0 0 2 16,-1 0 5-16,0-1-17 0,0 0-2 0,1 0-5 16,0-1-1-16,1 2-3 0,-1 0-4 0,0 1 2 15,-2 0-6-15,0 1-2 0,-2-1 3 0,-1 2-4 0,0 0 6 16,1 0-7-16,-1 2 7 0,-1-3-7 0,1 1 5 0,-2 0 3 16,0 0-7-16,-3 1 5 0,1-1 1 0,-4 1-40 15,2 0-6-15,-3-1-17 0,0 1-49 0,-2-2-37 16,-6 0 3-16,0 0-17 0,1 0-20 0,-1 0-67 15,1 0-51-15</inkml:trace>
  <inkml:trace contextRef="#ctx0" brushRef="#br0" timeOffset="-116262.25">4578 8621 2028 0,'-6'2'284'0,"1"-2"-114"0,5 0 8 15,-1 0-57 1,1 0-87-16,0 0-12 0,0 0-7 0,0 0-2 15,0 1-24-15,0-1 2 0,0 1 0 0,0-1 2 16,21 17 5-16,-21-17-2 0,17 7 2 0,-8-1-2 16,1 1 2-16,0 1 3 0,-2 1 0 0,-1 2 3 15,0 1-2-15,-1 3 7 0,0 1-6 16,-2 2 5-16,-1 4-11 0,-2 0 4 0,-1 1 2 0,-3 3 0 0,-2-2-13 16,-2 4-106-16,0-2-28 0,-2 0-46 0,-1 0-304 15</inkml:trace>
  <inkml:trace contextRef="#ctx0" brushRef="#br0" timeOffset="-115295.95">4748 5693 1402 0,'0'0'307'0,"-1"0"-101"0,0 0 146 0,1 0-291 16,0 0-16-16,0 0-29 0,0 0-5 0,0 0 1 16,0-1 0-16,23-7-4 0,-21 3 20 0,8 5-2 0,0 0 8 31,2 0-4-31,0-1 3 0,1 0-2 0,0 0 2 15,1 0 0-15,1 1-5 0,-3 0-1 0,2-1-1 16,-1 1-16-16,-1 1 10 0,0-1-5 0,0 1 7 16,-2 0-11-16,0 0-1 0,-1 0 3 0,-1-1-3 0,2 1-3 15,-2 0 0-15,1-1-2 0,0 0 3 0,-2 0-2 16,-7 0 10-16,0 0-4 0,1 0 6 0,16-4-7 16,-17 4-29-16,0 0-1 0,0 0-14 0,0-1-23 0,0 1-13 15,4-19-6-15,-4 19-4 16,0-1-33-16,-11-20 14 0,5 11 3 0,0 0 9 0,-2-1 46 0,1-1 33 15,2-1 0-15,-1 1 10 16,1-1 1-16,1 1 2 0,1 4 5 0,0 1 1 0,3 7 35 16,0-1 7-16,0 1-3 0,0 0 0 15,0-1-34-15,0 1-19 0,0-1 1 0,0 1-8 0,0 0 4 0,0 0 5 16,10 14 0-16,-1-6 3 0,1 2 8 0,0 1-6 0,0 0 1 16,1 1-3-16,0-1-2 0,0 0 5 0,1-1 1 31,-3 1 2-31,2-2 14 0,-3 0-4 0,-1 1 9 0,0-1-7 15,-2 0 11-15,-2 0 8 0,0-1-8 0,-2 1 6 16,-2 2-27-16,-2-2-7 0,-1 1-2 0,-3 3-2 16,0 1-20-16,-4 3-80 0,-1 2-30 0,-2 3-45 15,-3 2-397-15</inkml:trace>
  <inkml:trace contextRef="#ctx0" brushRef="#br0" timeOffset="-110830.23">7215 6296 668 0,'-10'2'263'0,"1"-2"177"16,0 0 16-16,1 0-215 0,1-2-92 0,1-1-98 0,0-1-5 16,1-2-6-16,2 0-34 0,-5-6-21 0,8 3-2 15,0 1-6-15,2 0-9 0,2-3 1 0,0 1-1 16,3 0 2-16,0 0-1 16,1 0-2-16,2 0 1 0,2 2 2 0,-1 0 17 0,0 2 15 15,-1 2 3-15,-2 2 6 16,-1 1 15-16,0 1 9 0,0 0-1 0,-1 1 3 15,0 0 4-15,0 1-8 0,1 0 2 0,1 1-4 16,-1-1 0-16,1 1-8 0,2-1 2 0,-1-2-5 16,2 2-4-16,1-2-10 0,3 0 2 0,2 1-5 0,2-1-12 0,5 0 5 15,1-2-3-15,3 2 5 0,1-1 3 16,1 1 0-16,0 0 0 0,0 0-1 0,1 1 0 0,2 0 0 16,0 0 0-16,0 1 0 0,-1 0-2 0,-3 0-6 15,1 1 6-15,1 0-6 0,0 1 8 0,2 0 5 16,0 0-2-16,-1 0 5 0,-1 0-4 0,-1 1-1 15,2 0-1-15,-2 1 0 0,2 1-2 0,-2 1 0 16,-1 2 0-16,-2-2 0 0,-1 2 1 0,-1-1-1 16,1 0 3-16,0 0-3 0,2-1 4 0,-1 0-4 15,-2 0-1-15,-1 1 1 16,0-2 4-16,0 1-2 0,1-2 3 0,0 1-4 16,2-2-1-16,-1 1 1 0,1 0 3 0,-2-1 1 0,0 1 3 0,0-1 2 0,0 1-1 0,0-1 1 31,2 0-4-31,0-1-1 0,-1 0 2 0,-1 1-2 15,-1-1 1-15,-3 1 2 0,1-1-5 0,-1 0 2 16,0-2-8-16,1 0 6 0,1-2 1 0,-1 0 2 16,2 0 1-16,-1 0 1 0,0-1 1 0,-1-1 0 0,1 2 4 15,2-1 6-15,0 0-4 0,3 0 4 16,1-1-10-16,-2 1 5 0,0 0 2 0,-2 1 0 0,-1-1-2 0,1 1-4 16,0 1-1-16,1 0 1 0,1 2 3 15,-2 0-6-15,-1 0 0 0,0 1-3 0,-3 0 0 0,0 1-1 16,0 1 3-16,-1-2-3 0,2 1 4 0,2 0-3 15,-1-1 1-15,-1 2 0 0,1-1 8 0,-2-1-7 16,1 0 2-16,-2 0-3 0,-1-1 4 0,1 0-2 0,1-1 0 16,0 0-2-1,2-1-1-15,-2 0-1 0,0-1 2 0,-2 1-2 16,0-1 6-16,1 0 12 0,-3 1 3 0,0-1 2 16,1 0 2-16,-1 0-10 0,1 0-3 0,-1 0-1 15,0-1-3-15,-1 0-8 0,-2 1 5 0,0 0-6 16,-1 0 2-16,-2 2-4 0,0-1-2 0,-2 0 0 15,1 1-2-15,-2 0-57 0,0 1-11 0,-1 1-22 16,0 1-105-16,-2 1-97 0,2 0-21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9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26 9530 0 0,'0'0'5731'0'0,"-6"-3"-3718"0"0,-40-18 483 0 0,41 19-263 0 0,8 12 1177 0 0,6 8-3190 0 0,-7-14 67 0 0,-1-3-95 0 0,4 0 18 0 0,54 21 597 0 0,107 26-1 0 0,-79-26-651 0 0,-54-13-191 0 0,42 5 0 0 0,-1-9-6544 0 0,-56-5 7931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9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22525 0 0,'0'0'3407'0'0,"6"2"-2635"0"0,40 11-619 0 0,0-2 0 0 0,0-1 0 0 0,78 4 0 0 0,-63-8 194 0 0,101 24 0 0 0,-136-22-334 0 0,9 4-370 0 0,-13-9-3257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0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5201 0 0,'0'0'14761'0'0,"0"-1"-14271"0"0,6 2-239 0 0,37 8 408 0 0,-15 4-2325 0 0,-23-11-274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11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 23533 0 0,'-4'-1'411'0'0,"-8"-1"357"0"0,7 3-1036 0 0,2 6 246 0 0,1 4-7 0 0,3 1 5 0 0,4 6-4 0 0,20 29 23 0 0,-17-34 30 0 0,11 25 82 0 0,-2 1 0 0 0,-1 1 0 0 0,-3 0 0 0 0,14 64 0 0 0,15 45 236 0 0,2-8-215 0 0,14 38 130 0 0,-23-111 169 0 0,-32-64-49 0 0,-9-9-972 0 0,-16-19 453 0 0,1 0-1 0 0,2-2 1 0 0,0-1-1 0 0,2 0 1 0 0,-24-51-1 0 0,-32-51 455 0 0,64 117-201 0 0,0 0 0 0 0,0 1 0 0 0,-2 0 0 0 0,-16-14 0 0 0,26 24 51 0 0,4 3-262 0 0,0-1-1 0 0,-1 0 1 0 0,1 1 0 0 0,0-1 0 0 0,-1 1-1 0 0,1 0 1 0 0,-1 0 0 0 0,3 2-1 0 0,9 7 59 0 0,5 5 45 0 0,0 1-1 0 0,-1 1 1 0 0,-1 0-1 0 0,-1 2 1 0 0,27 40-1 0 0,19 22 124 0 0,-55-73-12 0 0,1-1 0 0 0,1 0 0 0 0,-1-1-1 0 0,1 0 1 0 0,1 0 0 0 0,-1-1 0 0 0,1-1 0 0 0,15 8 0 0 0,-23-13-38 0 0,0 1 1 0 0,0-1-1 0 0,0 0 1 0 0,0 1-1 0 0,0-1 1 0 0,0 0-1 0 0,0 0 1 0 0,1 0-1 0 0,-1 0 1 0 0,0-1-1 0 0,0 1 1 0 0,0-1-1 0 0,0 1 1 0 0,2-2 0 0 0,-2 1-84 0 0,0 0 1 0 0,0-1-1 0 0,0 1 1 0 0,0-1-1 0 0,0 1 1 0 0,-1-1-1 0 0,1 0 1 0 0,-1 0-1 0 0,1 1 1 0 0,-1-1-1 0 0,2-4 1 0 0,1 0-45 0 0,1-2-191 0 0,0 0 0 0 0,0-1 1 0 0,0 1-1 0 0,-1-1 0 0 0,3-12 1 0 0,2-2-1232 0 0,5-10-772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13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15803 0 0,'0'-2'-112'0'0,"0"0"0"0"0,0 0 0 0 0,0 0 0 0 0,0 0 0 0 0,1 0 0 0 0,-1 0 0 0 0,0 0-1 0 0,1 0 1 0 0,-1 0 0 0 0,1 1 0 0 0,0-1 0 0 0,0 0 0 0 0,0 0 0 0 0,0 0 0 0 0,0 1 0 0 0,0-1 0 0 0,0 1-1 0 0,2-3 1 0 0,-1 2 453 0 0,1-2-529 0 0,-2 3 346 0 0,5 7 2001 0 0,27 40 1026 0 0,-33-45-3089 0 0,1 0-1 0 0,0 0 1 0 0,0 0-1 0 0,0 0 1 0 0,0 0-1 0 0,0 0 1 0 0,0-1-1 0 0,0 1 1 0 0,0 0-1 0 0,0-1 1 0 0,0 1-1 0 0,1-1 1 0 0,-1 1-1 0 0,0-1 1 0 0,0 1-1 0 0,1-1 1 0 0,-1 0-1 0 0,0 0 1 0 0,2 1-1 0 0,0-1 145 0 0,8 3 114 0 0,0 0-1 0 0,0-1 1 0 0,0-1 0 0 0,14 1 0 0 0,21 4-317 0 0,-11 0-4 0 0,0 0 1 0 0,0-3 0 0 0,0 0-1 0 0,53-4 1 0 0,137-26 626 0 0,-87 7 47 0 0,2 10-191 0 0,188 10 0 0 0,-185 5-101 0 0,176-18 1 0 0,159-26 4 0 0,-139 40-205 0 0,-297-1-202 0 0,599 1 272 0 0,-129 18 263 0 0,-255 3-457 0 0,66 3 306 0 0,-90-6-143 0 0,-103-5-82 0 0,-95-6 364 0 0,-7 0-1768 0 0,-12-6-4980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15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18548 0 0,'0'0'1982'0'0,"2"-6"-3819"0"0,4-11 884 0 0,-2 12 223 0 0,-1 5 616 0 0,4 0 15 0 0,2-1-10 0 0,2 1-149 0 0,-11 0 216 0 0,1 0 24 0 0,0 0 13 0 0,3 1 1 0 0,3 3 329 0 0,0 1 0 0 0,0-1 0 0 0,-1 1 0 0 0,1 0 0 0 0,5 7 0 0 0,15 10 2416 0 0,-21-18-2438 0 0,0-1 0 0 0,1 1-1 0 0,0-1 1 0 0,-1-1 0 0 0,1 1-1 0 0,0-1 1 0 0,1 0 0 0 0,-1-1-1 0 0,0 1 1 0 0,0-2-1 0 0,13 1 1 0 0,1 1 102 0 0,411 29 1090 0 0,-342-32-772 0 0,124-19 0 0 0,-124 10-493 0 0,127 0 0 0 0,515 60 261 0 0,-214-23-64 0 0,-305-22-170 0 0,53-2-49 0 0,27 0 118 0 0,-208 2-138 0 0,123 24 1 0 0,-37-5 299 0 0,-106-17-154 0 0,126 30 0 0 0,-164-28-874 0 0,-23-7-35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18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 9250 0 0,'-1'0'5284'0'0,"-3"-2"-5543"0"0,3 2 35 0 0,0-1 173 0 0,1 1 16 0 0,-1 0 46 0 0,-1 3 315 0 0,0 0-185 0 0,-7 13 148 0 0,6-12 50 0 0,5 2 1683 0 0,6 12-1549 0 0,-6-14-58 0 0,6 0 824 0 0,0 0-1097 0 0,1 0-1 0 0,0-1 0 0 0,1 0 1 0 0,-1-1-1 0 0,0 0 1 0 0,1-1-1 0 0,-1 0 0 0 0,14 0 1 0 0,88-6 647 0 0,-22 0-620 0 0,215 17 62 0 0,-18 1 264 0 0,-80-7 346 0 0,404 64-1 0 0,68 7-214 0 0,-590-70-570 0 0,160 10 444 0 0,1-12 0 0 0,496-54 0 0 0,-216-15-14 0 0,-257 31 86 0 0,-73 2 291 0 0,-101 13-773 0 0,-94 17-362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21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13819 0 0,'0'0'312'0'0,"6"-2"-59"0"0,-2 0-198 0 0,-3 1-32 0 0,0 1 1 0 0,1-1 0 0 0,-1 0 0 0 0,0 1-1 0 0,1-1 1 0 0,-1 1 0 0 0,0-1 0 0 0,1 1-1 0 0,-1-1 1 0 0,1 1 0 0 0,-1 0 0 0 0,0 0 0 0 0,1 0-1 0 0,-1 0 1 0 0,1 0 0 0 0,-1 0 0 0 0,1 0-1 0 0,-1 1 1 0 0,2-1 0 0 0,2 1 27 0 0,14 4 62 0 0,-11-2-38 0 0,-2 0-2 0 0,1 1 118 0 0,19 23 175 0 0,6 24 250 0 0,8 47 854 0 0,-13-29 229 0 0,-1-3-824 0 0,-3 1 1 0 0,17 84-1 0 0,-22-36-554 0 0,-4-22 180 0 0,-14-92-450 0 0,0-1 1 0 0,-1 0-1 0 0,1 1 0 0 0,0-1 1 0 0,0 0-1 0 0,0 1 1 0 0,0-1-1 0 0,0 0 1 0 0,0 1-1 0 0,-1-1 1 0 0,1 0-1 0 0,0 0 1 0 0,0 1-1 0 0,0-1 1 0 0,-1 0-1 0 0,1 0 1 0 0,0 1-1 0 0,0-1 1 0 0,-1 0-1 0 0,1 0 1 0 0,0 0-1 0 0,0 0 1 0 0,-1 1-1 0 0,1-1 0 0 0,0 0 1 0 0,-1 0-1 0 0,1 0 1 0 0,0 0-1 0 0,-1 0 1 0 0,1 0-1 0 0,0 0 1 0 0,0 0-1 0 0,-1 0 1 0 0,1 0-1 0 0,0 0 1 0 0,-1 0-1 0 0,1 0 1 0 0,0 0-1 0 0,-1 0 1 0 0,1 0-1 0 0,0 0 1 0 0,-1 0-1 0 0,1 0 1 0 0,0 0-1 0 0,-1-1 1 0 0,-13-2-149 0 0,9 0 123 0 0,0-1 1 0 0,0 1-1 0 0,1-1 0 0 0,-1 0 1 0 0,1 0-1 0 0,0 0 1 0 0,0-1-1 0 0,1 0 0 0 0,-1 1 1 0 0,1-1-1 0 0,-5-11 0 0 0,3 9-14 0 0,-29-54 12 0 0,20 33-130 0 0,-27-38 1 0 0,92 149-1670 0 0,-33-50 1820 0 0,37 49-1 0 0,-48-73 19 0 0,0 0-1 0 0,1-1 1 0 0,1 0-1 0 0,-1 0 1 0 0,1 0 0 0 0,0-1-1 0 0,1-1 1 0 0,0 0-1 0 0,19 9 1 0 0,-21-11-41 0 0,1-1 0 0 0,0 0 0 0 0,0 0 1 0 0,0-1-1 0 0,1 0 0 0 0,-1-1 0 0 0,12 0 0 0 0,-15-1-86 0 0,-1 0-1 0 0,1-1 0 0 0,-1 0 0 0 0,0 0 1 0 0,1-1-1 0 0,-1 1 0 0 0,0-1 0 0 0,0 0 1 0 0,0-1-1 0 0,0 1 0 0 0,0-1 1 0 0,-1 0-1 0 0,1 0 0 0 0,4-5 0 0 0,14-12-804 0 0,3-6-1496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25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70 11570 0 0,'-9'-12'3701'0'0,"3"-2"-2867"0"0,4 5-333 0 0,4 16 420 0 0,3 3 131 0 0,4-1-329 0 0,9 3-86 0 0,17 1-128 0 0,-13-9-49 0 0,23-3 79 0 0,1-2-1 0 0,0-2 0 0 0,76-14 0 0 0,2 0-26 0 0,344 7 398 0 0,-117 8-794 0 0,-82-16 5 0 0,88-3 448 0 0,-257 19-326 0 0,158 19 1 0 0,19 25-41 0 0,241 23 820 0 0,-264-55-478 0 0,292 28 9 0 0,-540-36-891 0 0,4-1 499 0 0,1-2-7580 0 0,10-3 3714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2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78 30294 0 0,'-1'-1'-209'0'0,"1"0"-1"0"0,-1 0 1 0 0,0 1-1 0 0,1-1 1 0 0,-1 0-1 0 0,1 0 1 0 0,-1 0-1 0 0,1 0 1 0 0,0 0-1 0 0,-1 0 1 0 0,1 0-1 0 0,0 1 0 0 0,0-1 1 0 0,-1 0-1 0 0,1 0 1 0 0,0 0-1 0 0,0 0 1 0 0,0 0-1 0 0,0 0 1 0 0,0 0-1 0 0,1 0 1 0 0,-1 0-1 0 0,0 0 1 0 0,0 0-1 0 0,1-2 0 0 0,0 2 124 0 0,0 0 0 0 0,0 0 0 0 0,0 0 0 0 0,0 0 0 0 0,0 0-1 0 0,0 0 1 0 0,0 1 0 0 0,1-1 0 0 0,-1 0 0 0 0,0 1 0 0 0,0-1-1 0 0,1 1 1 0 0,-1-1 0 0 0,0 1 0 0 0,1-1 0 0 0,-1 1 0 0 0,0 0-1 0 0,1 0 1 0 0,-1 0 0 0 0,2 0 0 0 0,0-1 16 0 0,4 1-78 0 0,-3-1 63 0 0,10-4-147 0 0,4 3-2 0 0,12 3 13 0 0,47 13 1 0 0,-34-4 929 0 0,1-2-1 0 0,1-1 0 0 0,-1-3 1 0 0,1-1-1 0 0,0-3 0 0 0,88-9 1 0 0,1-10-513 0 0,0 7 1 0 0,182 5-1 0 0,-21-8 573 0 0,-83 0-586 0 0,370 15 1263 0 0,-265 2-918 0 0,159 6 310 0 0,-387-4-577 0 0,274 24 252 0 0,-340-23-887 0 0,1 1-1 0 0,39 16 0 0 0,-30-9-4063 0 0,-19-8 1132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8T16:17:2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2745,'-8'0'1400,"-1"0"160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2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2913 0 0,'0'-1'5171'0'0,"-6"2"-1392"0"0,-11 0-2415 0 0,12-1-99 0 0,-1 5 1751 0 0,-11 9-2704 0 0,13-10-59 0 0,-1 14 388 0 0,4-16-618 0 0,0 0 1 0 0,1 0 0 0 0,-1 1-1 0 0,0-1 1 0 0,1 0-1 0 0,-1 1 1 0 0,1-1 0 0 0,0 1-1 0 0,0-1 1 0 0,0 1 0 0 0,0-1-1 0 0,0 1 1 0 0,0-1-1 0 0,1 0 1 0 0,-1 1 0 0 0,1-1-1 0 0,1 4 1 0 0,64 110 2192 0 0,-14-27-97 0 0,-36-63-1902 0 0,2-1 0 0 0,0 0 0 0 0,36 35 0 0 0,6 10-116 0 0,-55-64-17 0 0,0-1 0 0 0,0 1 1 0 0,0-1-1 0 0,0 0 0 0 0,1 0 1 0 0,11 8-1 0 0,-13-11-19 0 0,-1-1 0 0 0,1 1 0 0 0,-1-1 0 0 0,1 0 0 0 0,0 0 0 0 0,0 0 0 0 0,-1-1 0 0 0,1 1 0 0 0,0-1 0 0 0,0 0 0 0 0,-1 0 0 0 0,1 0 0 0 0,0 0 0 0 0,5-2 0 0 0,0-1 51 0 0,-1-1 0 0 0,1 0 0 0 0,-1 0-1 0 0,0 0 1 0 0,0-1 0 0 0,0-1 0 0 0,-1 1-1 0 0,8-8 1 0 0,-14 12-115 0 0,0 0 24 0 0,0 0-1 0 0,1 0 1 0 0,-1 0-1 0 0,0 0 1 0 0,0 0-1 0 0,0 0 1 0 0,0-1-1 0 0,0 1 1 0 0,0 0-1 0 0,0-1 1 0 0,-1 1-1 0 0,1-1 1 0 0,0 1-1 0 0,-1-1 1 0 0,1-1-1 0 0,1-2 46 0 0,8-15 110 0 0,-1-1 0 0 0,-1 0 0 0 0,-1 0 1 0 0,5-32-1 0 0,-5 26-215 0 0,16-44-1 0 0,-18 58 415 0 0,38-80-6079 0 0,-31 72 10036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33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84 15243 0 0,'0'-1'81'0'0,"0"0"-1"0"0,0 0 1 0 0,0 1-1 0 0,-1-1 1 0 0,1 0-1 0 0,1 1 1 0 0,-1-1-1 0 0,0 0 1 0 0,0 0-1 0 0,0 1 0 0 0,0-1 1 0 0,0 0-1 0 0,1 0 1 0 0,-1 1-1 0 0,0-1 1 0 0,1 0-1 0 0,-1 1 1 0 0,0-1-1 0 0,1 1 1 0 0,-1-1-1 0 0,1 0 1 0 0,-1 1-1 0 0,1-1 1 0 0,-1 1-1 0 0,1-1 1 0 0,-1 1-1 0 0,2-1 1 0 0,21-7-573 0 0,-12 5 445 0 0,-2 0-117 0 0,-4 2 76 0 0,3-1-27 0 0,-2 0 34 0 0,23-3-87 0 0,464-34 4160 0 0,-442 38-3934 0 0,244 2-190 0 0,-103 3 88 0 0,737 30 1439 0 0,-694-14-1024 0 0,133 9 1239 0 0,-133-23-1251 0 0,24 1-405 0 0,-233-7-947 0 0,-13 0-4219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8T16:17:34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4977,'0'0'12955,"27"-6"-13203,-13 8 8,4 1-72,5 1 96,1 1-16,6 2-105,2 4-1511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38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26 18324 0 0,'-2'-4'231'0'0,"-7"-11"356"0"0,-2 9-836 0 0,-3 5 179 0 0,7 3 9 0 0,-2 2-37 0 0,0 5 6 0 0,-8 12 61 0 0,4-5 301 0 0,1 1-1 0 0,1 0 1 0 0,0 1-1 0 0,2 0 1 0 0,0 0-1 0 0,0 1 1 0 0,2 1-1 0 0,1-1 1 0 0,0 1-1 0 0,1 0 1 0 0,2 1-1 0 0,-3 32 1 0 0,-8 531 697 0 0,25-195-873 0 0,-9-330 28 0 0,-3-1-1 0 0,-14 107 0 0 0,10-139-278 0 0,0 0-1 0 0,-2 0 1 0 0,0-1-1 0 0,-2 0 1 0 0,-1-1-1 0 0,-1 1 1 0 0,-1-2-1 0 0,-24 36 1 0 0,9-30-3773 0 0,15-21 938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39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25693 0 0,'0'0'-105'0'0,"6"-2"-1259"0"0,12-1 1392 0 0,1 1 0 0 0,0 0 0 0 0,0 1 0 0 0,32 3 0 0 0,85 16 171 0 0,-36-5-83 0 0,45-9 537 0 0,-17-3-121 0 0,-119 0-1126 0 0,1 1 1 0 0,-1 0-1 0 0,0 0 0 0 0,11 5 1 0 0,-15-6-1169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3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21109 0 0,'0'0'1943'0'0,"4"6"-1909"0"0,34 43 317 0 0,-3 2-1 0 0,-2 2 0 0 0,-2 1 0 0 0,-3 1 1 0 0,22 59-1 0 0,20 72-254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39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30 18820 0 0,'-1'-8'4135'0'0,"-5"1"-2891"0"0,6 7-1256 0 0,-1-1 0 0 0,1 1 0 0 0,-1-1 1 0 0,1 0-1 0 0,-1 1 0 0 0,1-1 0 0 0,-1 1 0 0 0,1-1 0 0 0,0 0 1 0 0,-1 1-1 0 0,1-1 0 0 0,0 0 0 0 0,-1 1 0 0 0,1-1 0 0 0,0 0 1 0 0,0 0-1 0 0,0 1 0 0 0,0-1 0 0 0,0 0 0 0 0,0 0 76 0 0,-7 1 245 0 0,2 1-319 0 0,-1 1 0 0 0,0 0 1 0 0,0 0-1 0 0,1 0 1 0 0,-1 0-1 0 0,1 1 0 0 0,0 0 1 0 0,0 0-1 0 0,0 1 1 0 0,0-1-1 0 0,-8 9 1 0 0,-51 55-366 0 0,58-60 374 0 0,-14 16-70 0 0,2 1-1 0 0,0 1 1 0 0,2 0 0 0 0,1 1 0 0 0,-23 54-1 0 0,31-61-789 0 0,1 0-1 0 0,1 0 0 0 0,-3 21 1 0 0,6-20-1337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0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26470 0 0,'-3'1'-18'0'0,"1"0"-1"0"0,-1 0 1 0 0,0 0 0 0 0,0 1 0 0 0,1-1 0 0 0,-1 1 0 0 0,0 0 0 0 0,1 0 0 0 0,0 0 0 0 0,-1 0-1 0 0,1 0 1 0 0,0 1 0 0 0,0-1 0 0 0,0 0 0 0 0,1 1 0 0 0,-1 0 0 0 0,-2 5 0 0 0,-22 55-482 0 0,21-48 668 0 0,-20 55-218 0 0,4 0 0 0 0,3 1-1 0 0,2 1 1 0 0,4 0 0 0 0,-3 91 0 0 0,14-148-46 0 0,2 1 0 0 0,0-1 0 0 0,1 0 0 0 0,0 0 0 0 0,1 0 0 0 0,1 0 0 0 0,5 15 0 0 0,-7-26-44 0 0,0 1-1 0 0,0-1 1 0 0,0 0-1 0 0,1 0 0 0 0,0 0 1 0 0,-1 0-1 0 0,1 0 1 0 0,0-1-1 0 0,1 1 1 0 0,-1-1-1 0 0,7 5 1 0 0,-7-6 5 0 0,0-1 0 0 0,0 0 0 0 0,0 1 0 0 0,0-1 0 0 0,0 0 0 0 0,0-1 0 0 0,0 1 1 0 0,0 0-1 0 0,0-1 0 0 0,1 0 0 0 0,-1 0 0 0 0,0 0 0 0 0,0 0 0 0 0,0 0 0 0 0,1 0 1 0 0,-1-1-1 0 0,0 0 0 0 0,0 0 0 0 0,3-1 0 0 0,-2 1-254 0 0,0-1 0 0 0,0 0 1 0 0,0 0-1 0 0,0 0 0 0 0,0-1 0 0 0,-1 1 0 0 0,1-1 0 0 0,4-5 1 0 0,14-14-2261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0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7 13827 0 0,'0'0'449'0'0,"-8"-2"492"0"0,-9-2-521 0 0,13 3 117 0 0,4 2-395 0 0,0 0 1 0 0,0 0-1 0 0,0-1 1 0 0,0 1-1 0 0,0 0 0 0 0,0 0 1 0 0,-1-1-1 0 0,1 1 0 0 0,0 0 1 0 0,0 0-1 0 0,-1-1 1 0 0,1 1-1 0 0,0 0 0 0 0,-1-1 1 0 0,1 1-1 0 0,-1 0 0 0 0,1-1 1 0 0,-1 1-1 0 0,0 0 1 0 0,0 0-20 0 0,0-1 1 0 0,1 1 0 0 0,-1-1 0 0 0,1 1-1 0 0,-1 0 1 0 0,1-1 0 0 0,0 1 0 0 0,-1 0-1 0 0,1-1 1 0 0,0 1 0 0 0,-1 0 0 0 0,1-1-1 0 0,0 1 1 0 0,0 0 0 0 0,-1 0 0 0 0,1-1-1 0 0,0 1 1 0 0,0 0 0 0 0,0 1 0 0 0,0 0-73 0 0,1-1-1 0 0,-1 1 1 0 0,0-1 0 0 0,1 1 0 0 0,-1-1 0 0 0,0 1 0 0 0,1-1 0 0 0,0 0 0 0 0,-1 1 0 0 0,1-1 0 0 0,0 0 0 0 0,1 2 0 0 0,0 1 39 0 0,0 0 212 0 0,-1-3-119 0 0,4 1-85 0 0,7 3 82 0 0,0 0 0 0 0,0-1 0 0 0,1 0 0 0 0,-1-1 1 0 0,1-1-1 0 0,19 2 0 0 0,85-1 587 0 0,-115-3-752 0 0,0 1-9 0 0,-1-1 0 0 0,1 0 1 0 0,-1 1-1 0 0,1-1 0 0 0,-1 1 0 0 0,0 0 1 0 0,1-1-1 0 0,-1 1 0 0 0,0 0 1 0 0,1 0-1 0 0,-1 0 0 0 0,0 0 1 0 0,1 1-1 0 0,0 0 8 0 0,4-1 141 0 0,-6-1-146 0 0,3 29 61 0 0,-2-26-67 0 0,-1-2-3 0 0,-5 21-1 0 0,0-5-24 0 0,2 1-1 0 0,0-1 0 0 0,0 1 0 0 0,2 0 0 0 0,0 0 0 0 0,1 0 1 0 0,1-1-1 0 0,1 1 0 0 0,0 0 0 0 0,7 24 0 0 0,-5-28 24 0 0,0 0-1 0 0,1-1 0 0 0,0 1 1 0 0,1-1-1 0 0,1 0 0 0 0,10 15 1 0 0,-10-25 22 0 0,-3-2-62 0 0,0 0 0 0 0,0-1 0 0 0,0 1 0 0 0,0-1 1 0 0,0 0-1 0 0,0 0 0 0 0,0 0 0 0 0,0 0 0 0 0,0-1 0 0 0,-1 0 1 0 0,1 1-1 0 0,0-2 0 0 0,0 1 0 0 0,0 0 0 0 0,-1-1 1 0 0,1 1-1 0 0,5-5 0 0 0,-2 2-374 0 0,-1-2 0 0 0,0 1 0 0 0,0 0 0 0 0,0-1 0 0 0,-1 0 0 0 0,0-1 0 0 0,0 1 0 0 0,7-12 0 0 0,17-33-4900 0 0,-15 25 624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0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5 17852 0 0,'1'0'4415'0'0,"-7"-1"-959"0"0,4 0-3457 0 0,1 1 0 0 0,-1-1 0 0 0,0 1 0 0 0,1-1 0 0 0,-1 1 0 0 0,0 0 0 0 0,1 0 0 0 0,-1 0 0 0 0,0 0 0 0 0,1 0 0 0 0,-3 0 0 0 0,-8 14-24 0 0,1 1 1 0 0,1 0-1 0 0,0 0 1 0 0,1 1-1 0 0,1 0 1 0 0,-8 20-1 0 0,-20 38-110 0 0,-207 296-1764 0 0,240-367 1176 0 0,0 2-97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25365 0 0,'0'0'770'0'0,"2"5"-297"0"0,98 159-1326 0 0,-81-127 863 0 0,-2 0 0 0 0,-2 1 1 0 0,-1 1-1 0 0,9 43 0 0 0,-18-54 57 0 0,0 1 1 0 0,-2 0-1 0 0,-1-1 0 0 0,-2 1 0 0 0,-1 0 0 0 0,-6 47 0 0 0,-4-16 72 0 0,-3 1 0 0 0,-36 98 0 0 0,0-46-2903 0 0,36-85 272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1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24029 0 0,'3'1'-232'0'0,"217"46"1002"0"0,-82-21-266 0 0,-96-15-458 0 0,13 3-1215 0 0,-20-10-3544 0 0,-25-4 2018 0 0</inkml:trace>
  <inkml:trace contextRef="#ctx0" brushRef="#br0" timeOffset="1">164 311 23685 0 0,'1'4'1304'0'0,"2"2"-1284"0"0,0 0 0 0 0,0-1 0 0 0,1 1 0 0 0,0-1-1 0 0,0 0 1 0 0,0 0 0 0 0,0 0 0 0 0,1 0 0 0 0,0-1-1 0 0,0 1 1 0 0,0-1 0 0 0,0-1 0 0 0,1 1 0 0 0,-1-1 0 0 0,1 0-1 0 0,0 0 1 0 0,10 3 0 0 0,6 2 101 0 0,0 0-1 0 0,1-2 1 0 0,40 7-1 0 0,-13-7-36 0 0,82 1 0 0 0,-106-8-1486 0 0,1-1 1 0 0,40-9-1 0 0,-38 4-2265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2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28 26006 0 0,'0'-1'2935'0'0,"-9"-6"-3018"0"0,-9-8 101 0 0,14 11-29 0 0,4 4-8 0 0,-15 0-53 0 0,7 1 24 0 0,-5 0-31 0 0,-8 4-77 0 0,-10 5-150 0 0,5 3 129 0 0,0 1 0 0 0,1 1 0 0 0,1 1 1 0 0,-33 28-1 0 0,-81 86 116 0 0,115-108 21 0 0,22-21 40 0 0,-25 24-98 0 0,-42 53-1 0 0,68-77 62 0 0,0 1-1 0 0,0-1 1 0 0,0 0 0 0 0,0 0-1 0 0,0 1 1 0 0,0-1-1 0 0,0 0 1 0 0,0 0 0 0 0,0 1-1 0 0,0-1 1 0 0,1 0 0 0 0,-1 0-1 0 0,0 0 1 0 0,1 1-1 0 0,-1-1 1 0 0,1 0 0 0 0,-1 0-1 0 0,1 0 1 0 0,1 2 0 0 0,-2-3-3 0 0,1 1 18 0 0,1 1 0 0 0,-1-1-1 0 0,0 0 1 0 0,1 0-1 0 0,-1 0 1 0 0,0 0 0 0 0,1 0-1 0 0,-1 0 1 0 0,1 0 0 0 0,0 0-1 0 0,-1-1 1 0 0,1 1 0 0 0,0-1-1 0 0,-1 1 1 0 0,3 0 0 0 0,31 4 45 0 0,-25-4-15 0 0,30 3 108 0 0,-18-2-3 0 0,0 0-1 0 0,-1 2 1 0 0,1 0 0 0 0,33 12-1 0 0,-50-14-91 0 0,0 0 1 0 0,0 0-1 0 0,-1 1 0 0 0,1-1 0 0 0,-1 1 0 0 0,0 0 0 0 0,0 0 0 0 0,0 0 0 0 0,0 1 0 0 0,-1 0 0 0 0,1-1 0 0 0,-1 1 1 0 0,0 0-1 0 0,0 1 0 0 0,0-1 0 0 0,-1 1 0 0 0,1-1 0 0 0,-1 1 0 0 0,0 0 0 0 0,-1-1 0 0 0,1 1 0 0 0,-1 0 1 0 0,0 0-1 0 0,0 0 0 0 0,0 6 0 0 0,-1 6 15 0 0,0-1 0 0 0,-1 0 0 0 0,-1 0 0 0 0,-1 0 1 0 0,0 0-1 0 0,-1 0 0 0 0,-1-1 0 0 0,-7 19 0 0 0,-63 117 11 0 0,61-126-40 0 0,-8 16-13 0 0,-6 9 13 0 0,-22 55 1 0 0,43-86 6 0 0,1 0 1 0 0,0 0-1 0 0,1 1 1 0 0,2 0-1 0 0,0-1 1 0 0,-1 36-1 0 0,15 139 332 0 0,-4-104-196 0 0,58 551 1328 0 0,-34-379-1258 0 0,-28-230-373 0 0,33 234 448 0 0,-25-208-1986 0 0,20 56 1 0 0,-11-66-3525 0 0,-11-31 1904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2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6 25581 0 0,'-9'0'2636'0'0,"1"-3"-2885"0"0,3 2 158 0 0,1 0-436 0 0,-1 7-427 0 0,2-2 948 0 0,-8 11 12 0 0,7-10-22 0 0,-1 1-9 0 0,0-2 0 0 0,-2 2-15 0 0,-5 3-39 0 0,5 1 15 0 0,-1 3 8 0 0,1-3 17 0 0,1 1 0 0 0,0 0 0 0 0,0 0 1 0 0,1 1-1 0 0,-5 17 0 0 0,9-26 54 0 0,1-1-1 0 0,-1 1 1 0 0,1 0 0 0 0,0-1-1 0 0,0 1 1 0 0,0 0 0 0 0,0-1-1 0 0,0 1 1 0 0,1 0 0 0 0,-1-1 0 0 0,1 1-1 0 0,0-1 1 0 0,-1 1 0 0 0,1 0-1 0 0,1-1 1 0 0,-1 0 0 0 0,0 1-1 0 0,0-1 1 0 0,1 0 0 0 0,-1 0 0 0 0,1 1-1 0 0,0-1 1 0 0,0 0 0 0 0,0-1-1 0 0,0 1 1 0 0,0 0 0 0 0,0-1-1 0 0,0 1 1 0 0,0-1 0 0 0,1 1 0 0 0,3 1-1 0 0,10 4 60 0 0,1 0-1 0 0,0-1 0 0 0,0-1 0 0 0,0-1 1 0 0,1 0-1 0 0,0-1 0 0 0,0-1 1 0 0,31 0-1 0 0,-17-3-795 0 0,0-1 0 0 0,0-2 0 0 0,0-1 0 0 0,32-10 0 0 0,-55 12-815 0 0,0 0 1 0 0,-1 0-1 0 0,0-1 0 0 0,13-7 0 0 0,-10 4-1994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3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0 24653 0 0,'-6'5'-20'0'0,"-4"6"37"0"0,2 0 0 0 0,-1 1 0 0 0,1 0-1 0 0,1 0 1 0 0,0 1 0 0 0,-6 15 0 0 0,-31 92 11 0 0,35-93-44 0 0,-6 18-227 0 0,-45 123 224 0 0,11-60-5559 0 0,34-80 2186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3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20396 0 0,'0'0'5711'0'0,"4"1"-6067"0"0,21 7 383 0 0,0-2 1 0 0,1-1-1 0 0,-1-1 0 0 0,1 0 1 0 0,45-2-1 0 0,136-14 598 0 0,-180 9-593 0 0,230-25 259 0 0,102-8 292 0 0,-119 30-3750 0 0,-228 6 366 0 0,-9 0 731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3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24445 0 0,'0'0'3131'0'0,"0"-5"-3801"0"0,2 3 623 0 0,-1 1 0 0 0,0-1 1 0 0,0 1-1 0 0,1-1 0 0 0,-1 1 0 0 0,1 0 1 0 0,-1-1-1 0 0,1 1 0 0 0,-1 0 0 0 0,1 0 1 0 0,0 0-1 0 0,0 1 0 0 0,-1-1 1 0 0,1 0-1 0 0,0 0 0 0 0,0 1 0 0 0,0-1 1 0 0,0 1-1 0 0,3 0 0 0 0,53-10 335 0 0,-38 8-333 0 0,129-18 206 0 0,-146 19-151 0 0,-1 1-1 0 0,1 0 1 0 0,0 0 0 0 0,0 0 0 0 0,-1 0 0 0 0,1 0-1 0 0,0 1 1 0 0,-1-1 0 0 0,1 1 0 0 0,0 0-1 0 0,-1-1 1 0 0,1 1 0 0 0,-1 0 0 0 0,1 1-1 0 0,-1-1 1 0 0,0 0 0 0 0,1 1 0 0 0,-1-1-1 0 0,0 1 1 0 0,0 0 0 0 0,0 0 0 0 0,0 0-1 0 0,0 0 1 0 0,2 4 0 0 0,-3-6-10 0 0,-1 0 0 0 0,0 1 1 0 0,0-1-1 0 0,0 0 0 0 0,1 0 0 0 0,-1 0 0 0 0,0 0 1 0 0,0 1-1 0 0,0-1 0 0 0,0 0 0 0 0,0 0 0 0 0,1 0 1 0 0,-1 1-1 0 0,0-1 0 0 0,0 0 0 0 0,0 0 1 0 0,0 0-1 0 0,0 1 0 0 0,0-1 0 0 0,0 0 0 0 0,0 0 1 0 0,0 1-1 0 0,0-1 0 0 0,0 0 0 0 0,0 0 0 0 0,0 1 1 0 0,0-1-1 0 0,0 0 0 0 0,0 0 0 0 0,0 1 0 0 0,0-1 1 0 0,0 0-1 0 0,0 0 0 0 0,0 0 0 0 0,-1 1 0 0 0,1-1 1 0 0,0 0-1 0 0,0 1 0 0 0,-13 19-25 0 0,-1-1-1 0 0,-1 0 1 0 0,-25 25-1 0 0,25-28 17 0 0,0 0 0 0 0,0 1-1 0 0,2 1 1 0 0,0 0 0 0 0,-11 23 0 0 0,22-38 34 0 0,1 0 0 0 0,-1 0 0 0 0,1 0 1 0 0,0 0-1 0 0,0 0 0 0 0,0 0 0 0 0,0 1 0 0 0,1-1 1 0 0,0 0-1 0 0,-1 1 0 0 0,1-1 0 0 0,0 0 0 0 0,0 1 1 0 0,1-1-1 0 0,-1 0 0 0 0,1 1 0 0 0,0-1 0 0 0,-1 0 1 0 0,4 6-1 0 0,-2-5 16 0 0,1-1 0 0 0,-1 0 0 0 0,1 1 1 0 0,0-1-1 0 0,-1 0 0 0 0,1-1 0 0 0,1 1 0 0 0,-1-1 0 0 0,0 1 1 0 0,1-1-1 0 0,-1 0 0 0 0,1 0 0 0 0,7 3 0 0 0,3-1 8 0 0,0 0 0 0 0,0-1-1 0 0,0 0 1 0 0,0-1 0 0 0,0-1 0 0 0,0 0-1 0 0,1-1 1 0 0,15-1 0 0 0,-6-2-304 0 0,0-2 0 0 0,0 0 0 0 0,0-1 0 0 0,-1-2 0 0 0,37-16 0 0 0,-42 15-1170 0 0,0-1 1 0 0,-1 0-1 0 0,0-2 0 0 0,17-14 0 0 0,-10 4-2123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4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21997 0 0,'-6'3'1337'0'0,"0"2"-1260"0"0,0 0 0 0 0,0 1 1 0 0,0-1-1 0 0,1 2 0 0 0,-1-1 0 0 0,1 0 0 0 0,1 1 0 0 0,0 0 0 0 0,0 0 0 0 0,0 1 0 0 0,1-1 0 0 0,0 1 0 0 0,-3 10 0 0 0,-2 6-11 0 0,2 1 0 0 0,0 1-1 0 0,-2 32 1 0 0,7-54-47 0 0,1 0-1 0 0,0 1 1 0 0,0-1 0 0 0,0 0-1 0 0,1 0 1 0 0,0 1-1 0 0,-1-1 1 0 0,1 0 0 0 0,1 0-1 0 0,-1 0 1 0 0,1 0 0 0 0,-1 0-1 0 0,1 0 1 0 0,0 0 0 0 0,1-1-1 0 0,-1 1 1 0 0,1-1 0 0 0,-1 1-1 0 0,1-1 1 0 0,0 0 0 0 0,0 0-1 0 0,1 0 1 0 0,-1-1 0 0 0,5 4-1 0 0,8 3 81 0 0,1-1-1 0 0,0 0 0 0 0,0-1 1 0 0,28 8-1 0 0,-24-9-27 0 0,-1 1 0 0 0,19 9 0 0 0,-38-15-55 0 0,0-1 1 0 0,1 1-1 0 0,-1 0 1 0 0,0-1-1 0 0,0 1 1 0 0,0 0-1 0 0,0 0 1 0 0,0 0-1 0 0,0-1 1 0 0,0 1-1 0 0,0 0 1 0 0,0 0-1 0 0,0 1 1 0 0,0-1-1 0 0,0 0 1 0 0,-1 0-1 0 0,1 0 1 0 0,0 0-1 0 0,-1 1 1 0 0,1-1-1 0 0,-1 0 1 0 0,0 1-1 0 0,1-1 1 0 0,-1 0-1 0 0,0 1 1 0 0,0 2-1 0 0,0-2-44 0 0,-1 0 0 0 0,0 0-1 0 0,0 1 1 0 0,0-1 0 0 0,0 0-1 0 0,0 0 1 0 0,0 0 0 0 0,0 0 0 0 0,-1 0-1 0 0,1 0 1 0 0,-1 0 0 0 0,0-1 0 0 0,1 1-1 0 0,-3 1 1 0 0,-4 4-456 0 0,-1-1 0 0 0,1 0 0 0 0,-1-1 0 0 0,0 0 1 0 0,-1 0-1 0 0,-13 4 0 0 0,15-7-341 0 0,-1-1 0 0 0,0 1 0 0 0,0-1 0 0 0,1-1 0 0 0,-1 0 0 0 0,-11-1 0 0 0,-8-2-2638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4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2 101 11090 0 0,'-1'0'10528'0'0,"6"-2"-9979"0"0,2-1-286 0 0,0 0 0 0 0,1 1 1 0 0,-1 0-1 0 0,1 0 0 0 0,-1 1 0 0 0,1 0 0 0 0,-1 0 0 0 0,10 1 0 0 0,72 6 1536 0 0,-23 0-1266 0 0,164-10-1072 0 0,-181 2-3151 0 0,0-2-3310 0 0,-31 2 1716 0 0</inkml:trace>
  <inkml:trace contextRef="#ctx0" brushRef="#br0" timeOffset="1">1342 0 29566 0 0,'0'0'-184'0'0,"15"16"0"0"0,-4-6-24 0 0,2 3 64 0 0,0 1 184 0 0,0-2-392 0 0,-4 1-128 0 0,-1-3-160 0 0</inkml:trace>
  <inkml:trace contextRef="#ctx0" brushRef="#br0" timeOffset="2">1258 396 24765 0 0,'-5'13'632'0'0,"1"3"-199"0"0,-2 6-666 0 0,1 6 217 0 0,-4 2-24 0 0,-2 3 72 0 0,-1-2-72 0 0,-2-3-1856 0 0,1-2-208 0 0,-3-3 191 0 0,-2-2 8763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4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1856 0 0,'-1'-1'24877'0'0,"8"6"-25724"0"0,5 3 637 0 0,-3-2 154 0 0,-1-1 315 0 0,14 8 252 0 0,-9-5-303 0 0,4 2-2 0 0,28 11 15 0 0,-12-8-47 0 0,3-2-73 0 0,-4-2-66 0 0,-1 1-1 0 0,0 2 0 0 0,52 27 1 0 0,-75-35-41 0 0,-1 1 0 0 0,0 0 1 0 0,0 0-1 0 0,-1 0 0 0 0,1 1 1 0 0,-1 0-1 0 0,0 1 0 0 0,-1-1 1 0 0,0 1-1 0 0,0 0 0 0 0,0 0 1 0 0,-1 0-1 0 0,0 1 0 0 0,0 0 1 0 0,-1 0-1 0 0,0 0 0 0 0,0 0 1 0 0,-1 0-1 0 0,2 15 1 0 0,-1 49 6 0 0,-3-47 3 0 0,1 1 0 0 0,8 44-1 0 0,-8-64-6 0 0,0 0 0 0 0,1 0 1 0 0,0 0-1 0 0,0-1 0 0 0,0 1 0 0 0,1-1 0 0 0,0 1 0 0 0,0-1 0 0 0,0 0 1 0 0,1 0-1 0 0,-1 0 0 0 0,1-1 0 0 0,1 1 0 0 0,-1-1 0 0 0,0 0 0 0 0,9 6 1 0 0,-7-8-213 0 0,-1 1 0 0 0,1-1 0 0 0,-1-1 0 0 0,1 1 0 0 0,0-1 1 0 0,0 0-1 0 0,0 0 0 0 0,0-1 0 0 0,0 1 0 0 0,0-1 0 0 0,0-1 1 0 0,0 1-1 0 0,0-1 0 0 0,0 0 0 0 0,-1-1 0 0 0,1 1 0 0 0,0-1 1 0 0,-1 0-1 0 0,1 0 0 0 0,-1-1 0 0 0,9-5 0 0 0,11-9-1935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614 6 11050 0 0,'-1'-1'602'0'0,"0"0"-1"0"0,1 1 1 0 0,-1-1-1 0 0,0 1 0 0 0,0-1 1 0 0,0 1-1 0 0,0 0 1 0 0,0-1-1 0 0,1 1 1 0 0,-1 0-1 0 0,0 0 0 0 0,0-1 1 0 0,0 1-1 0 0,0 0 1 0 0,0 0-1 0 0,0 0 0 0 0,0 0 1 0 0,-1 1-1 0 0,-20 6 2868 0 0,-22 25-5447 0 0,29-21 3431 0 0,-189 150-728 0 0,160-120-584 0 0,-61 77 0 0 0,70-75-850 0 0,-1-2-1 0 0,-55 46 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5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 29462 0 0,'-4'1'-518'0'0,"-6"4"321"0"0,1 1 1 0 0,0 0-1 0 0,0 0 1 0 0,0 1-1 0 0,1 0 1 0 0,-14 15-1 0 0,-25 20 284 0 0,40-37-85 0 0,-64 53 5 0 0,64-52-17 0 0,0 0-1 0 0,1 1 1 0 0,0-1-1 0 0,1 2 1 0 0,0-1-1 0 0,0 0 1 0 0,-8 17 0 0 0,13-21 8 0 0,-1-1 1 0 0,0 1 0 0 0,1 0 0 0 0,0 0-1 0 0,-1 0 1 0 0,1 0 0 0 0,1 0 0 0 0,-1 0-1 0 0,0-1 1 0 0,1 1 0 0 0,-1 0 0 0 0,1 0-1 0 0,0 0 1 0 0,0-1 0 0 0,0 1 0 0 0,0 0-1 0 0,0-1 1 0 0,1 1 0 0 0,-1-1 0 0 0,1 1-1 0 0,-1-1 1 0 0,1 0 0 0 0,0 0 0 0 0,0 0-1 0 0,0 0 1 0 0,0 0 0 0 0,1 0 0 0 0,-1 0-1 0 0,5 2 1 0 0,7 5 34 0 0,0 0 1 0 0,1-1-1 0 0,25 10 0 0 0,-38-17-35 0 0,100 35 158 0 0,-69-26-348 0 0,-1 1 0 0 0,-1 2 0 0 0,35 19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5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0 26398 0 0,'-7'2'-1059'0'0,"2"2"1074"0"0,-1-1 1 0 0,1 1-1 0 0,0 0 0 0 0,0 1 1 0 0,1-1-1 0 0,-1 1 1 0 0,1 0-1 0 0,0 0 1 0 0,0 0-1 0 0,0 1 0 0 0,1-1 1 0 0,0 1-1 0 0,-5 12 1 0 0,-5 16 62 0 0,-12 45 1 0 0,15-44-56 0 0,-88 316-67 0 0,70-198-5191 0 0,26-124 98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6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22037 0 0,'0'0'1448'0'0,"-3"3"-1393"0"0,-4 8-43 0 0,2-1 0 0 0,-1 1 1 0 0,1 0-1 0 0,1 0 0 0 0,0 1 1 0 0,-3 14-1 0 0,-5 15 267 0 0,-1-6-157 0 0,5-17-92 0 0,1 1 0 0 0,1 0 0 0 0,1 0 0 0 0,-5 36 0 0 0,10-54-50 0 0,0 0-1 0 0,0 0 1 0 0,0 1 0 0 0,0-1-1 0 0,0 0 1 0 0,0 0 0 0 0,1 0-1 0 0,-1 1 1 0 0,0-1 0 0 0,1 0-1 0 0,-1 0 1 0 0,0 0 0 0 0,1 0-1 0 0,0 0 1 0 0,-1 0 0 0 0,1 0-1 0 0,0 0 1 0 0,-1 0 0 0 0,1 0-1 0 0,0 0 1 0 0,0 0 0 0 0,0-1-1 0 0,0 1 1 0 0,0 0-1 0 0,0 0 1 0 0,0-1 0 0 0,0 1-1 0 0,0-1 1 0 0,0 1 0 0 0,0-1-1 0 0,0 1 1 0 0,0-1 0 0 0,1 0-1 0 0,-1 0 1 0 0,0 1 0 0 0,0-1-1 0 0,0 0 1 0 0,1 0 0 0 0,-1 0-1 0 0,0 0 1 0 0,0 0 0 0 0,2-1-1 0 0,4 0 96 0 0,0 0 0 0 0,0 0 0 0 0,-1-1 0 0 0,1 0 0 0 0,0 0 0 0 0,9-5-1 0 0,8-5 547 0 0,0-2 0 0 0,-1 0 0 0 0,29-24 0 0 0,-41 29-407 0 0,-1-1-1 0 0,1 0 0 0 0,-1 0 1 0 0,-1-1-1 0 0,0 0 0 0 0,-1-1 0 0 0,0 0 1 0 0,7-14-1 0 0,-14 24-207 0 0,-1 1 0 0 0,1 0 1 0 0,-1 0-1 0 0,1-1 0 0 0,-1 1 0 0 0,0 0 1 0 0,0-1-1 0 0,0 1 0 0 0,0 0 0 0 0,0-1 1 0 0,0 1-1 0 0,0 0 0 0 0,0-1 0 0 0,0 1 0 0 0,-1 0 1 0 0,1-1-1 0 0,0 1 0 0 0,-1 0 0 0 0,1 0 1 0 0,-1 0-1 0 0,0-1 0 0 0,1 1 0 0 0,-1 0 0 0 0,0 0 1 0 0,0 0-1 0 0,0 0 0 0 0,0 0 0 0 0,1 0 1 0 0,-1 0-1 0 0,0 0 0 0 0,-1 1 0 0 0,-1-2 1 0 0,1 0-64 0 0,1 1 19 0 0,0 0-1 0 0,0 1 0 0 0,0-1 1 0 0,1 1-1 0 0,-1-1 0 0 0,0 1 0 0 0,0 0 1 0 0,0-1-1 0 0,0 1 0 0 0,0 0 1 0 0,0 0-1 0 0,0-1 0 0 0,0 1 1 0 0,0 0-1 0 0,0 0 0 0 0,0 0 0 0 0,0 0 1 0 0,0 0-1 0 0,0 1 0 0 0,0-1 1 0 0,0 0-1 0 0,-2 1 0 0 0,0 0-123 0 0,-7 0-795 0 0,-1 1-1 0 0,1 0 1 0 0,0 1-1 0 0,0 0 1 0 0,0 0-1 0 0,0 1 0 0 0,-13 8 1 0 0,19-10 161 0 0,-13 6-3184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6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1 26638 0 0,'0'0'1067'0'0,"-5"3"-1665"0"0,-75 45 942 0 0,-52 17-325 0 0,108-55-11 0 0,-6 1-22 0 0,2 2 0 0 0,-1 0 1 0 0,2 2-1 0 0,0 1 0 0 0,-30 24 0 0 0,53-37 15 0 0,0 1 0 0 0,1-1 0 0 0,0 0 0 0 0,-1 1 0 0 0,2 0 0 0 0,-1 0 0 0 0,0 0 0 0 0,1 0 0 0 0,0 0 0 0 0,-1 0 0 0 0,2 1 0 0 0,-3 4 0 0 0,4-7-1 0 0,0 1 1 0 0,0-1 0 0 0,0 0-1 0 0,0 0 1 0 0,0 0-1 0 0,0 1 1 0 0,0-1 0 0 0,1 0-1 0 0,-1 0 1 0 0,1 0-1 0 0,0 0 1 0 0,0 0 0 0 0,-1 1-1 0 0,1-2 1 0 0,1 1-1 0 0,-1 0 1 0 0,0 0 0 0 0,0 0-1 0 0,1 0 1 0 0,-1-1-1 0 0,1 1 1 0 0,-1-1 0 0 0,1 1-1 0 0,0-1 1 0 0,0 1-1 0 0,-1-1 1 0 0,4 1 0 0 0,8 6 18 0 0,0-1 0 0 0,1 0 0 0 0,0-1 0 0 0,1-1 0 0 0,23 7 0 0 0,82 10 160 0 0,-68-13-144 0 0,-15-2-202 0 0,49 7-1732 0 0,-29-11-3768 0 0,-45-4 2651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7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29758 0 0,'0'0'-2413'0'0,"0"4"772"0"0,-4 188 1410 0 0,5-78 357 0 0,-3 42 278 0 0,2-88-5609 0 0,0-50 2125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4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25445 0 0,'0'0'-170'0'0,"1"6"-742"0"0,-3 30 1120 0 0,-1-1 1 0 0,-10 48-1 0 0,7-52-167 0 0,1 0 0 0 0,1 0 0 0 0,2 1 0 0 0,2 40 0 0 0,1-66-3 0 0,0 1 0 0 0,0-1-1 0 0,1 0 1 0 0,0 0-1 0 0,0 0 1 0 0,0 0 0 0 0,1-1-1 0 0,0 1 1 0 0,0 0-1 0 0,0-1 1 0 0,0 0 0 0 0,1 0-1 0 0,6 6 1 0 0,2 1 24 0 0,1-1 1 0 0,1 0-1 0 0,20 12 1 0 0,-23-16-19 0 0,0 0 0 0 0,-1 0 1 0 0,1 1-1 0 0,-1 1 1 0 0,-1-1-1 0 0,0 2 1 0 0,0-1-1 0 0,8 14 1 0 0,-14-20-19 0 0,-2 1 1 0 0,1-1 0 0 0,0 1 0 0 0,-1 0 0 0 0,0 0-1 0 0,0-1 1 0 0,0 1 0 0 0,0 0 0 0 0,0 0 0 0 0,-1 0-1 0 0,0 0 1 0 0,0 0 0 0 0,0 0 0 0 0,0 0 0 0 0,-1 0-1 0 0,-1 7 1 0 0,0-5-8 0 0,0 0-1 0 0,-1 1 0 0 0,1-1 1 0 0,-1 0-1 0 0,-1 0 1 0 0,1-1-1 0 0,-1 1 0 0 0,0-1 1 0 0,-7 8-1 0 0,4-6-240 0 0,0-1 0 0 0,0 0 0 0 0,0 0 0 0 0,0 0 0 0 0,-1-1-1 0 0,0 0 1 0 0,0-1 0 0 0,0 1 0 0 0,-1-2 0 0 0,0 1 0 0 0,0-1 0 0 0,1 0-1 0 0,-2-1 1 0 0,-13 2 0 0 0,14-4-511 0 0,0-1 0 0 0,0 0 1 0 0,1 0-1 0 0,-1 0 0 0 0,0-1 0 0 0,0-1 0 0 0,-12-5 0 0 0,-13-6-3534 0 0</inkml:trace>
  <inkml:trace contextRef="#ctx0" brushRef="#br0" timeOffset="1">25 145 21245 0 0,'0'0'3131'0'0,"6"1"-928"0"0,22 8-2022 0 0,-2 1-1 0 0,1 1 1 0 0,-1 2 0 0 0,24 15-1 0 0,-12-7 9 0 0,42 18-1 0 0,29 2-1455 0 0,-35-16-2715 0 0,-34-12 5185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53 21397 0 0,'-2'-9'912'0'0,"-1"-5"301"0"0,4 0-24 0 0,0-2-1279 0 0,-13 110-1025 0 0,-14 52 850 0 0,0-43-4691 0 0,21-82 2720 0 0,1 0-1370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3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24525 0 0,'39'10'2378'0'0,"-10"-4"-2241"0"0,1-1 1 0 0,-1-2-1 0 0,58 0 0 0 0,92-16-97 0 0,-106 6-18 0 0,740-24 34 0 0,-785 32-469 0 0,43 1-1730 0 0,-27-1-4006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3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25782 0 0,'0'0'-1'0'0,"0"0"1"0"0,-1 0 0 0 0,1 1 0 0 0,0-1 0 0 0,0 0 0 0 0,-1 0-1 0 0,1 1 1 0 0,0-1 0 0 0,0 0 0 0 0,-1 1 0 0 0,1-1 0 0 0,0 0 0 0 0,0 1-1 0 0,0-1 1 0 0,0 0 0 0 0,-1 1 0 0 0,1-1 0 0 0,0 0 0 0 0,0 1 0 0 0,0-1-1 0 0,0 1 1 0 0,0-1 0 0 0,0 0 0 0 0,0 1 0 0 0,0-1 0 0 0,0 0 0 0 0,0 1-1 0 0,0-1 1 0 0,0 1 0 0 0,0-1 0 0 0,1 0 0 0 0,-1 1 0 0 0,0-1 0 0 0,0 0-1 0 0,0 1 1 0 0,0-1 0 0 0,1 0 0 0 0,-1 1 0 0 0,0-1 0 0 0,0 0 0 0 0,1 0-1 0 0,-1 1 1 0 0,0-1 0 0 0,0 0 0 0 0,1 0 0 0 0,-1 1 0 0 0,0-1 0 0 0,1 0-1 0 0,0 2 4 0 0,1-1-1 0 0,-1 1 0 0 0,0-1 0 0 0,1 1 1 0 0,-1-1-1 0 0,1 1 0 0 0,-1-1 0 0 0,1 0 0 0 0,0 0 1 0 0,0 0-1 0 0,-1 0 0 0 0,1 0 0 0 0,2 0 1 0 0,20 4-27 0 0,-1-2 1 0 0,43 1 0 0 0,-44-4 37 0 0,1 2-1 0 0,-1 0 1 0 0,23 6 0 0 0,-25 2-61 0 0,-16-7 31 0 0,-1-1-77 0 0,-1 0 25 0 0,-1 3 28 0 0,5 16-18 0 0,-6-20 56 0 0,0 0 0 0 0,1 0 0 0 0,-1 1 0 0 0,0-1 0 0 0,0 0 0 0 0,0 0 0 0 0,0 0 0 0 0,-1 0 0 0 0,1 0 0 0 0,0 0 0 0 0,0 0 0 0 0,-1 0 0 0 0,1 0 0 0 0,0 0 0 0 0,-1 0 0 0 0,1 0 0 0 0,-1 0 0 0 0,1 0 0 0 0,-1 0 0 0 0,0 0 0 0 0,1-1 0 0 0,-1 1 0 0 0,-1 1 0 0 0,1 0-3 0 0,-11 16-9 0 0,-1-1 1 0 0,-17 18-1 0 0,16-19 21 0 0,-24 35-1 0 0,34-45-14 0 0,1 0-1 0 0,0 0 1 0 0,0 1 0 0 0,0-1 0 0 0,1 1 0 0 0,0-1-1 0 0,0 1 1 0 0,1 0 0 0 0,0-1 0 0 0,-1 10-1 0 0,2-13 28 0 0,1-1-1 0 0,-1 1 1 0 0,0 0-1 0 0,1 0 0 0 0,-1 0 1 0 0,1-1-1 0 0,0 1 0 0 0,0 0 1 0 0,0-1-1 0 0,0 1 1 0 0,1-1-1 0 0,-1 1 0 0 0,1-1 1 0 0,-1 1-1 0 0,1-1 1 0 0,0 0-1 0 0,0 0 0 0 0,0 0 1 0 0,0 0-1 0 0,0 0 1 0 0,1 0-1 0 0,-1-1 0 0 0,0 1 1 0 0,1-1-1 0 0,-1 0 0 0 0,1 0 1 0 0,0 1-1 0 0,-1-2 1 0 0,1 1-1 0 0,0 0 0 0 0,-1 0 1 0 0,6 0-1 0 0,9 1 63 0 0,0 0-1 0 0,0-1 1 0 0,0-1-1 0 0,19-1 1 0 0,-28 0-88 0 0,20-1-116 0 0,-1-1 0 0 0,1-1 0 0 0,30-9 1 0 0,-36 6-1031 0 0,0-1 1 0 0,0-1 0 0 0,-1 0 0 0 0,24-15 0 0 0,-18 7 5093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3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2 23541 0 0,'-3'-1'315'0'0,"3"1"-288"0"0,-1 0 1 0 0,1 0-1 0 0,-1 0 0 0 0,1 0 0 0 0,-1 0 0 0 0,1 0 0 0 0,-1 0 0 0 0,1 0 0 0 0,-1 0 1 0 0,1 0-1 0 0,0 0 0 0 0,-1 0 0 0 0,1 1 0 0 0,-1-1 0 0 0,1 0 0 0 0,-1 0 1 0 0,1 1-1 0 0,0-1 0 0 0,-1 0 0 0 0,1 0 0 0 0,-1 1 0 0 0,1-1 0 0 0,0 0 0 0 0,-1 1 1 0 0,1-1-1 0 0,0 1 0 0 0,0-1 0 0 0,-1 0 0 0 0,1 1 0 0 0,0 0 0 0 0,-16 15 70 0 0,0 1-1 0 0,2 1 0 0 0,-25 37 0 0 0,-31 72-57 0 0,69-126-50 0 0,0 0 1 0 0,1 1-1 0 0,-1-1 0 0 0,0 0 0 0 0,1 1 0 0 0,-1-1 0 0 0,1 1 0 0 0,-1-1 0 0 0,1 1 0 0 0,0-1 0 0 0,0 1 0 0 0,0-1 0 0 0,-1 1 0 0 0,2-1 0 0 0,-1 1 1 0 0,0-1-1 0 0,0 1 0 0 0,0-1 0 0 0,1 1 0 0 0,-1-1 0 0 0,0 1 0 0 0,1-1 0 0 0,0 1 0 0 0,-1-1 0 0 0,1 1 0 0 0,0-1 0 0 0,0 0 0 0 0,-1 0 1 0 0,1 1-1 0 0,0-1 0 0 0,0 0 0 0 0,1 0 0 0 0,-1 0 0 0 0,0 0 0 0 0,0 0 0 0 0,0 0 0 0 0,1 0 0 0 0,-1-1 0 0 0,0 1 0 0 0,1 0 0 0 0,-1-1 0 0 0,1 1 1 0 0,1 0-1 0 0,9 2 7 0 0,1 1 0 0 0,0-2 0 0 0,0 0 0 0 0,18 1 1 0 0,-3 0-23 0 0,-15-2 48 0 0,0 2 0 0 0,-1-1 0 0 0,1 2 0 0 0,-1-1 0 0 0,12 7 0 0 0,-22-9 10 0 0,-2-1-26 0 0,0 1 0 0 0,0 0 0 0 0,0 0 0 0 0,0-1 0 0 0,1 1 0 0 0,-1 0-1 0 0,0-1 1 0 0,0 1 0 0 0,1 0 0 0 0,-1-1 0 0 0,1 1 0 0 0,-1 0 0 0 0,0-1 0 0 0,1 1 0 0 0,-1-1 0 0 0,1 1 0 0 0,-1 0 0 0 0,2 0 0 0 0,-1-1-18 0 0,-1 0 0 0 0,0 1 0 0 0,1-1 0 0 0,-1 0 0 0 0,1 1 1 0 0,-1-1-1 0 0,0 0 0 0 0,1 1 0 0 0,-1-1 0 0 0,0 1 0 0 0,1-1 1 0 0,-1 1-1 0 0,0-1 0 0 0,0 1 0 0 0,1-1 0 0 0,-1 1 0 0 0,0-1 1 0 0,0 1-1 0 0,0-1 0 0 0,0 1 0 0 0,0-1 0 0 0,0 1 0 0 0,0-1 0 0 0,0 1 1 0 0,0-1-1 0 0,0 1 0 0 0,0-1 0 0 0,0 2 0 0 0,-2 0-122 0 0,0 1 0 0 0,-1 0 0 0 0,1 0-1 0 0,0-1 1 0 0,-1 0 0 0 0,0 1 0 0 0,0-1 0 0 0,0 0-1 0 0,0 0 1 0 0,0-1 0 0 0,0 1 0 0 0,-5 1 0 0 0,-42 13-3023 0 0,33-15 7286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4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20860 0 0,'0'0'1143'0'0,"5"-3"1097"0"0,11-5-1880 0 0,1 1 0 0 0,0 1 0 0 0,0 1 0 0 0,0 0 0 0 0,21-2 1 0 0,99-9 33 0 0,-62 9-778 0 0,-66 6 295 0 0,13-2-2371 0 0,1 1 1 0 0,35 2 0 0 0,-43 2-189 0 0</inkml:trace>
  <inkml:trace contextRef="#ctx0" brushRef="#br0" timeOffset="1">1138 102 16460 0 0,'0'0'10402'0'0,"19"12"-10490"0"0,-6-5 128 0 0,0 1 0 0 0,0 0-24 0 0,-2-1 16 0 0,1-1-40 0 0,0 0-352 0 0,-2-1-641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4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20452 0 0,'-9'9'3233'0'0,"-2"6"-2489"0"0,-2 4-176 0 0,-2 4-624 0 0,-1 4-48 0 0,0 1 56 0 0,-3 2-8 0 0,-1-3-80 0 0,-1-1-1256 0 0,1-3-2273 0 0,3-1 6362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27326 0 0,'5'0'868'0'0,"74"12"-1256"0"0,-28-2 321 0 0,-17-7 175 0 0,-16-2-105 0 0,-10 0 18 0 0,0 0-1 0 0,0 0 1 0 0,-1 1 0 0 0,16 6-1 0 0,-17-6-63 0 0,0 1 0 0 0,-1 0 1 0 0,1 0-1 0 0,-1 1 0 0 0,1 0 0 0 0,-1 0 0 0 0,0 0 0 0 0,-1 0 1 0 0,8 9-1 0 0,-8-8-22 0 0,-1 0 0 0 0,1 1 0 0 0,-1-1 0 0 0,-1 0 0 0 0,1 1 0 0 0,-1 0 0 0 0,0-1 0 0 0,0 1 0 0 0,-1 0-1 0 0,0 0 1 0 0,0 0 0 0 0,0 0 0 0 0,-1 0 0 0 0,1 0 0 0 0,-2 1 0 0 0,1-1 0 0 0,-1 0 0 0 0,1 0 0 0 0,-4 9 0 0 0,-25 69-22 0 0,17-55 81 0 0,-11 47 0 0 0,21-67 12 0 0,0-1-1 0 0,1 0 1 0 0,0 1 0 0 0,1-1-1 0 0,0 1 1 0 0,0-1-1 0 0,1 1 1 0 0,0-1 0 0 0,0 0-1 0 0,4 12 1 0 0,-3-15-10 0 0,-1-1 0 0 0,1 1 1 0 0,0-1-1 0 0,1 1 0 0 0,-1-1 0 0 0,1 0 1 0 0,0 0-1 0 0,0-1 0 0 0,0 1 0 0 0,0 0 0 0 0,1-1 1 0 0,0 0-1 0 0,-1 0 0 0 0,1 0 0 0 0,0 0 1 0 0,1-1-1 0 0,-1 1 0 0 0,0-1 0 0 0,1 0 1 0 0,-1 0-1 0 0,1-1 0 0 0,-1 0 0 0 0,1 1 1 0 0,0-1-1 0 0,5 0 0 0 0,-1 0-576 0 0,1-1 1 0 0,-1 0-1 0 0,1-1 1 0 0,-1 1-1 0 0,0-2 1 0 0,1 1-1 0 0,-1-1 0 0 0,0-1 1 0 0,0 0-1 0 0,0 0 1 0 0,-1-1-1 0 0,10-4 1 0 0,14-12-4053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5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727 0 29038 0 0,'-20'11'-170'0'0,"0"1"-1"0"0,0 1 1 0 0,2 1-1 0 0,-30 27 0 0 0,12-10 228 0 0,-106 81-72 0 0,51-43-128 0 0,-111 111 1 0 0,160-136-562 0 0,-29 30-4895 0 0,55-59 2812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5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1050 0 29438 0 0,'0'0'592'0'0,"-5"5"-1668"0"0,-41 38 1056 0 0,-1-2 0 0 0,-57 38 0 0 0,47-38-3 0 0,-77 73 1 0 0,133-114 4 0 0,-1 1 1 0 0,1 0-1 0 0,0 0 0 0 0,0 1 1 0 0,0-1-1 0 0,0 0 0 0 0,-1 0 1 0 0,2 1-1 0 0,-1-1 0 0 0,0 0 1 0 0,0 1-1 0 0,0-1 0 0 0,1 1 1 0 0,-1-1-1 0 0,0 1 0 0 0,1-1 1 0 0,0 1-1 0 0,-1 0 0 0 0,1-1 1 0 0,0 1-1 0 0,0-1 0 0 0,0 1 1 0 0,0 0-1 0 0,0-1 1 0 0,0 1-1 0 0,0 0 0 0 0,0-1 1 0 0,1 1-1 0 0,-1-1 0 0 0,1 1 1 0 0,-1 0-1 0 0,1-1 0 0 0,0 1 1 0 0,0-1-1 0 0,-1 0 0 0 0,1 1 1 0 0,0-1-1 0 0,0 0 0 0 0,0 1 1 0 0,0-1-1 0 0,1 0 0 0 0,-1 0 1 0 0,0 0-1 0 0,0 0 1 0 0,1 0-1 0 0,-1 0 0 0 0,1 0 1 0 0,-1-1-1 0 0,1 1 0 0 0,2 0 1 0 0,10 6-6 0 0,0-1-1 0 0,0-1 1 0 0,0 0 0 0 0,1-1 0 0 0,0-1 0 0 0,24 3 0 0 0,92 1-1840 0 0,-129-7 1813 0 0,65-3-7645 0 0,-54 2 3991 0 0</inkml:trace>
  <inkml:trace contextRef="#ctx0" brushRef="#br0" timeOffset="1">74 152 20004 0 0,'0'0'2962'0'0,"-5"7"-1600"0"0,-2 11-1268 0 0,1 0 0 0 0,0 0 0 0 0,2 1 0 0 0,0-1 0 0 0,1 1 0 0 0,-1 31 0 0 0,0-5-112 0 0,-8 38-54 0 0,-3 27 58 0 0,11-37-5881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6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0 21861 0 0,'-5'5'1388'0'0,"-3"8"-1453"0"0,0-1 1 0 0,1 2-1 0 0,0-1 0 0 0,-8 25 1 0 0,-7 16 388 0 0,-56 129-179 0 0,69-157-143 0 0,1 1 0 0 0,2 1 0 0 0,0-1 0 0 0,2 1-1 0 0,0 30 1 0 0,3-54-15 0 0,1 0 0 0 0,0 0-1 0 0,1 0 1 0 0,-1 0-1 0 0,1 0 1 0 0,0 0 0 0 0,0 0-1 0 0,0 0 1 0 0,0 0 0 0 0,1 0-1 0 0,-1-1 1 0 0,1 1-1 0 0,0 0 1 0 0,0-1 0 0 0,1 1-1 0 0,-1-1 1 0 0,1 0-1 0 0,-1 0 1 0 0,1 0 0 0 0,0 0-1 0 0,4 3 1 0 0,4 0 11 0 0,0 0 1 0 0,0 0-1 0 0,0-1 0 0 0,1-1 0 0 0,17 6 1 0 0,18 6 236 0 0,-40-12-112 0 0,-28 0-5003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6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14883 0 0,'-1'0'10231'0'0,"9"0"-9924"0"0,19 3-197 0 0,53 14 0 0 0,-51-10-649 0 0,-1-1 1 0 0,44 3-1 0 0,76-13-8152 0 0,-115 1 5064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6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79 7242 0 0,'1'0'3757'0'0,"-7"-4"-4347"0"0,-12-10-430 0 0,1 3-82 0 0,-15-6 4615 0 0,26 14-3668 0 0,1 1 1166 0 0,0-5 3634 0 0,-8-13 666 0 0,7 24-4693 0 0,-13 11-304 0 0,2 1 0 0 0,-20 21 0 0 0,30-29-638 0 0,1-1-1 0 0,0 1 0 0 0,0 0 1 0 0,1 0-1 0 0,0 1 0 0 0,1-1 0 0 0,0 1 1 0 0,-6 17-1 0 0,8-17-1929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7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12595 0 0,'0'0'1565'0'0,"2"5"1509"0"0,25 39-125 0 0,-25-41-2834 0 0,1 0 0 0 0,-1 1 0 0 0,-1-1 0 0 0,1 1 0 0 0,0 0 0 0 0,-1-1 0 0 0,0 1 0 0 0,0 0 0 0 0,0 0 0 0 0,0 0 0 0 0,-1 0 0 0 0,1 0 0 0 0,-1 4 0 0 0,0-6-101 0 0,0 1-1 0 0,0-1 1 0 0,-1 0 0 0 0,1 1 0 0 0,0-1-1 0 0,-1 0 1 0 0,0 0 0 0 0,1 1 0 0 0,-1-1-1 0 0,0 0 1 0 0,0 0 0 0 0,-2 3-1 0 0,-12 15-40 0 0,-8 11 590 0 0,5-6-141 0 0,-10 11-780 0 0,-6 0-2946 0 0,27-30 1025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8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462 0 27422 0 0,'-5'1'831'0'0,"0"1"-926"0"0,0 0 0 0 0,0 0 1 0 0,1 0-1 0 0,-1 1 0 0 0,1 0 1 0 0,-1 0-1 0 0,-5 5 0 0 0,-2 0-169 0 0,-9 1 199 0 0,9-4 92 0 0,4-1-22 0 0,-100 46-59 0 0,-16 9 14 0 0,105-49 41 0 0,0 2 0 0 0,1 0 0 0 0,1 0 1 0 0,-20 19-1 0 0,35-29 8 0 0,1-1 0 0 0,-1 1 0 0 0,1-1 0 0 0,-1 1 1 0 0,1-1-1 0 0,0 1 0 0 0,0 0 0 0 0,0 0 0 0 0,0 0 0 0 0,0 0 0 0 0,0-1 1 0 0,0 1-1 0 0,1 0 0 0 0,-1 0 0 0 0,0 0 0 0 0,1 1 0 0 0,0-1 1 0 0,0 0-1 0 0,-1 0 0 0 0,2 4 0 0 0,-1-3 9 0 0,1-1 1 0 0,0 1-1 0 0,0 0 0 0 0,0-1 1 0 0,1 1-1 0 0,-1-1 0 0 0,1 1 0 0 0,-1-1 1 0 0,1 1-1 0 0,0-1 0 0 0,0 0 1 0 0,0 0-1 0 0,3 3 0 0 0,9 5 55 0 0,-1-1 0 0 0,2 0 1 0 0,-1-1-1 0 0,21 8 0 0 0,-25-11-67 0 0,17 8-142 0 0,71 30 321 0 0,-86-39-797 0 0,0 0 0 0 0,0-1 0 0 0,0 0 0 0 0,0-1 0 0 0,0-1 1 0 0,20 1-1 0 0,-29-2-11 0 0,1-1-1 0 0,0 1 1 0 0,-1-1 0 0 0,1 1 0 0 0,-1-1 0 0 0,8-3-1 0 0,3-3-2826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8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22069 0 0,'0'0'3206'0'0,"7"1"-1982"0"0,40 13-901 0 0,-2 2-1 0 0,0 2 1 0 0,73 40 0 0 0,-114-56-342 0 0,1 1 1 0 0,0-1-1 0 0,-1 1 0 0 0,1 0 1 0 0,-1 1-1 0 0,0-1 1 0 0,0 1-1 0 0,0-1 0 0 0,-1 1 1 0 0,1 1-1 0 0,-1-1 0 0 0,0 0 1 0 0,0 1-1 0 0,3 5 0 0 0,-5-7-5 0 0,0 1-1 0 0,0 0 0 0 0,0 0 0 0 0,-1 0 0 0 0,0 0 1 0 0,1-1-1 0 0,-1 1 0 0 0,0 0 0 0 0,-1 0 0 0 0,1 0 1 0 0,-1 0-1 0 0,0 0 0 0 0,1-1 0 0 0,-2 1 1 0 0,1 0-1 0 0,0-1 0 0 0,-1 1 0 0 0,0-1 0 0 0,0 1 1 0 0,-2 3-1 0 0,-15 21 68 0 0,-2-2 1 0 0,-1 0 0 0 0,-33 32 0 0 0,34-38 22 0 0,0 1 0 0 0,2 1 0 0 0,1 1 0 0 0,0 0 1 0 0,-19 36-1 0 0,31-48-52 0 0,2 1 0 0 0,-1-1 0 0 0,1 1 0 0 0,1 0-1 0 0,0 0 1 0 0,1 0 0 0 0,-2 20 0 0 0,4-29-27 0 0,0 1-1 0 0,0-1 1 0 0,0 0-1 0 0,0 0 0 0 0,0 1 1 0 0,1-1-1 0 0,-1 0 1 0 0,1 0-1 0 0,0 0 1 0 0,0 0-1 0 0,1 0 1 0 0,-1 0-1 0 0,0 0 0 0 0,1 0 1 0 0,0 0-1 0 0,-1 0 1 0 0,1-1-1 0 0,0 1 1 0 0,1-1-1 0 0,-1 1 1 0 0,0-1-1 0 0,1 0 1 0 0,-1 0-1 0 0,1 0 0 0 0,0 0 1 0 0,-1-1-1 0 0,1 1 1 0 0,0-1-1 0 0,0 1 1 0 0,0-1-1 0 0,0 0 1 0 0,1 0-1 0 0,4 0 0 0 0,6 1-188 0 0,1-1-1 0 0,-1-1 1 0 0,1 0-1 0 0,-1-1 1 0 0,0 0-1 0 0,0-2 0 0 0,1 1 1 0 0,-1-2-1 0 0,-1 0 1 0 0,27-11-1 0 0,6-6-496 0 0,73-46-1 0 0,-58 27 825 0 0,-3-2-1 0 0,80-73 0 0 0,-138 114-20 0 0,-1 1-1 0 0,0-1 0 0 0,0 1 0 0 0,1 0 1 0 0,-1-1-1 0 0,0 1 0 0 0,0 0 0 0 0,1 0 0 0 0,-1-1 1 0 0,0 1-1 0 0,0 0 0 0 0,0 0 0 0 0,1 0 1 0 0,-1 0-1 0 0,0 0 0 0 0,0 0 0 0 0,0 0 0 0 0,0 0 1 0 0,0 1-1 0 0,-6 3-96 0 0,1 0 1 0 0,-1 1-1 0 0,2 0 1 0 0,-1 0-1 0 0,0 0 1 0 0,1 0-1 0 0,0 1 1 0 0,0 0-1 0 0,-6 10 0 0 0,5-8 0 0 0,-27 40-103 0 0,31-44 51 0 0,0 0 0 0 0,0 0 0 0 0,0-1 0 0 0,1 1 0 0 0,-1 0 0 0 0,1 1-1 0 0,0-1 1 0 0,0 0 0 0 0,1 0 0 0 0,-1 0 0 0 0,1 7 0 0 0,0-10 38 0 0,1 0-1 0 0,-1 0 1 0 0,1 0 0 0 0,-1 0 0 0 0,1 1 0 0 0,-1-1 0 0 0,1 0-1 0 0,0 0 1 0 0,-1 0 0 0 0,1 0 0 0 0,0-1 0 0 0,0 1 0 0 0,0 0 0 0 0,-1 0-1 0 0,1 0 1 0 0,0-1 0 0 0,0 1 0 0 0,0 0 0 0 0,1-1 0 0 0,-1 1-1 0 0,0-1 1 0 0,0 1 0 0 0,0-1 0 0 0,0 0 0 0 0,0 1 0 0 0,1-1-1 0 0,-1 0 1 0 0,0 0 0 0 0,0 0 0 0 0,0 0 0 0 0,1 0 0 0 0,0 0-1 0 0,41-4 251 0 0,-11-4-3 0 0,-1-1 0 0 0,-1-1-1 0 0,32-16 1 0 0,-46 19 105 0 0,1-2-1 0 0,-2 0 1 0 0,1-1 0 0 0,-1-1-1 0 0,-1 0 1 0 0,26-25 0 0 0,-38 34-325 0 0,-1 1 0 0 0,1 0 0 0 0,-1-1 0 0 0,0 1 1 0 0,1-1-1 0 0,-1 1 0 0 0,0-1 0 0 0,0 0 0 0 0,0 1 0 0 0,0-1 1 0 0,0 0-1 0 0,0 0 0 0 0,-1 0 0 0 0,1 0 0 0 0,-1 0 0 0 0,1 0 0 0 0,-1 0 1 0 0,1 0-1 0 0,-1 0 0 0 0,0 0 0 0 0,0 0 0 0 0,0 0 0 0 0,-1 0 1 0 0,1 0-1 0 0,0 0 0 0 0,-1 0 0 0 0,1 0 0 0 0,-1 1 0 0 0,1-1 1 0 0,-1 0-1 0 0,0 0 0 0 0,0 0 0 0 0,0 0 0 0 0,0 1 0 0 0,0-1 0 0 0,0 1 1 0 0,-1-1-1 0 0,1 1 0 0 0,-1-1 0 0 0,1 1 0 0 0,-1-1 0 0 0,1 1 1 0 0,-4-2-1 0 0,-5-3-335 0 0,0 1-1 0 0,0 0 1 0 0,0 0 0 0 0,-1 1 0 0 0,0 1 0 0 0,-18-5 0 0 0,-22 0-1537 0 0,-1 2 1 0 0,0 2-1 0 0,1 3 1 0 0,-54 4-1 0 0,47 1 8829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9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18020 0 0,'0'0'1451'0'0,"5"4"-475"0"0,3 3-929 0 0,27 26 1140 0 0,-18-5-438 0 0,-15-21-604 0 0,1 2 15 0 0,0 0-46 0 0,0 5 20 0 0,0 0 15 0 0,2 20 40 0 0,-1 1 0 0 0,-1 0 1 0 0,-2-1-1 0 0,-7 59 0 0 0,2-11-165 0 0,4-65-59 0 0,1 117-523 0 0,1-117-825 0 0,1 1 0 0 0,9 33 0 0 0,-5-29-1221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6:59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22669 0 0,'-2'3'1623'0'0,"-4"4"-1504"0"0,1 0 1 0 0,0 1-1 0 0,0-1 0 0 0,1 1 1 0 0,0 0-1 0 0,0 0 0 0 0,-3 12 1 0 0,-15 67-52 0 0,10-37 170 0 0,4-23-231 0 0,0 3 39 0 0,-6 35-1 0 0,13-57-107 0 0,0 0-1 0 0,1 0 0 0 0,-1 1 0 0 0,2-1 1 0 0,-1 0-1 0 0,1 0 0 0 0,0 0 1 0 0,1 1-1 0 0,3 9 0 0 0,-5-16 10 0 0,1 0-1 0 0,0-1 1 0 0,-1 1 0 0 0,1 0-1 0 0,0-1 1 0 0,0 1 0 0 0,0 0-1 0 0,0-1 1 0 0,0 1 0 0 0,1-1-1 0 0,-1 1 1 0 0,0-1 0 0 0,1 0-1 0 0,-1 0 1 0 0,1 0 0 0 0,-1 1-1 0 0,1-1 1 0 0,0-1 0 0 0,-1 1-1 0 0,1 0 1 0 0,0 0 0 0 0,2 0 0 0 0,-1-1 38 0 0,0 1 1 0 0,0-1 0 0 0,0 0 0 0 0,1-1 0 0 0,-1 1-1 0 0,0 0 1 0 0,0-1 0 0 0,0 0 0 0 0,0 0 0 0 0,0 0-1 0 0,0 0 1 0 0,4-2 0 0 0,7-4 109 0 0,0-2-1 0 0,-1 0 1 0 0,0 0 0 0 0,13-13-1 0 0,7-6 35 0 0,110-99 1602 0 0,-113 97-914 0 0,-1-2 1 0 0,36-49-1 0 0,-61 76-702 0 0,13-22 246 0 0,-17 26-319 0 0,1-1 1 0 0,0 1 0 0 0,-1-1 0 0 0,1 0 0 0 0,-1 1 0 0 0,1-1 0 0 0,-1 1 0 0 0,0-1 0 0 0,0 0 0 0 0,0 1 0 0 0,1-1 0 0 0,-2 0 0 0 0,1 1 0 0 0,0-1 0 0 0,0 0-1 0 0,0 1 1 0 0,-2-3 0 0 0,-5-13-605 0 0,5 14-1044 0 0,0 1-246 0 0,-3 4 420 0 0,-22 2-1822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25838 0 0,'0'0'2344'0'0,"-1"0"-2352"0"0,1 0-304 0 0,0 0 72 0 0,-1 1 8 0 0,-9 25 48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0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21501 0 0,'-8'9'816'0'0,"-1"1"736"0"0,0 3-1448 0 0,-1 1-104 0 0,-3 3 0 0 0,0 1-40 0 0,-1 0 0 0 0,-2 3-608 0 0,1-1-200 0 0,2-2-256 0 0,1 1-1737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31 19860 0 0,'-5'0'160'0'0,"0"0"1"0"0,1 1-1 0 0,-1 0 0 0 0,1 0 0 0 0,-1 0 1 0 0,1 0-1 0 0,-1 1 0 0 0,1-1 0 0 0,0 1 1 0 0,0 0-1 0 0,0 1 0 0 0,0-1 0 0 0,-5 4 0 0 0,3 0-96 0 0,-1 0 0 0 0,1 0 0 0 0,0 0-1 0 0,1 1 1 0 0,-1 0 0 0 0,-6 12-1 0 0,2 0-96 0 0,1 0 0 0 0,1 1 0 0 0,1-1 0 0 0,0 2 0 0 0,-4 23 0 0 0,10-39 28 0 0,-3 13-38 0 0,1 0 1 0 0,0 18 0 0 0,2-33 14 0 0,1 1 1 0 0,0-1 0 0 0,0 1 0 0 0,1-1 0 0 0,-1 1-1 0 0,0-1 1 0 0,1 1 0 0 0,0-1 0 0 0,0 1-1 0 0,0-1 1 0 0,1 0 0 0 0,-1 1 0 0 0,1-1 0 0 0,-1 0-1 0 0,1 0 1 0 0,0 0 0 0 0,3 3 0 0 0,-3-5 33 0 0,0 1 0 0 0,0-1 0 0 0,0 0 0 0 0,0 0 0 0 0,0 0 0 0 0,1 0 0 0 0,-1-1 0 0 0,0 1 0 0 0,1-1 0 0 0,-1 1 0 0 0,0-1 0 0 0,1 0 0 0 0,-1 0 0 0 0,0 0 0 0 0,1 0 0 0 0,-1 0 0 0 0,0 0 0 0 0,1-1 0 0 0,-1 1 0 0 0,0-1 0 0 0,1 0 0 0 0,3-1 0 0 0,6-3 84 0 0,1-1 0 0 0,19-12 0 0 0,-25 14-77 0 0,16-10 148 0 0,-1-2-1 0 0,0 0 1 0 0,-1-2 0 0 0,0 0-1 0 0,-2-1 1 0 0,0-1-1 0 0,-1-1 1 0 0,19-30 0 0 0,-32 43-100 0 0,0 0 0 0 0,-1-1 0 0 0,-1 0-1 0 0,1 1 1 0 0,-1-1 0 0 0,-1 0 0 0 0,0-1 0 0 0,0 1 0 0 0,-1 0 0 0 0,1-15 0 0 0,-2 18-568 0 0,-1 0 0 0 0,1 0 0 0 0,-1 1 0 0 0,-1-1 0 0 0,1 0 0 0 0,-3-6-1 0 0,2 9-1792 0 0,-1 2 2848 0 0,-15-7 6101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1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22085 0 0,'5'0'4085'0'0,"458"12"-2772"0"0,-433-10-1767 0 0,-14 0-309 0 0,0-1 1 0 0,0 0 0 0 0,0-1 0 0 0,0-1 0 0 0,0 0-1 0 0,0-2 1 0 0,19-4 0 0 0,-25 2-1368 0 0,-2-2-940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1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18420 0 0,'-8'6'276'0'0,"0"0"-1"0"0,1 0 1 0 0,0 1 0 0 0,0 0 0 0 0,1 0 0 0 0,0 1-1 0 0,0 0 1 0 0,1 0 0 0 0,0 0 0 0 0,-8 17-1 0 0,-3 12-381 0 0,-14 47-1 0 0,26-70 440 0 0,-10 30 122 0 0,-12 73 0 0 0,22-96-379 0 0,2-1-1 0 0,1 1 1 0 0,0 0-1 0 0,2-1 1 0 0,0 1-1 0 0,4 20 1 0 0,-4-38-119 0 0,-1 1 0 0 0,1-1 1 0 0,0 0-1 0 0,0 0 0 0 0,0 1 1 0 0,0-1-1 0 0,0 0 0 0 0,1 0 1 0 0,0 0-1 0 0,-1 0 0 0 0,1-1 1 0 0,0 1-1 0 0,1 0 0 0 0,-1-1 1 0 0,0 1-1 0 0,1-1 1 0 0,-1 0-1 0 0,1 0 0 0 0,0 0 1 0 0,0 0-1 0 0,-1 0 0 0 0,1-1 1 0 0,5 2-1 0 0,-4-2-190 0 0,1 0-1 0 0,-1 0 1 0 0,0-1 0 0 0,1 0-1 0 0,-1 0 1 0 0,1 0 0 0 0,-1 0-1 0 0,1-1 1 0 0,-1 0 0 0 0,1 0-1 0 0,-1 0 1 0 0,0 0 0 0 0,0-1-1 0 0,1 0 1 0 0,-1 1-1 0 0,0-2 1 0 0,3-1 0 0 0,19-13-2000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1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 19220 0 0,'-2'5'2034'0'0,"-82"204"-1624"0"0,72-173-281 0 0,2-9-19 0 0,-71 188 407 0 0,60-166-247 0 0,-3-1 0 0 0,-37 58 0 0 0,48-90-197 0 0,13-27-574 0 0,17-28-83 0 0,2 9 665 0 0,1 1 0 0 0,1 1 0 0 0,1 2 0 0 0,2 0 0 0 0,48-41 0 0 0,-70 65-9 0 0,0 1 0 0 0,0-1 0 0 0,0 1 0 0 0,0 0 0 0 0,0 0 0 0 0,0 0 0 0 0,0 0 0 0 0,0 0 0 0 0,0 0 0 0 0,1 0 0 0 0,-1 1 0 0 0,0-1 0 0 0,1 1 0 0 0,-1 0 0 0 0,0-1 0 0 0,1 1 0 0 0,-1 0 0 0 0,0 1 0 0 0,1-1 0 0 0,-1 0 0 0 0,0 1 0 0 0,1-1 0 0 0,-1 1 0 0 0,0 0 0 0 0,0-1 0 0 0,4 3 0 0 0,-3-1-71 0 0,1 1 0 0 0,-1-1-1 0 0,0 1 1 0 0,0-1-1 0 0,0 1 1 0 0,-1 0-1 0 0,1 1 1 0 0,-1-1-1 0 0,1 0 1 0 0,-1 1 0 0 0,0-1-1 0 0,0 1 1 0 0,-1-1-1 0 0,1 1 1 0 0,1 6-1 0 0,0 5 48 0 0,0-1 0 0 0,-2 1-1 0 0,0-1 1 0 0,0 1-1 0 0,-1-1 1 0 0,-1 1 0 0 0,0 0-1 0 0,-2-1 1 0 0,-5 23 0 0 0,-17 47-1300 0 0,-4-8-4876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2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70 170 23237 0 0,'0'0'428'0'0,"4"7"-595"0"0,-2-4 151 0 0,-1-1 46 0 0,1 1 0 0 0,-1 0 0 0 0,1 0-1 0 0,0-1 1 0 0,0 0 0 0 0,0 1 0 0 0,1-1 0 0 0,-1 0 0 0 0,0 0-1 0 0,1 0 1 0 0,0 0 0 0 0,-1 0 0 0 0,1-1 0 0 0,0 1 0 0 0,0-1 0 0 0,0 0-1 0 0,0 1 1 0 0,6 0 0 0 0,-1-2 11 0 0,0 1 0 0 0,1-2-1 0 0,-1 1 1 0 0,0-1 0 0 0,0-1 0 0 0,1 0-1 0 0,-1 0 1 0 0,0 0 0 0 0,0-1 0 0 0,-1 0-1 0 0,1-1 1 0 0,-1 1 0 0 0,11-8 0 0 0,-14 8-42 0 0,-1 1 0 0 0,1-1 0 0 0,-1 0 0 0 0,0 1 0 0 0,0-1 0 0 0,-1-1 0 0 0,1 1 0 0 0,0 0 0 0 0,-1-1 0 0 0,0 1 0 0 0,0-1 0 0 0,0 0 0 0 0,0 0 0 0 0,-1 0 1 0 0,1 0-1 0 0,-1 0 0 0 0,0 0 0 0 0,0 0 0 0 0,-1 0 0 0 0,1 0 0 0 0,-1 0 0 0 0,0 0 0 0 0,0-1 0 0 0,0 1 0 0 0,-1 0 0 0 0,1 0 0 0 0,-1 0 0 0 0,0 0 0 0 0,0 0 1 0 0,-2-4-1 0 0,2 4-43 0 0,-1 0 0 0 0,1 0 0 0 0,-1 0 0 0 0,0 1 0 0 0,0-1 0 0 0,0 1 0 0 0,0-1 1 0 0,-1 1-1 0 0,1 0 0 0 0,-1 0 0 0 0,0 0 0 0 0,0 0 0 0 0,0 1 0 0 0,0-1 0 0 0,0 1 1 0 0,0 0-1 0 0,-1-1 0 0 0,1 2 0 0 0,-1-1 0 0 0,0 0 0 0 0,0 1 0 0 0,1-1 0 0 0,-7 0 1 0 0,4 1 18 0 0,0 1 0 0 0,0 0 0 0 0,0 0 0 0 0,0 1 0 0 0,-1 0 0 0 0,1 0 1 0 0,0 0-1 0 0,1 1 0 0 0,-1 0 0 0 0,0 0 0 0 0,0 0 0 0 0,1 1 1 0 0,-1-1-1 0 0,-9 8 0 0 0,6-3 51 0 0,0 1 1 0 0,0-1 0 0 0,0 2-1 0 0,1-1 1 0 0,1 1-1 0 0,-1 1 1 0 0,2-1-1 0 0,-1 1 1 0 0,1 0-1 0 0,1 1 1 0 0,-1-1-1 0 0,2 1 1 0 0,0 0-1 0 0,0 1 1 0 0,-3 17-1 0 0,4-15 22 0 0,1-1 0 0 0,0 1 0 0 0,1-1 0 0 0,1 1 0 0 0,0 0 0 0 0,0-1 0 0 0,2 1 0 0 0,0-1 0 0 0,0 1 0 0 0,1-1 0 0 0,1 0 0 0 0,0 0 0 0 0,8 16 0 0 0,-10-24-95 0 0,1 0-1 0 0,0 0 0 0 0,0 0 1 0 0,0-1-1 0 0,0 1 0 0 0,1-1 1 0 0,0 0-1 0 0,0 0 0 0 0,0 0 1 0 0,1-1-1 0 0,-1 1 0 0 0,1-1 1 0 0,0 0-1 0 0,-1 0 0 0 0,1-1 1 0 0,1 1-1 0 0,-1-1 0 0 0,0 0 1 0 0,1-1-1 0 0,-1 1 0 0 0,1-1 1 0 0,-1 0-1 0 0,1-1 0 0 0,-1 1 1 0 0,10-1-1 0 0,-3-1-403 0 0,1-1 0 0 0,-1 0 0 0 0,1-1 0 0 0,-1 0 0 0 0,0-1-1 0 0,0-1 1 0 0,-1 1 0 0 0,1-2 0 0 0,-1 0 0 0 0,14-10 0 0 0,1-1-1704 0 0,-2-1 0 0 0,39-38 1 0 0,-38 29-248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2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92 6145 0 0,'2'-6'1209'0'0,"-1"0"0"0"0,1 0 0 0 0,-1 0 0 0 0,-1 0-1 0 0,1 0 1 0 0,-1 0 0 0 0,0 0 0 0 0,0 0 0 0 0,-1 0-1 0 0,0 0 1 0 0,-3-12 0 0 0,3 17-1109 0 0,0 0 1 0 0,-1 1-1 0 0,1-1 0 0 0,-1 0 0 0 0,1 0 0 0 0,-1 1 1 0 0,0-1-1 0 0,1 1 0 0 0,-1-1 0 0 0,1 1 0 0 0,-1 0 1 0 0,0 0-1 0 0,-2 0 0 0 0,3 0-98 0 0,0 0 0 0 0,0 0 0 0 0,0 0 1 0 0,0 0-1 0 0,0 0 0 0 0,0 1 0 0 0,0-1 0 0 0,0 0 0 0 0,0 1 0 0 0,0-1 0 0 0,0 1 1 0 0,0-1-1 0 0,1 1 0 0 0,-1-1 0 0 0,0 1 0 0 0,0 0 0 0 0,0 0 0 0 0,1-1 0 0 0,-1 1 1 0 0,0 0-1 0 0,1 0 0 0 0,-2 1 0 0 0,1-1-3 0 0,-12 13-60 0 0,0 1 0 0 0,0 0 0 0 0,1 0 0 0 0,1 1 0 0 0,1 1 0 0 0,0 0 0 0 0,1 0 0 0 0,-11 31 0 0 0,4 2 866 0 0,-21 100-1 0 0,35-137-396 0 0,-3 9-3 0 0,4-8 3065 0 0,16-26-3129 0 0,9-13-152 0 0,-1-2 1 0 0,23-34-1 0 0,-2 2-158 0 0,-17 24-428 0 0,-10 12 283 0 0,26-29 0 0 0,-39 47-511 0 0,1 1 1 0 0,0-1-1 0 0,0 1 1 0 0,1 0-1 0 0,-1 0 1 0 0,1 0-1 0 0,0 1 1 0 0,0 0-1 0 0,0 0 1 0 0,0 0-1 0 0,8-1 1 0 0,26 1-6164 0 0,-23 3 2144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2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27126 0 0,'-5'5'216'0'0,"-3"5"-257"0"0,2-1 1 0 0,-1 1-1 0 0,1 0 1 0 0,1 1 0 0 0,0-1-1 0 0,1 1 1 0 0,0 0-1 0 0,-3 13 1 0 0,2-3-315 0 0,1 0 0 0 0,1 0 1 0 0,-1 40-1 0 0,10-56-220 0 0,11 7 578 0 0,-11-10 55 0 0,-3-5-46 0 0,41-34 166 0 0,-1-2-1 0 0,-2-2 0 0 0,49-63 1 0 0,-81 94-125 0 0,-8 9 47 0 0,-24 49-74 0 0,10-24-166 0 0,-31 66-4 0 0,39-78 144 0 0,0 1 1 0 0,1 0-1 0 0,0 0 0 0 0,1 0 1 0 0,-2 16-1 0 0,5-28 12 0 0,0 0 0 0 0,0 0 1 0 0,0 1-1 0 0,0-1 0 0 0,0 0 0 0 0,0 0 0 0 0,0 0 0 0 0,0 0 0 0 0,0 0 0 0 0,0 1 0 0 0,1-1 1 0 0,-1 0-1 0 0,0 0 0 0 0,1 0 0 0 0,-1 0 0 0 0,1 0 0 0 0,-1 0 0 0 0,1 0 0 0 0,-1 0 0 0 0,1 0 1 0 0,0 0-1 0 0,0 0 0 0 0,-1 0 0 0 0,1-1 0 0 0,0 1 0 0 0,0 0 0 0 0,1 0 0 0 0,0 0 0 0 0,0-1-1 0 0,0 1 1 0 0,0-1 0 0 0,1 1-1 0 0,-1-1 1 0 0,0 0-1 0 0,0 0 1 0 0,0 0-1 0 0,0 0 1 0 0,0-1-1 0 0,0 1 1 0 0,1-1-1 0 0,2 0 1 0 0,7-4 19 0 0,0 0 0 0 0,0 0-1 0 0,21-13 1 0 0,95-69-352 0 0,-71 36-2301 0 0,-44 37 389 0 0,0 0 0 0 0,11-18 0 0 0,-18 22-1402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3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85 346 14547 0 0,'0'0'3202'0'0,"-2"6"-1571"0"0,-30 79 1700 0 0,-8 59-3332 0 0,37-131-380 0 0,-3 10 326 0 0,4-8-6988 0 0,5-14 7753 0 0,11-1 7634 0 0</inkml:trace>
  <inkml:trace contextRef="#ctx0" brushRef="#br0" timeOffset="1">277 0 22341 0 0,'0'0'992'0'0,"0"0"-992"0"0,-1 1-144 0 0,0 0 160 0 0,-26 30-16 0 0,19-18-8 0 0,2 4-16 0 0,-2-1-48 0 0,3 0-96 0 0,2 1-72 0 0,0-2-64 0 0,1 0-824 0 0,-1-5-1121 0 0,4 1-175 0 0,0-2-561 0 0,4 1-3536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21765 0 0,'0'0'64'0'0,"-3"7"617"0"0,-4 7-399 0 0,0 0-1 0 0,-1-1 1 0 0,0 1-1 0 0,-2-2 1 0 0,-14 18-1 0 0,-64 55-178 0 0,17-17-161 0 0,68-66 25 0 0,1 0 0 0 0,0 0 1 0 0,0 1-1 0 0,0-1 0 0 0,1 1 1 0 0,-1 0-1 0 0,1-1 0 0 0,-1 1 0 0 0,-1 6 1 0 0,2-8 25 0 0,1 1 0 0 0,0-1 0 0 0,0 1 0 0 0,0-1 0 0 0,0 1 0 0 0,0-1 1 0 0,0 1-1 0 0,0-1 0 0 0,0 1 0 0 0,1-1 0 0 0,-1 1 0 0 0,0-1 0 0 0,1 0 0 0 0,0 1 0 0 0,-1-1 1 0 0,2 2-1 0 0,2 2 54 0 0,0 0 0 0 0,0-1 0 0 0,1 0 0 0 0,0 0 0 0 0,-1 0 0 0 0,2 0 0 0 0,-1 0 0 0 0,0-1 0 0 0,8 3 1 0 0,27 13 195 0 0,-21-10-169 0 0,34 21 0 0 0,-48-28-55 0 0,-1 1-1 0 0,0 0 0 0 0,0 1 0 0 0,0-1 0 0 0,-1 1 0 0 0,1-1 0 0 0,-1 1 0 0 0,0 0 0 0 0,0 0 0 0 0,0 1 0 0 0,-1-1 0 0 0,5 10 0 0 0,-7-11-37 0 0,1 1 0 0 0,-1-1 0 0 0,0 1 0 0 0,0-1 0 0 0,0 1 0 0 0,-1-1-1 0 0,1 1 1 0 0,-1-1 0 0 0,0 1 0 0 0,0-1 0 0 0,0 0 0 0 0,0 0 0 0 0,-1 1 0 0 0,1-1 0 0 0,-1 0-1 0 0,0 0 1 0 0,0 0 0 0 0,0 0 0 0 0,0-1 0 0 0,0 1 0 0 0,-1-1 0 0 0,-2 3 0 0 0,-2 2-805 0 0,0 0 0 0 0,0-1 1 0 0,-1 0-1 0 0,0 0 0 0 0,0-1 1 0 0,-17 8-1 0 0,8-7-1918 0 0,1-2-1678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3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112 176 24701 0 0,'0'0'787'0'0,"6"2"-1071"0"0,5 3 294 0 0,1-1 1 0 0,-1-1-1 0 0,1 0 1 0 0,0-1-1 0 0,0 0 0 0 0,0-1 1 0 0,0 0-1 0 0,0 0 1 0 0,0-2-1 0 0,0 1 0 0 0,0-2 1 0 0,0 0-1 0 0,-1 0 1 0 0,19-6-1 0 0,3-4 52 0 0,53-28-1 0 0,-75 34 43 0 0,0 0-1 0 0,-1-1 1 0 0,1-1 0 0 0,-1 1 0 0 0,0-2-1 0 0,-1 1 1 0 0,0-1 0 0 0,8-11-1 0 0,-16 19-92 0 0,0 0 0 0 0,-1 0 0 0 0,1 0 0 0 0,0 0 0 0 0,-1 0 0 0 0,1 0 0 0 0,-1 1 0 0 0,1-2 0 0 0,-1 1 0 0 0,1 0 0 0 0,-1 0 0 0 0,0 0 0 0 0,1 0 0 0 0,-1 0 0 0 0,0 0 0 0 0,0 0 0 0 0,0 0 0 0 0,0 0 0 0 0,0-1 0 0 0,0 1 0 0 0,0 0 0 0 0,0 0 0 0 0,-1 0 0 0 0,1 0 0 0 0,0 0 0 0 0,-1 0 0 0 0,1 0 0 0 0,-1 0 0 0 0,1 0 0 0 0,-1 0 0 0 0,1 0 0 0 0,-1 0 0 0 0,1 0 0 0 0,-1 0-1 0 0,0 0 1 0 0,0 0 0 0 0,0 1 0 0 0,1-1 0 0 0,-1 0 0 0 0,0 1 0 0 0,-2-2 0 0 0,0 0-60 0 0,-1 1-1 0 0,0-1 0 0 0,1 1 0 0 0,-1 0 0 0 0,0 0 1 0 0,0 0-1 0 0,0 0 0 0 0,0 1 0 0 0,0-1 0 0 0,-7 1 1 0 0,-10 3-166 0 0,1 0 1 0 0,0 1 0 0 0,0 1 0 0 0,0 1 0 0 0,-31 14 0 0 0,19-6-98 0 0,2 2 1 0 0,-47 31-1 0 0,59-33-27 0 0,0 0 0 0 0,1 1 0 0 0,0 1 0 0 0,1 0 0 0 0,-16 22 0 0 0,23-26 138 0 0,1-1-1 0 0,1 1 1 0 0,0 1-1 0 0,1-1 1 0 0,0 1-1 0 0,1 0 1 0 0,0 0 0 0 0,1 1-1 0 0,-3 21 1 0 0,6-28 32 0 0,0-1 0 0 0,1 0 0 0 0,0 1 1 0 0,1-1-1 0 0,-1 1 0 0 0,1-1 0 0 0,0 0 1 0 0,1 0-1 0 0,-1 1 0 0 0,1-1 0 0 0,1 0 1 0 0,-1 0-1 0 0,1-1 0 0 0,6 10 0 0 0,15 17-2598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0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 14851 0 0,'-1'-1'252'0'0,"0"1"0"0"0,0 0 1 0 0,1 0-1 0 0,-1 0 0 0 0,0-1 0 0 0,0 1 0 0 0,1 0 0 0 0,-1 0 0 0 0,0 0 0 0 0,0 0 1 0 0,1 1-1 0 0,-1-1 0 0 0,0 0 0 0 0,0 0 0 0 0,1 0 0 0 0,-1 0 0 0 0,0 1 0 0 0,1-1 1 0 0,-1 0-1 0 0,0 1 0 0 0,1-1 0 0 0,-1 1 0 0 0,1-1 0 0 0,-1 1 0 0 0,0-1 0 0 0,1 1 1 0 0,-1-1-1 0 0,1 1 0 0 0,-1 0 0 0 0,-2 12 1167 0 0,3-10-2071 0 0,2 2 832 0 0,23 5 408 0 0,35 10 1 0 0,-18-9 71 0 0,53 6 0 0 0,138 1 961 0 0,-232-18-1618 0 0,124 2 539 0 0,0-5 0 0 0,163-26 0 0 0,-142 11-21 0 0,1 6 1 0 0,254 12-1 0 0,-274 8-395 0 0,0-2 190 0 0,195 36 0 0 0,-300-36-1387 0 0,-1 1 0 0 0,31 14 0 0 0,16 5-2796 0 0,-44-18-560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42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4905 0 0,'0'-1'11056'0'0,"0"-1"-10615"0"0,0 1-797 0 0,7 6 655 0 0,12 9 218 0 0,11-1 3697 0 0,24-7-2358 0 0,-16-1-1311 0 0,29 8-50 0 0,-30-4-309 0 0,0-2 0 0 0,0-2 0 0 0,1-1 0 0 0,-1-1 0 0 0,42-4 0 0 0,116-26 667 0 0,-14 2 70 0 0,25-1-599 0 0,101-8-53 0 0,-227 29 251 0 0,149 10 0 0 0,-137 1-97 0 0,-1-5-1 0 0,148-16 1 0 0,-214 13-348 0 0,0 1 0 0 0,0 2 0 0 0,0 0 0 0 0,0 2 0 0 0,0 0 0 0 0,-1 2 0 0 0,46 15 0 0 0,-66-19-2834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52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9 222 18900 0 0,'-2'-1'-60'0'0,"-3"-3"984"0"0,4 0-2480 0 0,1 4 1485 0 0,0-1-18 0 0,0 1 38 0 0,0 0-1 0 0,4 0 61 0 0,-3-1 8 0 0,16 3 80 0 0,-11-1 188 0 0,0 0-1 0 0,0-1 1 0 0,0 0-1 0 0,1 0 1 0 0,-1 0-1 0 0,0 0 0 0 0,0-1 1 0 0,10-3-1 0 0,37-20 1240 0 0,-28 11-1241 0 0,0 2 0 0 0,0 1 1 0 0,1 0-1 0 0,1 2 0 0 0,40-7 1 0 0,229-31-87 0 0,-195 28 130 0 0,1-2-155 0 0,-50 9 107 0 0,1 2-1 0 0,105-5 0 0 0,331 40 1387 0 0,-365-17-1104 0 0,207 31-182 0 0,-226-24-6177 0 0,-90-15 2360 0 0,-1 0-2503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7:5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119 141 19596 0 0,'0'0'2226'0'0,"0"-2"-3141"0"0,6-5 624 0 0,70-50 1898 0 0,-47 32-677 0 0,-25 21-783 0 0,-4-27-374 0 0,-6 27 107 0 0,1 1 198 0 0,-1 1 1 0 0,0 1-1 0 0,0-1 1 0 0,-1 1-1 0 0,1 0 1 0 0,0 1-1 0 0,0-1 1 0 0,0 1-1 0 0,-1 1 1 0 0,1-1-1 0 0,0 1 1 0 0,0 0-1 0 0,0 0 1 0 0,-11 4-1 0 0,12-3-36 0 0,4-2-30 0 0,-1 0 1 0 0,1 0 0 0 0,-1 0-1 0 0,1 1 1 0 0,-1-1 0 0 0,1 0-1 0 0,-1 1 1 0 0,1 0 0 0 0,-1-1-1 0 0,1 1 1 0 0,0 0 0 0 0,-3 1-1 0 0,0 1-5 0 0,0-1-31 0 0,4-4 70 0 0,-23 17-27 0 0,-5 6-18 0 0,10-5 41 0 0,5-6-24 0 0,10-2-259 0 0,-2 9 147 0 0,4-13 1 0 0,3 3-412 0 0,5 12 174 0 0,9 37-6406 0 0,-15-51 3832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0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16900 0 0,'0'0'3780'0'0,"8"0"-1612"0"0,9-2-1823 0 0,-13 2 348 0 0,3 0 832 0 0,-4-1-1344 0 0,-2 0-120 0 0,0 1 0 0 0,1-1 0 0 0,-1 1 0 0 0,0 0 0 0 0,1-1 0 0 0,-1 1 0 0 0,1 0 0 0 0,-1 0 0 0 0,0 0 0 0 0,1 0 0 0 0,-1 0 0 0 0,0 0 0 0 0,1 1 0 0 0,2 0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07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25557 0 0,'0'0'969'0'0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2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 18508 0 0,'-7'-1'1814'0'0,"-2"2"-647"0"0,-9 5-1659 0 0,15-4 741 0 0,-2-1-277 0 0,4 1 20 0 0,2 1 4 0 0,-4 13 88 0 0,-1-1 0 0 0,0 0 1 0 0,-1 0-1 0 0,-1 0 0 0 0,0-1 1 0 0,-15 25-1 0 0,-2 7 521 0 0,-3 21-290 0 0,-30 122 1 0 0,41-132-258 0 0,10-42-29 0 0,-2 11 15 0 0,-5 33 0 0 0,11-52 11 0 0,0-1-1 0 0,1 1 0 0 0,-1-1 0 0 0,2 1 0 0 0,-1-1 0 0 0,1 1 0 0 0,0-1 1 0 0,0 0-1 0 0,0 1 0 0 0,1-1 0 0 0,2 6 0 0 0,-1-8-12 0 0,-1-1-1 0 0,1 0 1 0 0,0 1-1 0 0,0-1 1 0 0,0 0 0 0 0,0 0-1 0 0,0-1 1 0 0,0 1-1 0 0,1-1 1 0 0,0 1 0 0 0,-1-1-1 0 0,1 0 1 0 0,0-1-1 0 0,0 1 1 0 0,0-1 0 0 0,0 1-1 0 0,6 0 1 0 0,11 3 79 0 0,1-2 0 0 0,23 2-1 0 0,-31-4-89 0 0,164 9 244 0 0,-141-9-602 0 0,-1-3 1 0 0,69-11 0 0 0,-105 13 301 0 0,5-1-814 0 0,1 0-1 0 0,-1 0 1 0 0,0 0 0 0 0,0-1 0 0 0,-1 0 0 0 0,1 0 0 0 0,8-5 0 0 0,-6 1-1443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3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73 21381 0 0,'-29'-1'2048'0'0,"54"5"-1834"0"0,0-1 0 0 0,0-1 0 0 0,0-2 0 0 0,46-3 0 0 0,106-22 118 0 0,-140 18-403 0 0,-25 5-338 0 0,0 0 1 0 0,0-1-1 0 0,11-5 0 0 0,-18 6-375 0 0,-1 1-1 0 0,0-2 1 0 0,0 1 0 0 0,0-1-1 0 0,0 1 1 0 0,6-6-1 0 0,-2-1-2414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23 19396 0 0,'-11'2'938'0'0,"-19"5"2580"0"0,33-2-3709 0 0,3-1 197 0 0,0-1 1 0 0,0 0-1 0 0,1 0 1 0 0,-1-1-1 0 0,0 0 0 0 0,1 0 1 0 0,0 0-1 0 0,-1-1 0 0 0,1 0 1 0 0,12 0-1 0 0,81-1 58 0 0,-59-2-93 0 0,-14 2-71 0 0,46-7-1 0 0,-25-6-2021 0 0,-40 10 734 0 0,0-1 0 0 0,0 0 0 0 0,12-9 0 0 0,-2-1-2132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4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21245 0 0,'0'0'1748'0'0,"4"3"-1345"0"0,6 1-320 0 0,-1 0 1 0 0,1 0 0 0 0,0-1 0 0 0,0-1 0 0 0,0 1-1 0 0,0-2 1 0 0,0 1 0 0 0,17-1 0 0 0,95-5-7 0 0,-68 0-48 0 0,-4 4-198 0 0,43-4 361 0 0,-82 2-972 0 0,0 1-1 0 0,-1-2 0 0 0,15-4 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0 13323 0 0,'-7'4'840'0'0,"0"0"0"0"0,0 0-1 0 0,0 1 1 0 0,1 0 0 0 0,0 0 0 0 0,0 0 0 0 0,0 1 0 0 0,0 0 0 0 0,-8 11 0 0 0,7-6-621 0 0,1 1 1 0 0,0-1 0 0 0,1 1 0 0 0,0 0 0 0 0,-5 17 0 0 0,-65 285 12 0 0,-6 16 3 0 0,74-308-157 0 0,3-12-5 0 0,0-1 0 0 0,1 1 0 0 0,0 0 0 0 0,1 0 0 0 0,0 0 0 0 0,1 0 0 0 0,0 0 0 0 0,0 1 0 0 0,1-1 0 0 0,1 13 0 0 0,1-20-24 0 0,-1 0 0 0 0,0-1 0 0 0,1 1 0 0 0,-1 0 0 0 0,1-1 0 0 0,0 1 0 0 0,0-1 0 0 0,0 1-1 0 0,0-1 1 0 0,0 0 0 0 0,1 0 0 0 0,-1 0 0 0 0,1 0 0 0 0,-1 0 0 0 0,1-1 0 0 0,0 1 0 0 0,0-1 0 0 0,-1 1 0 0 0,1-1-1 0 0,0 0 1 0 0,6 1 0 0 0,7 2 111 0 0,0-1 1 0 0,32 2-1 0 0,-36-4-6 0 0,86 4-446 0 0,180-13-1 0 0,-239 0-6167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4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18980 0 0,'0'0'2639'0'0,"6"4"-1653"0"0,151 114-335 0 0,-82-58-618 0 0,-50-40 68 0 0,-1 0 0 0 0,0 2 0 0 0,-2 0-1 0 0,-1 2 1 0 0,-1 0 0 0 0,-1 1 0 0 0,-1 1 0 0 0,-1 1 0 0 0,-2 0 0 0 0,21 49 0 0 0,-30-53 71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5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0 21805 0 0,'-5'1'224'0'0,"0"0"0"0"0,0 1 1 0 0,0 0-1 0 0,0 0 0 0 0,0 0 1 0 0,0 0-1 0 0,1 1 0 0 0,-1-1 1 0 0,1 1-1 0 0,0 0 0 0 0,-4 5 1 0 0,-42 44-856 0 0,27-25 802 0 0,-199 206-227 0 0,182-189-300 0 0,2 1-1 0 0,2 2 0 0 0,3 2 1 0 0,-38 70-1 0 0,64-105-1771 0 0,1 0-362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15867 0 0,'0'0'6319'0'0,"-4"6"-5395"0"0,2-1-851 0 0,-3 14 365 0 0,5-17-431 0 0,0 0-1 0 0,1 1 1 0 0,-1-1 0 0 0,1 0-1 0 0,0 0 1 0 0,-1 0 0 0 0,1 0-1 0 0,0 0 1 0 0,0 0 0 0 0,0 0-1 0 0,0-1 1 0 0,3 4 0 0 0,2 1-10 0 0,0-1 0 0 0,1 0-1 0 0,0-1 1 0 0,-1 1 0 0 0,2-1 0 0 0,-1-1 0 0 0,0 1 0 0 0,1-1 0 0 0,-1 0 0 0 0,1-1 0 0 0,0 0 0 0 0,10 1 0 0 0,11 1 334 0 0,0-2 1 0 0,33-1-1 0 0,8 0 358 0 0,-66-1-640 0 0,0 1 1 0 0,0 0 0 0 0,0 0-1 0 0,0 0 1 0 0,0 0 0 0 0,-1 1-1 0 0,1-1 1 0 0,0 1 0 0 0,-1 0-1 0 0,0 0 1 0 0,1 1-1 0 0,-1-1 1 0 0,0 1 0 0 0,0-1-1 0 0,0 1 1 0 0,0 0 0 0 0,3 5-1 0 0,-5-7-34 0 0,0 0-1 0 0,0 0 1 0 0,-1 0 0 0 0,1 1-1 0 0,0-1 1 0 0,-1 0-1 0 0,1 1 1 0 0,0-1-1 0 0,-1 1 1 0 0,0-1 0 0 0,1 1-1 0 0,-1-1 1 0 0,0 1-1 0 0,0-1 1 0 0,0 1 0 0 0,0-1-1 0 0,0 1 1 0 0,0 2-1 0 0,-1 1 25 0 0,2 14 36 0 0,-2-1 1 0 0,0 1-1 0 0,-1-1 0 0 0,0 1 0 0 0,-7 20 0 0 0,-2 15-2 0 0,0 49 69 0 0,5 191-1 0 0,8-197-369 0 0,-4 1-1 0 0,-20 127 1 0 0,7-164-3014 0 0,14-57 2552 0 0,-1 0-1 0 0,1 0 1 0 0,-1 0-1 0 0,0 0 1 0 0,-1-1-1 0 0,1 1 1 0 0,0-1 0 0 0,-1 1-1 0 0,0-1 1 0 0,0 0-1 0 0,0 0 1 0 0,-4 3-1 0 0,-4 1-3179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12 7762 0 0,'-10'0'3365'0'0,"1"0"0"0"0,0 0 0 0 0,-17 3 0 0 0,-1 6-1301 0 0,23-7-1742 0 0,6 6 1295 0 0,8 9-1469 0 0,-10-17-137 0 0,5 5 209 0 0,-1-5-173 0 0,22 3 263 0 0,-1-1 0 0 0,1-1 0 0 0,0-1 0 0 0,32-5 0 0 0,112-22 845 0 0,-129 19-1069 0 0,-16 4-109 0 0,50-11-2546 0 0,-66 13-556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28 18332 0 0,'-6'-1'5558'0'0,"-10"-3"-4443"0"0,12 3-433 0 0,4 1-908 0 0,-1 0 175 0 0,9-2 28 0 0,27-5-47 0 0,1 1-1 0 0,0 2 1 0 0,0 1 0 0 0,41 3 0 0 0,-24 9-499 0 0,-31-4-2312 0 0,-11-2 14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6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22605 0 0,'0'0'1611'0'0,"6"0"-783"0"0,55 6 118 0 0,67 4-385 0 0,-95-9-512 0 0,140-7-22 0 0,-135 3 34 0 0,16-1-1727 0 0,-19-7-4199 0 0,-22 4 1311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7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1 17820 0 0,'0'-1'9089'0'0,"-7"4"-8998"0"0,-10 4-140 0 0,16-6 39 0 0,-3 2-61 0 0,2 0 53 0 0,-90 151-129 0 0,52-93 202 0 0,-58 123 0 0 0,74-131-59 0 0,12-29 14 0 0,1 1-1 0 0,1-1 1 0 0,2 2-1 0 0,0-1 1 0 0,1 1-1 0 0,-3 32 1 0 0,10-55-23 0 0,-1 0 0 0 0,1-1 0 0 0,0 1 1 0 0,1-1-1 0 0,-1 1 0 0 0,0 0 0 0 0,1-1 0 0 0,-1 1 1 0 0,1-1-1 0 0,0 1 0 0 0,0-1 0 0 0,0 1 0 0 0,0-1 1 0 0,0 1-1 0 0,1-1 0 0 0,-1 0 0 0 0,1 0 0 0 0,-1 0 1 0 0,1 0-1 0 0,3 3 0 0 0,-2-3 15 0 0,1 1 0 0 0,0-1 0 0 0,-1 0 0 0 0,1 0 0 0 0,0-1 0 0 0,0 1 0 0 0,0-1 0 0 0,0 0 0 0 0,1 0 0 0 0,-1 0 0 0 0,7 0 0 0 0,10-1 49 0 0,0-1-1 0 0,0 0 0 0 0,0-2 1 0 0,23-5-1 0 0,-37 6-49 0 0,68-12-191 0 0,101-22 652 0 0,-142 27-2315 0 0,43-19 0 0 0,-55 16-2586 0 0,-14 4 1397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7 105 22269 0 0,'-1'0'50'0'0,"1"1"0"0"0,-1-1 0 0 0,1 0 0 0 0,0 1 0 0 0,-1-1 0 0 0,1 1 0 0 0,-1-1 0 0 0,1 0 0 0 0,0 1 0 0 0,-1-1 0 0 0,1 1 0 0 0,0-1 0 0 0,-1 1 0 0 0,1-1 0 0 0,0 1 1 0 0,0-1-1 0 0,0 1 0 0 0,-1-1 0 0 0,1 1 0 0 0,0-1 0 0 0,0 1 0 0 0,0 0 0 0 0,0-1 0 0 0,0 1 0 0 0,0-1 0 0 0,0 1 0 0 0,0-1 0 0 0,0 1 0 0 0,0-1 0 0 0,1 1 0 0 0,-1-1 0 0 0,0 1 0 0 0,0 0 0 0 0,0-1 0 0 0,1 1 0 0 0,-1-1 1 0 0,0 0-1 0 0,0 1 0 0 0,1-1 0 0 0,-1 1 0 0 0,1-1 0 0 0,0 1 0 0 0,0 2 132 0 0,5 3-144 0 0,11-3-21 0 0,1-1 0 0 0,-1 0 0 0 0,1-1-1 0 0,-1-1 1 0 0,1 0 0 0 0,-1-2 0 0 0,1 0 0 0 0,17-4-1 0 0,144-44-293 0 0,-153 42 277 0 0,-8 2-71 0 0,3 0-705 0 0,35-15 0 0 0,-50 17-39 0 0,0 1 0 0 0,0-1 0 0 0,0 0 0 0 0,0 0 0 0 0,7-8 1 0 0,-3 1-1634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7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1 159 22125 0 0,'0'0'1232'0'0,"4"-1"-1195"0"0,35-4 168 0 0,55 0 0 0 0,-7 2-163 0 0,-15-2-270 0 0,90-11 527 0 0,-139 12-1657 0 0,1-1 1 0 0,33-13-1 0 0,-33 9-1826 0 0</inkml:trace>
  <inkml:trace contextRef="#ctx0" brushRef="#br0" timeOffset="1">434 0 21805 0 0,'0'0'796'0'0,"6"2"335"0"0,93 16-86 0 0,159 10 0 0 0,-249-27-1665 0 0,13 1 680 0 0,-10-4-9529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8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0 20036 0 0,'-5'5'1925'0'0,"-5"6"-1727"0"0,0 1 0 0 0,1 0 0 0 0,0 1 0 0 0,1 0 0 0 0,0 0 0 0 0,1 1 0 0 0,-7 18 1 0 0,-33 114 36 0 0,30-90-111 0 0,-8 24-80 0 0,-65 234 228 0 0,87-303-259 0 0,0 1-1 0 0,1-1 0 0 0,1 1 1 0 0,0 0-1 0 0,1-1 0 0 0,0 1 0 0 0,3 21 1 0 0,-2-30 21 0 0,0 1 1 0 0,0 0-1 0 0,0-1 0 0 0,0 0 1 0 0,1 1-1 0 0,-1-1 1 0 0,1 0-1 0 0,0 0 0 0 0,0 0 1 0 0,0 0-1 0 0,0 0 1 0 0,1 0-1 0 0,-1 0 0 0 0,1-1 1 0 0,0 1-1 0 0,0-1 1 0 0,0 0-1 0 0,0 0 0 0 0,0 0 1 0 0,0 0-1 0 0,0-1 1 0 0,1 1-1 0 0,-1-1 0 0 0,1 0 1 0 0,-1 0-1 0 0,1 0 1 0 0,-1 0-1 0 0,8 0 0 0 0,37 2 271 0 0,0-3 0 0 0,0-1 0 0 0,-1-3-1 0 0,1-1 1 0 0,88-23 0 0 0,-106 21-1411 0 0,44-17 0 0 0,-64 21-246 0 0,-1-2 1 0 0,0 1-1 0 0,0-1 0 0 0,-1-1 0 0 0,9-6 1 0 0,-5 1-2478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8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1 120 23069 0 0,'0'0'1648'0'0,"6"5"-1270"0"0,15 14-358 0 0,0 1 0 0 0,-2 1 0 0 0,0 0 1 0 0,29 45-1 0 0,54 109 18 0 0,-49-78-68 0 0,-48-87-774 0 0,1 0-1 0 0,1 0 1 0 0,-1-1-1 0 0,1 0 1 0 0,12 11 0 0 0,-12-19-3239 0 0,13-7 1930 0 0,-8-4-1163 0 0</inkml:trace>
  <inkml:trace contextRef="#ctx0" brushRef="#br0" timeOffset="1">451 32 8194 0 0,'-10'-12'15836'0'0,"-4"0"-17189"0"0,10 8 2562 0 0,0 1-903 0 0,2 2-225 0 0,-2 4-91 0 0,-3 0 6 0 0,1 1 1 0 0,-1 0-1 0 0,1 0 1 0 0,0 1-1 0 0,1-1 1 0 0,-1 1 0 0 0,1 1-1 0 0,0-1 1 0 0,0 1-1 0 0,0 0 1 0 0,1 0 0 0 0,0 0-1 0 0,-4 9 1 0 0,-9 19 65 0 0,-18 49 0 0 0,21-49-101 0 0,-117 237-1241 0 0,108-223-2389 0 0,14-28-1175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8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25149 0 0,'0'0'1530'0'0,"1"7"-1221"0"0,4 45-285 0 0,-1 95 0 0 0,-17 60 19 0 0,8-141-34 0 0,4-44-237 0 0,-41 515 657 0 0,19-310-7346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 20140 0 0,'0'0'3028'0'0,"-7"3"-1764"0"0,1 2-1109 0 0,1-1 1 0 0,0 1-1 0 0,0 1 0 0 0,0-1 0 0 0,1 1 1 0 0,0 0-1 0 0,0 0 0 0 0,0 0 1 0 0,1 0-1 0 0,-3 8 0 0 0,-66 153-62 0 0,9 2-1 0 0,-48 195 1 0 0,102-308-25 0 0,6-29-1986 0 0,-2 0-6332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39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19788 0 0,'0'0'886'0'0,"3"5"-233"0"0,14 23-410 0 0,-2 1-1 0 0,-1 0 0 0 0,-1 1 0 0 0,-1 1 1 0 0,-2 0-1 0 0,8 40 0 0 0,25 205 185 0 0,-35-209-371 0 0,6 53-283 0 0,-10-69-3225 0 0</inkml:trace>
  <inkml:trace contextRef="#ctx0" brushRef="#br0" timeOffset="1">1 290 20876 0 0,'0'0'2153'0'0,"0"6"-1569"0"0,1-2-477 0 0,-1 0 0 0 0,1-1-1 0 0,0 1 1 0 0,0-1 0 0 0,1 1 0 0 0,-1-1-1 0 0,1 1 1 0 0,-1-1 0 0 0,1 0 0 0 0,0 0-1 0 0,1 0 1 0 0,-1 0 0 0 0,0 0 0 0 0,1 0-1 0 0,-1 0 1 0 0,1-1 0 0 0,0 1 0 0 0,0-1-1 0 0,0 0 1 0 0,7 3 0 0 0,6 3-38 0 0,0-1-1 0 0,0-1 1 0 0,1 0 0 0 0,0-1 0 0 0,1-1-1 0 0,20 2 1 0 0,-26-4-345 0 0,1-1 0 0 0,-1 0 0 0 0,1-1 0 0 0,-1-1 0 0 0,1 0 0 0 0,-1-1 0 0 0,1 0 0 0 0,-1-1 0 0 0,18-5 0 0 0,-9-5-3273 0 0,-10 6 1006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0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14907 0 0,'0'0'11061'0'0,"7"6"-12197"0"0,3 0 1144 0 0,1 0 0 0 0,0-1 0 0 0,0 0 0 0 0,0-1 0 0 0,0 0 0 0 0,1-1 0 0 0,-1 0 0 0 0,15 1 0 0 0,47 1 157 0 0,-57-5 45 0 0,0 1 0 0 0,1 0 1 0 0,-1 1-1 0 0,0 1 0 0 0,1 1 0 0 0,21 7 0 0 0,-36-9-156 0 0,1-1 0 0 0,-1 1 0 0 0,0 0-1 0 0,0 0 1 0 0,0 0 0 0 0,0 0 0 0 0,0 0-1 0 0,0 1 1 0 0,-1-1 0 0 0,1 0-1 0 0,-1 1 1 0 0,1-1 0 0 0,0 4 0 0 0,0-2-93 0 0,-1-3 48 0 0,-1 0-1 0 0,1 0 1 0 0,0 1 0 0 0,-1-1-1 0 0,1 0 1 0 0,-1 1 0 0 0,1-1-1 0 0,-1 1 1 0 0,1-1 0 0 0,-1 0 0 0 0,0 1-1 0 0,0-1 1 0 0,0 1 0 0 0,0-1-1 0 0,0 1 1 0 0,0-1 0 0 0,-1 3-1 0 0,-1 11 49 0 0,-8 71 172 0 0,6-63-203 0 0,1 0 0 0 0,1 0 0 0 0,0 0 0 0 0,2 1 0 0 0,4 29 1 0 0,9 6 82 0 0,24 72 1 0 0,10 38-650 0 0,-42-144-868 0 0,-2 0 0 0 0,2 39 0 0 0,-7-49-1132 0 0,-1-2-1368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0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12331 0 0,'0'-1'11555'0'0,"0"8"-10021"0"0,0-6-1491 0 0,0 1 0 0 0,0-1-1 0 0,1 1 1 0 0,-1 0 0 0 0,0-1 0 0 0,1 1-1 0 0,-1-1 1 0 0,1 1 0 0 0,-1-1 0 0 0,1 0-1 0 0,0 1 1 0 0,0-1 0 0 0,-1 1 0 0 0,1-1-1 0 0,0 0 1 0 0,2 2 0 0 0,0-1 23 0 0,0 1 1 0 0,0-1-1 0 0,1 0 0 0 0,-1 0 1 0 0,1 0-1 0 0,-1 0 0 0 0,6 1 1 0 0,146 55-98 0 0,-87-34-3435 0 0,-59-21 2650 0 0,21 8-2521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1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20 21821 0 0,'-6'-5'3607'0'0,"-12"-7"-3021"0"0,14 9 95 0 0,3 4-114 0 0,0-1-595 0 0,1 1 17 0 0,-5 3-92 0 0,-4 8 69 0 0,1 9-174 0 0,5-11 79 0 0,1 1 1 0 0,1 0 0 0 0,0 0 0 0 0,0 12-1 0 0,22 311-266 0 0,-5-152 414 0 0,-9-11 2 0 0,2 20-642 0 0,5-65-2921 0 0,-6-87-36 0 0,-4-26 1017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2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14699 0 0,'0'0'9681'0'0,"6"0"-10567"0"0,9 2 824 0 0,0 1 0 0 0,-1 0-1 0 0,1 1 1 0 0,-1 1-1 0 0,0 0 1 0 0,14 7 0 0 0,3 4 58 0 0,48 32 0 0 0,-71-43 9 0 0,-1 0-1 0 0,0 1 0 0 0,0 0 0 0 0,-1 0 1 0 0,1 1-1 0 0,-1-1 0 0 0,-1 1 0 0 0,1 1 1 0 0,-1-1-1 0 0,-1 1 0 0 0,7 13 0 0 0,-9-16 17 0 0,-1 0-1 0 0,1 0 1 0 0,-1 1-1 0 0,0-1 1 0 0,-1 0-1 0 0,1 0 0 0 0,-1 1 1 0 0,0-1-1 0 0,0 0 1 0 0,-1 1-1 0 0,1-1 1 0 0,-1 0-1 0 0,0 0 0 0 0,-1 1 1 0 0,1-1-1 0 0,-1 0 1 0 0,0 0-1 0 0,0-1 1 0 0,-1 1-1 0 0,-5 8 0 0 0,-1-1 36 0 0,-1 0-1 0 0,0 0 1 0 0,0-1-1 0 0,-2 0 1 0 0,1 0-1 0 0,-1-2 1 0 0,-1 1-1 0 0,-22 12 0 0 0,-10 1-695 0 0,-64 24-1 0 0,24-12-5166 0 0,71-28 2597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0 17524 0 0,'0'0'2156'0'0,"-11"7"3595"0"0,-38 27-5790 0 0,23-10 22 0 0,0 0 0 0 0,2 2-1 0 0,1 1 1 0 0,1 1 0 0 0,1 1 0 0 0,2 1 0 0 0,0 0-1 0 0,3 2 1 0 0,0 0 0 0 0,2 0 0 0 0,2 2-1 0 0,-10 37 1 0 0,14-38-37 0 0,1 0 0 0 0,1 1 0 0 0,3 0 0 0 0,0 0 0 0 0,2 0 0 0 0,2 0 0 0 0,8 59 0 0 0,-7-78-239 0 0,2-1-1 0 0,0 1 1 0 0,0-1 0 0 0,1 0-1 0 0,1-1 1 0 0,9 18 0 0 0,-13-28 68 0 0,0 0 1 0 0,-1 1 0 0 0,1-1 0 0 0,1 0 0 0 0,-1-1 0 0 0,0 1 0 0 0,1 0 0 0 0,-1-1 0 0 0,1 1 0 0 0,0-1-1 0 0,0 0 1 0 0,0 0 0 0 0,0 0 0 0 0,0 0 0 0 0,0 0 0 0 0,0-1 0 0 0,1 1 0 0 0,-1-1 0 0 0,1 0-1 0 0,-1 0 1 0 0,1 0 0 0 0,-1-1 0 0 0,1 1 0 0 0,0-1 0 0 0,-1 0 0 0 0,1 0 0 0 0,-1 0 0 0 0,1-1 0 0 0,0 1-1 0 0,6-2 1 0 0,13-8-2236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467 0 21325 0 0,'-4'1'3703'0'0,"-1"1"-3669"0"0,0 0-1 0 0,0 0 0 0 0,0 0 1 0 0,1 1-1 0 0,-1 0 1 0 0,1-1-1 0 0,0 1 1 0 0,0 1-1 0 0,0-1 1 0 0,0 1-1 0 0,1-1 1 0 0,-4 6-1 0 0,-43 58-9 0 0,38-50 69 0 0,-41 69 319 0 0,-63 133-1 0 0,39-66-1532 0 0,-10-7-5837 0 0,79-134 3109 0 0</inkml:trace>
  <inkml:trace contextRef="#ctx0" brushRef="#br0" timeOffset="1">339 59 21589 0 0,'0'-1'3972'0'0,"-3"8"-4274"0"0,0 4 303 0 0,1 0 0 0 0,1 0 0 0 0,-1 0 1 0 0,2 1-1 0 0,0-1 0 0 0,1 14 0 0 0,11 73 130 0 0,-12-95-136 0 0,35 189 273 0 0,-7-41-2372 0 0,-14-48-4423 0 0,-12-83 3527 0 0,-2-3-1996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3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20996 0 0,'0'0'6381'0'0,"5"0"-6578"0"0,30 5 50 0 0,0 0-1 0 0,51 16 0 0 0,-17-1-3234 0 0,-30-8-904 0 0,-15-6 324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3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24117 0 0,'2'5'336'0'0,"27"63"-785"0"0,-14-36 629 0 0,17 56 0 0 0,-20-37-83 0 0,-1 0 0 0 0,-4 1-1 0 0,-1 0 1 0 0,-3 0 0 0 0,-2 0 0 0 0,-10 94 0 0 0,3-102-322 0 0,-2 0 0 0 0,-3-1 0 0 0,-18 51 0 0 0,16-61-885 0 0,-1-1-1 0 0,-2 0 1 0 0,-1 0 0 0 0,-29 39 0 0 0,22-40-1582 0 0</inkml:trace>
  <inkml:trace contextRef="#ctx0" brushRef="#br0" timeOffset="1">248 534 27822 0 0,'0'0'172'0'0,"4"7"-645"0"0,7 11 458 0 0,-10-16 0 0 0,3 2-22 0 0,0-2 28 0 0,13 5 8 0 0,2-1 1 0 0,-1 0 0 0 0,1-2 0 0 0,0 0 0 0 0,30 2 0 0 0,106 1 39 0 0,-132-7-36 0 0,3 0-137 0 0,67 0-470 0 0,-33-4-4269 0 0,-47 1 2314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3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23701 0 0,'0'0'1744'0'0,"-4"5"-1102"0"0,0 6-687 0 0,2-1 0 0 0,-1 1-1 0 0,2 0 1 0 0,-1 0 0 0 0,2 0 0 0 0,-1 0 0 0 0,3 19-1 0 0,-2 21 54 0 0,-18 376-254 0 0,13-246-6117 0 0,6-140 3082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4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0 23981 0 0,'0'0'1100'0'0,"-5"5"402"0"0,-8 15-1624 0 0,1 1 0 0 0,0-1 0 0 0,2 2-1 0 0,0 0 1 0 0,-7 25 0 0 0,-7 13 78 0 0,-28 58 32 0 0,6-14-10 0 0,-41 131-1 0 0,84-225 38 0 0,0-1-1 0 0,1 1 0 0 0,0 0 1 0 0,0 0-1 0 0,1 0 0 0 0,0 0 1 0 0,1 0-1 0 0,0 0 0 0 0,1 0 1 0 0,2 13-1 0 0,-2-21 24 0 0,1 1 1 0 0,-1-1-1 0 0,1 1 1 0 0,0-1-1 0 0,0 0 1 0 0,0 0-1 0 0,0 0 1 0 0,0 0-1 0 0,0-1 1 0 0,0 1 0 0 0,1 0-1 0 0,-1-1 1 0 0,1 0-1 0 0,-1 1 1 0 0,1-1-1 0 0,-1 0 1 0 0,1 0-1 0 0,0-1 1 0 0,-1 1-1 0 0,1 0 1 0 0,0-1-1 0 0,0 0 1 0 0,0 1-1 0 0,5-2 1 0 0,7 2 164 0 0,0-2 1 0 0,0 0 0 0 0,17-3 0 0 0,-12 1-419 0 0,106-23 392 0 0,-66 4-2242 0 0,-50 17 557 0 0,0-1 0 0 0,0 1 0 0 0,13-12 0 0 0,-11 6-2479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4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0 376 21189 0 0,'0'0'5286'0'0,"5"3"-4905"0"0,8 3-314 0 0,0 0 0 0 0,1-1 0 0 0,0 0 0 0 0,0-1-1 0 0,0-1 1 0 0,0 0 0 0 0,28 2 0 0 0,108-3-470 0 0,-65-8-2873 0 0,-78 5 2306 0 0,1 0 0 0 0,0-1-1 0 0,-1 0 1 0 0,0-1 0 0 0,0 0-1 0 0,0 0 1 0 0,0 0 0 0 0,12-8-1 0 0,-2-3-5566 0 0</inkml:trace>
  <inkml:trace contextRef="#ctx0" brushRef="#br0" timeOffset="1">143 1 18252 0 0,'0'0'6623'0'0,"5"2"-5696"0"0,15 5-736 0 0,0-1 0 0 0,0 0 0 0 0,1-2 0 0 0,40 5 0 0 0,91-5-892 0 0,-75-13-3766 0 0,-54 4 1746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4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24445 0 0,'4'1'834'0'0,"72"23"-39"0"0,147 28-1 0 0,-132-34-2095 0 0,-77-15-283 0 0,0 0 1 0 0,0-1-1 0 0,1 0 1 0 0,23-1-1 0 0,-23-4-1734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1 22205 0 0,'-5'5'2148'0'0,"-4"10"-2162"0"0,0 1 0 0 0,1 0 0 0 0,0 1 0 0 0,2 0 0 0 0,0 0 0 0 0,-4 20 0 0 0,1-7 7 0 0,-71 211 17 0 0,-23 72 64 0 0,98-294-45 0 0,-15 57-65 0 0,19-71 102 0 0,0 1 0 0 0,1-1 0 0 0,0 1-1 0 0,-1-1 1 0 0,2 1 0 0 0,-1 0 0 0 0,1-1 0 0 0,0 1-1 0 0,0-1 1 0 0,0 1 0 0 0,3 5 0 0 0,-2-8 6 0 0,0 0 0 0 0,0 0 0 0 0,1 0 0 0 0,-1 0 0 0 0,1 0 0 0 0,0-1 0 0 0,-1 1 0 0 0,1-1 0 0 0,1 0 0 0 0,-1 0 0 0 0,0 0 0 0 0,0 0 0 0 0,1 0 0 0 0,-1-1 0 0 0,1 1 0 0 0,4 0 0 0 0,9 3 509 0 0,37 5 0 0 0,-47-8-437 0 0,63 7 601 0 0,76 1 1 0 0,-3-16-3636 0 0,-137 6 1850 0 0,0-1 1 0 0,0 0 0 0 0,-1 0-1 0 0,1-1 1 0 0,0 1 0 0 0,-1-1-1 0 0,1-1 1 0 0,7-3 0 0 0,1-3-3642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5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39 12883 0 0,'0'-1'12916'0'0,"-2"8"-13219"0"0,3 0 304 0 0,0 0 0 0 0,0-1-1 0 0,1 1 1 0 0,-1-1 0 0 0,1 1 0 0 0,1-1-1 0 0,-1 1 1 0 0,1-1 0 0 0,0 0 0 0 0,5 6-1 0 0,48 65-100 0 0,-11-15 127 0 0,-15-11-62 0 0,28 42-18 0 0,-50-82-514 0 0,0-1 0 0 0,1 1 0 0 0,0-1 0 0 0,1-1 0 0 0,19 15 0 0 0,-10-13-1753 0 0,-11-10-2172 0 0</inkml:trace>
  <inkml:trace contextRef="#ctx0" brushRef="#br0" timeOffset="1">315 5 21725 0 0,'-6'-1'3212'0'0,"2"0"-3200"0"0,1 0 0 0 0,-1 1 0 0 0,1-1 0 0 0,-1 1 0 0 0,0 0 0 0 0,1 0 0 0 0,-1 0 0 0 0,1 1 0 0 0,-1-1 0 0 0,0 1 0 0 0,1 0 0 0 0,0 0-1 0 0,-1 0 1 0 0,1 0 0 0 0,-4 2 0 0 0,-1 1-23 0 0,1 1-1 0 0,0 0 1 0 0,0 0-1 0 0,1 0 0 0 0,-1 0 1 0 0,-6 9-1 0 0,-5 8-68 0 0,0 1-1 0 0,2 0 1 0 0,-14 27-1 0 0,-38 84-1997 0 0,32-40-4414 0 0,28-68 2292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19500 0 0,'0'0'2937'0'0,"1"7"25"0"0,6 53-2785 0 0,-2 0 0 0 0,-4 66 1 0 0,-17 127 25 0 0,0 32-166 0 0,16-232-104 0 0,0 64-1197 0 0,7-41-2848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6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22845 0 0,'0'6'625'0'0,"-4"133"-865"0"0,4-32 367 0 0,-21 161-417 0 0,-1-155-4825 0 0,15-84 1878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6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22309 0 0,'0'0'1951'0'0,"5"0"-1096"0"0,-1 0-856 0 0,0 1-1 0 0,0 0 1 0 0,0 0 0 0 0,0 0 0 0 0,0 0 0 0 0,0 0-1 0 0,0 1 1 0 0,-1 0 0 0 0,1-1 0 0 0,0 1 0 0 0,-1 1 0 0 0,0-1-1 0 0,1 0 1 0 0,-1 1 0 0 0,3 3 0 0 0,12 12-35 0 0,22 26-1 0 0,-11-11-13 0 0,-8-12 96 0 0,-10-11-61 0 0,0 1 1 0 0,-1 0-1 0 0,0 1 1 0 0,0 0-1 0 0,11 20 1 0 0,-20-29-7 0 0,0-1 0 0 0,0 1 0 0 0,1 0 1 0 0,-1 0-1 0 0,-1 0 0 0 0,1 0 0 0 0,0 0 0 0 0,-1 0 1 0 0,0 0-1 0 0,1 0 0 0 0,-1 0 0 0 0,0 0 0 0 0,-1 0 0 0 0,1 0 1 0 0,-1 0-1 0 0,1 0 0 0 0,-1 0 0 0 0,0-1 0 0 0,0 1 0 0 0,0 0 1 0 0,0 0-1 0 0,0 0 0 0 0,-1-1 0 0 0,1 1 0 0 0,-1-1 0 0 0,0 1 1 0 0,0-1-1 0 0,0 0 0 0 0,0 0 0 0 0,0 0 0 0 0,0 0 1 0 0,-1 0-1 0 0,-4 3 0 0 0,-12 8 44 0 0,0-1 1 0 0,0-1-1 0 0,-2-1 0 0 0,1-1 1 0 0,-1 0-1 0 0,0-2 0 0 0,-37 9 1 0 0,56-16 194 0 0,-1 1 146 0 0,10 6-402 0 0,7 1 44 0 0,-1-1 0 0 0,1-1 0 0 0,0 0 0 0 0,18 4 1 0 0,-16-5-6 0 0,-1 0-1 0 0,0 1 1 0 0,0 1 0 0 0,0 0 0 0 0,15 10 0 0 0,-27-14 4 0 0,1 0 0 0 0,0 0 1 0 0,-1 1-1 0 0,1-1 0 0 0,-1 1 0 0 0,0 0 0 0 0,-1 0 0 0 0,1-1 0 0 0,0 2 1 0 0,-1-1-1 0 0,0 0 0 0 0,0 0 0 0 0,0 1 0 0 0,-1-1 0 0 0,0 1 0 0 0,1 0 1 0 0,-1-1-1 0 0,-1 1 0 0 0,1 0 0 0 0,-1 0 0 0 0,0-1 0 0 0,0 7 0 0 0,-2 1 56 0 0,0 0-1 0 0,0-1 1 0 0,-1 1-1 0 0,-1 0 1 0 0,0-1-1 0 0,0 0 1 0 0,-1 0-1 0 0,0 0 1 0 0,-1-1-1 0 0,-1 1 0 0 0,-11 13 1 0 0,7-10-305 0 0,-1 0 1 0 0,0-1-1 0 0,-1 0 0 0 0,-1-1 1 0 0,0-1-1 0 0,-31 20 0 0 0,10-18-3421 0 0,19-11 1053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19908 0 0,'0'0'2239'0'0,"5"3"-2216"0"0,4 5-1 0 0,-1 0 0 0 0,0 0 0 0 0,0 1 0 0 0,-1 0 1 0 0,0 1-1 0 0,-1-1 0 0 0,0 1 0 0 0,0 1 0 0 0,-1-1 0 0 0,-1 1 0 0 0,6 19 0 0 0,4 20 246 0 0,11 69-1 0 0,-18-82-136 0 0,0 12 37 0 0,-2 0 0 0 0,-3-1-1 0 0,-1 1 1 0 0,-8 65 0 0 0,-40 196 284 0 0,34-237-548 0 0,11-57-307 0 0,-1-1 0 0 0,-1 0 0 0 0,0 0 0 0 0,-1 0 0 0 0,-10 20 0 0 0,14-34-893 0 0</inkml:trace>
  <inkml:trace contextRef="#ctx0" brushRef="#br0" timeOffset="1">351 505 19132 0 0,'0'0'4417'0'0,"1"0"-3881"0"0,-1 0-704 0 0,1 1 64 0 0,23 29 32 0 0,-14-5-112 0 0,-7-11-88 0 0,0 0-256 0 0,-1-1-240 0 0,-2-1-88 0 0,0-2-1649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7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24965 0 0,'0'0'1157'0'0,"0"3"-1212"0"0,0 17 2 0 0,1-1 0 0 0,1-1 1 0 0,7 30-1 0 0,3 29 284 0 0,-7 12-232 0 0,-5 0 1 0 0,-16 133-1 0 0,-47 173-887 0 0,44-312-873 0 0,0-33-2563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7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20316 0 0,'-1'-5'326'0'0,"1"0"0"0"0,0 1 0 0 0,0-1 0 0 0,1 0 0 0 0,-1 1 0 0 0,3-9 0 0 0,-3 10-466 0 0,2 0 48 0 0,3 1 63 0 0,4-1 9 0 0,0 0 0 0 0,0 1 1 0 0,0-1-1 0 0,0 2 0 0 0,0-1 0 0 0,0 1 1 0 0,0 1-1 0 0,0 0 0 0 0,1 0 1 0 0,-1 0-1 0 0,0 1 0 0 0,12 3 0 0 0,20 6-108 0 0,57 20-1 0 0,-59-17 149 0 0,59 24 61 0 0,-86-32-57 0 0,0 1 0 0 0,0 1 0 0 0,-1 0 0 0 0,0 0-1 0 0,18 16 1 0 0,-27-21 29 0 0,1 1-1 0 0,-1 0 0 0 0,1 0 0 0 0,-1 0 0 0 0,0 1 0 0 0,0-1 0 0 0,0 0 0 0 0,-1 1 1 0 0,1-1-1 0 0,-1 1 0 0 0,0 0 0 0 0,0-1 0 0 0,0 1 0 0 0,0 0 0 0 0,-1 0 0 0 0,0 0 1 0 0,0-1-1 0 0,0 1 0 0 0,0 0 0 0 0,0 0 0 0 0,-1 0 0 0 0,1-1 0 0 0,-1 1 1 0 0,0 0-1 0 0,0 0 0 0 0,-1-1 0 0 0,1 1 0 0 0,-1-1 0 0 0,0 1 0 0 0,-3 4 0 0 0,-7 10 117 0 0,0 0-1 0 0,-1-1 1 0 0,-1-1-1 0 0,-20 18 0 0 0,25-25-134 0 0,-134 132-15 0 0,79-84-4501 0 0,53-48 1982 0 0</inkml:trace>
  <inkml:trace contextRef="#ctx0" brushRef="#br0" timeOffset="1">571 331 17860 0 0,'1'-1'5886'0'0,"-7"7"-4925"0"0,-11 15-853 0 0,1 1 0 0 0,1 0 1 0 0,1 1-1 0 0,-21 49 0 0 0,14-31 84 0 0,-15 33-84 0 0,-30 85-1 0 0,54-124-157 0 0,2 1 1 0 0,1 0-1 0 0,2 0 0 0 0,-5 70 1 0 0,11-100-149 0 0,1 1 1 0 0,1 0-1 0 0,-1 0 1 0 0,1 0-1 0 0,0 0 0 0 0,1-1 1 0 0,0 1-1 0 0,0 0 1 0 0,0-1-1 0 0,1 0 1 0 0,-1 1-1 0 0,2-1 1 0 0,5 8-1 0 0,-7-12 6 0 0,0 1 0 0 0,0-1 0 0 0,1 1-1 0 0,-1-1 1 0 0,1 0 0 0 0,-1 0 0 0 0,1-1 0 0 0,0 1-1 0 0,0 0 1 0 0,0-1 0 0 0,0 0 0 0 0,0 0 0 0 0,0 0 0 0 0,0 0-1 0 0,1 0 1 0 0,-1 0 0 0 0,0-1 0 0 0,0 0 0 0 0,1 0-1 0 0,-1 0 1 0 0,0 0 0 0 0,1 0 0 0 0,-1 0 0 0 0,0-1 0 0 0,0 0-1 0 0,1 1 1 0 0,-1-1 0 0 0,0-1 0 0 0,5-1 0 0 0,18-10-1873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8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20620 0 0,'-5'7'338'0'0,"-2"3"-234"0"0,1 0 1 0 0,0 0-1 0 0,1 1 0 0 0,0 0 1 0 0,0 0-1 0 0,1 0 1 0 0,-3 18-1 0 0,-15 95 239 0 0,11-55-190 0 0,-27 95 261 0 0,16-80-2962 0 0,22-80 1293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8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12715 0 0,'0'0'10958'0'0,"6"3"-10946"0"0,-3 0 43 0 0,15 7 162 0 0,0 2 1 0 0,25 20-1 0 0,-38-26-203 0 0,1-1-1 0 0,-1 1 1 0 0,0 0 0 0 0,0 0-1 0 0,0 1 1 0 0,-1 0 0 0 0,0-1-1 0 0,0 1 1 0 0,-1 1 0 0 0,0-1-1 0 0,2 8 1 0 0,-3-8-7 0 0,-1-1 0 0 0,0 0 0 0 0,0 1 0 0 0,-1-1 0 0 0,0 1 0 0 0,0 0 0 0 0,-1-1 0 0 0,1 1 0 0 0,-1-1 0 0 0,-1 0 0 0 0,1 1 0 0 0,-1-1 0 0 0,0 0 0 0 0,-1 0 0 0 0,0 0 0 0 0,1 0 0 0 0,-2 0 0 0 0,1-1 0 0 0,-8 10 0 0 0,-5 5-58 0 0,-2-2 0 0 0,0 0 0 0 0,-34 26 0 0 0,43-36 94 0 0,8-7-33 0 0,0 0 1 0 0,0 0 0 0 0,0 0-1 0 0,0 0 1 0 0,0 0 0 0 0,0 0-1 0 0,1 0 1 0 0,-1 0 0 0 0,0 1 0 0 0,1-1-1 0 0,-1 0 1 0 0,1 0 0 0 0,-1 1-1 0 0,1-1 1 0 0,0 0 0 0 0,-1 3-1 0 0,0 0 9 0 0,-1 0 14 0 0,9 2 76 0 0,11 5-74 0 0,1-1-1 0 0,1 0 1 0 0,0-1-1 0 0,23 6 0 0 0,-36-13-26 0 0,0 1 0 0 0,-1-1 0 0 0,1 2 0 0 0,-1-1 0 0 0,1 1-1 0 0,-1-1 1 0 0,0 2 0 0 0,0-1 0 0 0,-1 1 0 0 0,6 5-1 0 0,-9-8-4 0 0,0 1 0 0 0,0 0 0 0 0,0 0 0 0 0,0 0-1 0 0,-1 0 1 0 0,1 0 0 0 0,-1 0 0 0 0,0 0 0 0 0,0 1-1 0 0,0-1 1 0 0,0 0 0 0 0,-1 1 0 0 0,1-1 0 0 0,-1 0 0 0 0,0 1-1 0 0,0-1 1 0 0,0 1 0 0 0,0-1 0 0 0,-1 0 0 0 0,1 1-1 0 0,-1-1 1 0 0,0 0 0 0 0,-2 5 0 0 0,-6 16-35 0 0,-2-1 1 0 0,-1 0 0 0 0,-1-1 0 0 0,0 0-1 0 0,-2-1 1 0 0,0 0 0 0 0,-2-2-1 0 0,0 0 1 0 0,-1 0 0 0 0,-24 18 0 0 0,36-32-366 0 0,-1-1 0 0 0,1 0 0 0 0,0 0 0 0 0,-1 0 0 0 0,-12 4 0 0 0,16-7-200 0 0,-1 0 0 0 0,1 0 0 0 0,-1-1 0 0 0,1 1 0 0 0,-1-1 1 0 0,1 1-1 0 0,-1-1 0 0 0,-6-1 0 0 0,-4-2-2865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4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22141 0 0,'0'0'1357'0'0,"6"-1"-950"0"0,-4 1-436 0 0,0 0 0 0 0,0 0 0 0 0,0 0 0 0 0,0 1 0 0 0,0-1 0 0 0,0 0-1 0 0,0 1 1 0 0,0-1 0 0 0,0 1 0 0 0,0 0 0 0 0,-1 0 0 0 0,1 0 0 0 0,0 0 0 0 0,0 0 0 0 0,-1 0 0 0 0,1 0 0 0 0,2 2-1 0 0,-1 1 6 0 0,0-1-1 0 0,0 1 0 0 0,0 0 1 0 0,0 0-1 0 0,-1 0 0 0 0,0 0 1 0 0,3 7-1 0 0,2 9 45 0 0,-1 0-1 0 0,6 37 1 0 0,-9-41-7 0 0,10 72 289 0 0,2 137 1 0 0,-9-110-206 0 0,-5 172 415 0 0,-5-232-1185 0 0,-3 0 0 0 0,-2 0 0 0 0,-20 64 0 0 0,10-60-2685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8T16:18:55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3961,'0'0'4017,"0"0"-4137,0-1-152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55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10506 0 0,'0'0'2337'0'0,"1"9"-2693"0"0,5 8 376 0 0,-5-12 297 0 0,5 0 1558 0 0,10 11-1423 0 0,-14-14-309 0 0,-1-1-1 0 0,0 1 1 0 0,1-1-1 0 0,0 1 0 0 0,-1-1 1 0 0,1 0-1 0 0,0 0 1 0 0,0 0-1 0 0,-1 0 1 0 0,1 0-1 0 0,0 0 1 0 0,3 0-1 0 0,1 1 35 0 0,10 5 338 0 0,-1-1 1 0 0,1-1 0 0 0,-1-1 0 0 0,2 0 0 0 0,21 2 0 0 0,-38-5-516 0 0,148 11 289 0 0,-32-4-294 0 0,70 7 581 0 0,76 10 827 0 0,-220-18-1353 0 0,-2-1 163 0 0,-1 2 1 0 0,50 16-1 0 0,-8 3-1264 0 0,-77-25 87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5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19444 0 0,'0'0'2579'0'0,"7"1"-2801"0"0,24 3 242 0 0,0-2 1 0 0,34-1 0 0 0,-32-2 319 0 0,0 2 0 0 0,39 6 1 0 0,-56 2 59 0 0,-16-9-396 0 0,0 1 1 0 0,1-1 0 0 0,-1 0-1 0 0,1 1 1 0 0,-1-1 0 0 0,0 1-1 0 0,1-1 1 0 0,-1 0 0 0 0,1 1-1 0 0,-1-1 1 0 0,1 0 0 0 0,-1 0-1 0 0,1 1 1 0 0,0-1 0 0 0,-1 0-1 0 0,1 0 1 0 0,-1 0 0 0 0,1 0-1 0 0,-1 0 1 0 0,1 0 0 0 0,0 0-1 0 0,-1 0 1 0 0,1 0 0 0 0,-1 6 271 0 0,0-3-305 0 0,-1 0-1 0 0,1 0 1 0 0,-1 0 0 0 0,0 0 0 0 0,0 0 0 0 0,0-1 0 0 0,-1 1 0 0 0,1 0-1 0 0,0-1 1 0 0,-1 1 0 0 0,0 0 0 0 0,0-1 0 0 0,0 0 0 0 0,0 1-1 0 0,0-1 1 0 0,0 0 0 0 0,0 0 0 0 0,-1 0 0 0 0,1-1 0 0 0,-5 3 0 0 0,-152 97 138 0 0,154-97-128 0 0,1 0-1 0 0,0 1 1 0 0,0-1 0 0 0,1 1 0 0 0,-7 11 0 0 0,10-16 23 0 0,-2 4-106 0 0,7 2-124 0 0,0-2 235 0 0,0 0-1 0 0,1-1 0 0 0,-1 1 1 0 0,1-1-1 0 0,0 0 0 0 0,0-1 1 0 0,0 1-1 0 0,1-1 1 0 0,-1 0-1 0 0,0-1 0 0 0,1 1 1 0 0,-1-1-1 0 0,8 0 1 0 0,14 1-770 0 0,0-2 1 0 0,0 0-1 0 0,0-2 1 0 0,0-1 0 0 0,0-2-1 0 0,37-10 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57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 13251 0 0,'-1'1'7449'0'0,"-1"-1"-5756"0"0,6 5-1233 0 0,4-2-392 0 0,1 1 1 0 0,0-2-1 0 0,0 1 1 0 0,0-1-1 0 0,0 0 0 0 0,0-1 1 0 0,0 0-1 0 0,14 0 1 0 0,86-7 692 0 0,-67 2-422 0 0,68-6 321 0 0,63-3-256 0 0,-120 14-1252 0 0,-6 3-6867 0 0,-43-4 10369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57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21757 0 0,'0'0'867'0'0,"-4"6"349"0"0,1-2-1263 0 0,1-1-1 0 0,0 1 1 0 0,0 0 0 0 0,0 0 0 0 0,0 0 0 0 0,1 0-1 0 0,0 0 1 0 0,0 0 0 0 0,0 0 0 0 0,0 0-1 0 0,0 0 1 0 0,1 1 0 0 0,0-1 0 0 0,0 0 0 0 0,0 0-1 0 0,0 0 1 0 0,1 1 0 0 0,0-1 0 0 0,1 5 0 0 0,7 9-39 0 0,-7-14 1 0 0,3 1-99 0 0,12 10 177 0 0,-13-11 19 0 0,-7-4 45 0 0,29 20-46 0 0,-9-6-25 0 0,-14-11 6 0 0,40 41-9 0 0,-22-21 49 0 0,-20-22-18 0 0,1 1 0 0 0,-1-1-1 0 0,1 1 1 0 0,-1-1 0 0 0,0 1-1 0 0,0 0 1 0 0,0-1-1 0 0,0 1 1 0 0,0 0 0 0 0,0 0-1 0 0,-1 0 1 0 0,1 0-1 0 0,0 2 1 0 0,1 2 13 0 0,-1-4-13 0 0,0 1 0 0 0,0-1-1 0 0,0 0 1 0 0,-1 1 0 0 0,1-1 0 0 0,-1 0 0 0 0,0 1-1 0 0,1-1 1 0 0,-1 1 0 0 0,0-1 0 0 0,0 0 0 0 0,0 1 0 0 0,-1-1-1 0 0,1 1 1 0 0,-2 3 0 0 0,1 3 65 0 0,-2 2-64 0 0,1-1 0 0 0,-2 1-1 0 0,1-1 1 0 0,-1 0 0 0 0,-1 0 0 0 0,0-1 0 0 0,0 1 0 0 0,-1-1 0 0 0,0 0-1 0 0,0-1 1 0 0,-1 1 0 0 0,-1-1 0 0 0,1-1 0 0 0,-1 1 0 0 0,0-1-1 0 0,-14 9 1 0 0,14-11-507 0 0,-1 0-1 0 0,0 0 0 0 0,0-1 1 0 0,0 0-1 0 0,0 0 0 0 0,-1-1 0 0 0,0 0 1 0 0,1-1-1 0 0,-1 0 0 0 0,0 0 1 0 0,-11-1-1 0 0,-1-1-1545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16:18:57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20812 0 0,'0'0'2160'0'0,"6"1"-1338"0"0,31 1-731 0 0,1-1 0 0 0,-1-2 0 0 0,39-5 0 0 0,-8 2-887 0 0,-23 7-3707 0 0,-31-2 335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6:19:26.05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13788" units="cm"/>
          <inkml:channel name="Y" type="integer" max="8616" units="cm"/>
          <inkml:channel name="T" type="integer" max="2.14748E9" units="dev"/>
        </inkml:traceFormat>
        <inkml:channelProperties>
          <inkml:channelProperty channel="X" name="resolution" value="400" units="1/cm"/>
          <inkml:channelProperty channel="Y" name="resolution" value="400" units="1/cm"/>
          <inkml:channelProperty channel="T" name="resolution" value="1" units="1/dev"/>
        </inkml:channelProperties>
      </inkml:inkSource>
      <inkml:timestamp xml:id="ts1" timeString="2023-03-28T16:19:27.158"/>
    </inkml:context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5024 7381 2810 0,'-1'0'191'0,"1"0"-66"0,-1 0 89 15,-16 4-210-15,17-4-16 0,0 0-27 0,0 0 24 16,0 0-9-16,0 1 18 0,0-1-9 0,0 1-7 0,-13 20 2 16,13-21-4-16,-5 16 0 0,3-5-4 0,-1 1 4 15,0 4-2-15,1 1 22 0,-3 2 2 0,1 1 2 16,-1 2 0 0,0 1 10-16,0 1 11 0,1 1-1 0,0 0 4 0,1 0 4 0,-2-1 0 0,3 0 0 0,-1 0-2 31,2-1-9-31,0-1 0 0,0 2-2 0,0-2 1 15,1 0 0-15,2-1-14 0,-2-1 3 0,2 0-5 16,-1-1 1-16,1-2-1 0,0 1 1 0,-1-2-1 16,1 0 0-16,0-1-7 0,-1-1 1 0,1-1-4 15,-2-2-15-15,0-1-128 0,3-2 1 0,-2-1-54 16,-1-7-83-16,0 1-143 0,1-1-132 0</inkml:trace>
  <inkml:trace contextRef="#ctx0" brushRef="#br0" timeOffset="533.22">5391 7274 2947 0,'0'0'164'0,"0"0"-106"16,0 0 21-16,0 0-58 0,0 0-46 0,0 0 20 0,0 1-8 15,0-1 13-15,9 17-3 0,-9-17-9 0,0 1-4 0,0-1-2 16,-2 21-21-16,0-14-12 0,-1 2 7 0,1-1-4 31,0 0 38-31,-1 0 10 0,2-1 0 0,-1 1 3 16,0-2-1-16,0 0-2 0,1-1 3 0,0 0-3 15,1-5 9-15,0 1 3 0,0-1 1 0,-3 18 0 0,3-18-3 16,0 0-2-16,0 1 1 0,0-1-2 0,-1 18 4 16,1-18-2-16,0 0 0 0,0 1 0 0,2 19-5 0,-2-20-2 15,0 1-1-15,0 23 1 0,-1-14-2 0,0 1 7 16,-1 0-6-16,0 2 8 0,1 1 9 0,-1 2-3 15,1 2 8-15,0 0-7 0,-1 1 3 0,1-1-4 16,1 0 1-16,0-1-3 0,1 0-3 0,1-2-6 16,0 0-1-16,1-2-1 0,1 0 0 0,1-1-3 15,0 0 0-15,1 0-3 0,0 0 1 0,0-2-4 0,1 0 2 16,-1-1-2 0,1-1 8-16,0-1 3 0,3 0 3 0,-1-1-2 15,2 0-1-15,-1 0 7 0,1 0-2 0,-2-1 3 16,1 1-5-16,0 0 2 0,-1-1-4 0,-1 1 3 15,0-1-3-15,0 1-1 0,0 0-3 0,-2-1 2 16,1 1-2-16,-2 0-3 0,0 0 2 0,-1-1-3 16,0 1 7-16,-3 0 5 0,-1-6 7 0,0 0-1 15,0 1 12-15,-3 20-11 0,-2-13-3 0,-1 1-3 0,-3 0-7 16,-2 1-9-16,-2 0 2 0,-1-1-6 0,-1 0 12 16,-2-2-20-16,0-2 5 0,-1-2-14 0,0 0-23 0,1-3-34 15,-1-2-29-15,-1-2-7 0,1-4-158 0,-3-5-230 16</inkml:trace>
  <inkml:trace contextRef="#ctx0" brushRef="#br0" timeOffset="700.26">5385 7418 3031 0,'0'0'110'0,"1"0"42"0,16-3-129 15,-7 3 4-15,1-1 4 0,3 1 1 16,-1 0 25-16,1 1-36 0,-2 0 2 0,-1 1-14 15,-2 0-7-15,-2 0 0 0,0 0-16 0,-1 0-4 16,-6-2-151-16,1 0-211 0,-1 0-64 0</inkml:trace>
  <inkml:trace contextRef="#ctx1" brushRef="#br0">1688 8030 0,'0'0'0,"0"0"0,0 0 15,0 0 1,0 0-16,11 6 16,-11-5-16,0-1 15</inkml:trace>
  <inkml:trace contextRef="#ctx0" brushRef="#br1" timeOffset="7732.9">5034 7323 1896 0,'0'0'113'0,"-1"0"-1"0,0 0 2 0,-16-8-33 0,17 8-46 16,0 0 9-16,0 0-8 0,-1 0 16 0,1 0-3 16,-1 0 8-16,-15 0 1 0,16 0 1 0,0 0-8 0,0 0-17 15,-1 1 6-15,-10 17-7 0,11-18 10 0,0 0-3 16,-6 23 1-16,4-13-1 0,0 1-1 0,-1 1-4 15,1 1 3-15,-1 2-3 0,1 1 4 0,0 1-8 16,0 0-1-16,1 3-2 16,-1 0-8-16,0 0-3 0,0 3-4 0,1 1-1 0,1 2-11 0,-1 3-1 15,1 0 2-15,0 0-1 0,0 1 1 0,-1-1 2 16,1 3 0-16,0 1 1 0,-1 0-2 0,0-1 12 0,0 0-4 16,0-2 8-16,1 0 6 0,0-2 5 0,0-1-1 15,-1 0 2 1,0-2-9-16,1-2-10 0,0-1 2 0,0-4-4 0,0-1-5 0,1-4 1 0,0-1-5 0,1-1 3 15,-1-2-4-15,2-1-19 0,-2-1-5 0,2-2-8 32,-3-5-49-32,0 1-79 0,0-1-3 0,0 1-35 15,0-1-85-15,0 1-81 0,1-1-82 0</inkml:trace>
  <inkml:trace contextRef="#ctx0" brushRef="#br1" timeOffset="8299.48">5474 7170 3032 0,'-6'-1'127'0,"-1"0"77"15,1 1-153-15,-1 1-49 0,0 0 1 0,2 1-16 0,-2 1 8 16,3 2-7-16,-2 1 5 0,1 2-6 16,0 2 4-16,-1 2 0 0,1 2 2 0,0 0-1 15,2 3 8-15,1-3 2 0,0 2 0 0,0-1 0 16,1 0 5-16,1 1 9 0,0 0-3 0,-1 1 5 16,2-1 4-16,-1 1-8 0,1-1 3 0,0 1-6 15,0-1-2-15,1 0-2 0,0 1-2 0,0-2 0 0,2 1-2 16,-2 0-4-16,1 0 2 0,0 2-2 0,-1 0-1 15,1 1 7-15,-1 0-5 0,2 0 6 0,1-1-11 0,1-1 7 16,-1 1-2-16,2-2 3 0,1 0-4 0,0 0-2 16,1-2 1-16,1 2-1 15,-1-1 3-15,0 0 3 0,0 0 4 0,0-1-2 16,0 0 2-16,1-2 8 0,0 0-7 0,2-1 7 0,-1 0-3 0,1-1-1 16,0-1 0-16,-2 0-1 0,0-1-1 0,0 0-4 0,0 0 4 15,-1-1-3-15,-1 1 11 0,1-1-13 0,-1 0 4 16,0 1-7-1,0 0 9-15,-1 0-5 0,-1 0 5 0,-1-1-4 16,-1 0 4-16,-1 0-2 0,1 0-1 0,-3-1-1 16,1 0 1-16,-2 0-1 0,-2 0 3 0,-1 0-1 15,0 2 5-15,-4-1-15 0,-3 1 1 0,-2 0-6 16,-3 0 6-16,-2 1-23 0,0-1 3 0,-3 0-12 16,-1-1-13-16,-4-3-12 0,-1-1-8 0,-1-1-1 15,-1-2-43-15,0-1-55 0,1-2-6 0,0-3-22 0,2-2-85 16,-1-7 868-16</inkml:trace>
  <inkml:trace contextRef="#ctx0" brushRef="#br1" timeOffset="8548.44">5371 7477 1985 0,'0'0'335'0,"0"0"-69"15,0 0 20-15,0 0-125 16,22-10-137-16,-10 6 13 0,3 0 11 0,4 0 2 0,2 0 32 0,3 0-43 0,1 1 2 15,-1-1-14-15,2 2 10 0,-1-1 5 0,1 1-4 32,-2 0 2-32,1 1-9 0,-1 0 10 0,1 1-7 0,-1 0 6 15,-2 0-24-15,-3 0-3 0,-1 1 2 0,-2 0-4 16,-1 0-9-16,-3 1 3 0,-2-1-2 0,-1 1 2 16,0 0-9-16,-4 0-51 0,2 0-12 0,-1 0-19 15,-1 0-87-15,-5-2-129 0,1 0-23 0,0 0-67 16,17 5-391-16</inkml:trace>
  <inkml:trace contextRef="#ctx0" brushRef="#br1" timeOffset="9067.14">6484 7715 2888 0,'0'0'144'0,"0"0"82"0,0 0-110 0,-1-1-82 15,-18-10 1-15,19 11-27 0,0 0-2 16,-1-1-1-16,1 1-2 0,-20-11 0 0,20 11-4 0,0 0-14 16,-17 2 7-16,17-2-8 15,-15 7 16-15,5-2-4 0,2 1 0 16,-2-1-2-16,2 1 3 0,1-1 5 0,2-1 3 0,5-4 3 0,0 0 20 0,0 0 2 15,0 0 2 1,0 0-1-16,0 0 4 0,0 0 7 0,1 0-1 16,23-7 3-16,-15 2 5 0,4 0-3 0,-3 0 5 15,2-1-3-15,-2 0-5 0,-1 0-6 0,0 1-4 0,-2 0 1 16,-1 2-17-16,-1 0-6 0,-5 3-3 0,0 0 1 16,1 0-9-16,0 0 0 0,-1 0 0 0,0 0 0 15,0 0 0-15,1 0 0 0,-1 0 0 0,0 0 0 16,0 0 0-16,0 0-20 0,0 0-8 0,0 0-9 15,-1 0-74-15,-14 0-140 0,15 0-43 0,-1 0-58 0,-20 5-398 16</inkml:trace>
  <inkml:trace contextRef="#ctx0" brushRef="#br1" timeOffset="9915.27">8523 7826 3092 0,'0'0'105'16,"0"0"-41"-16,0 0 48 0,0 0-150 0,0 0 9 15,23 1-14-15,-9 1 53 0,1 0 6 0,0 0-8 16,2 0 10-16,0 1-5 0,0 1 7 0,1 0 1 15,-1 0-1-15,0 1 1 0,3 0-2 0,-2 0-7 0,1 0 6 16,1 0-7-16,-2 0 6 0,1 1-15 0,-1-1 4 16,-2 0-1-16,0-1 2 0,0 1-5 0,-1-1 2 15,-1 0-4-15,-2 0 3 0,-1-1-11 0,1 1-16 16,0-1-10-16,-2 0-4 0,1-1-51 0,-3-1-47 16,1 0-4-16,-2-2-21 0,1 1-83 0,-1-1-130 15,-2-3-101-15</inkml:trace>
  <inkml:trace contextRef="#ctx0" brushRef="#br1" timeOffset="10167.39">9022 7546 2485 0,'0'0'423'0,"0"0"-222"0,0 0 6 15,0 0-68-15,-1 0-109 0,1 0-13 0,-1 0-3 0,1 0-1 16,-16-1-2-16,16 1-9 0,0 0 2 0,-6 18-4 0,3-8 0 15,0 3 0-15,0 3-2 0,-1 2 1 0,0 2-8 16,-2 4 8-16,1 1 1 0,0 1 1 0,0 2 10 16,-1 2-4-16,2 2 2 0,-2 0-3 0,1 1 8 0,0-2 0 15,0-1-3-15,1 0 2 0,1 0-11 0,-1-2-3 16,0 0 2-16,1-2-3 0,0-1 1 0,0-2-41 16,2-2-4-16,1-1-17 0,0-2-54 0,1 1-52 15,1-3-8 1,0 1-20-16,1-2-81 0,2-1-195 0</inkml:trace>
  <inkml:trace contextRef="#ctx0" brushRef="#br1" timeOffset="12700.47">12048 7375 2311 0,'0'0'138'15,"0"0"-17"-15,0 0 1 0,0 0-41 0,0 0-56 0,0 0-17 16,1 0 7-16,0 0-9 0,17 6 5 0,-18-6-9 15,0 0 3-15,1 0-4 0,17 9 5 0,-18-9-4 16,0 0-4-16,0 0 0 0,20 11-7 0,-20-11 8 0,1 0 1 16,15 11 1-16,-16-11 4 0,1 0-4 0,15 11 2 15,-16-11-3-15,1 1 4 0,-1-1 5 0,21 17-3 16,-21-17 4-16,1 1 9 0,-1-1-8 0,15 18 7 16,-15-18-9-1,0 0-5-15,0 1 0 0,12 18 0 0,-12-19 2 16,0 1 5-16,0-1-11 0,0 19 1 0,0-19-3 15,0 1 4-15,-9 16-4 0,9-17-2 0,-13 13 0 0,6-5 4 0,-1 0 0 16,1 1 8-16,-1-2-4 16,1-1 5-16,-1 1-9 0,1-1 3 0,2 0-3 0,-1-1 6 15,2-1-2-15,4-4 4 0,-1 1-2 0,0-1 4 16,1 1 0-16,0-1-8 0,-1 1 6 0,-11 16-6 0,12-17 0 16,0 0 3-16,0 0-2 0,0 0 2 15,0 1-7-15,0-1 2 0,1 0-3 0,18 12 3 0,-19-12-6 16,0 0 1-16,22 5-4 0,-12-5 7 0,2 0 2 15,1 0-4-15,2 0 4 0,0 0 0 0,-1 0-1 16,1 0 4-16,-1 0-3 0,0 0 1 0,0 1 5 16,-1 0-5-16,-1 1 5 0,-1 0 3 0,-3 0 9 0,1 2-2 15,-3-1 4-15,1 2-5 0,-2-1 4 16,-2 0 1-16,0 1 1 16,-1 1-2-16,-2 0-5 0,0 0-4 0,0 0 1 0,-3 0 3 0,-1 1-7 0,0 1 2 15,-3 1-6 1,0 0-3-16,-4 0-22 0,0-1-2 0,-2 1-12 15,-1 0-49-15,-1 0-53 0,-1 0-15 0,-2 1-19 0,1-1-116 16,-4-1-357-16</inkml:trace>
  <inkml:trace contextRef="#ctx0" brushRef="#br1" timeOffset="13085.27">11736 7920 2658 0,'0'0'174'0,"0"0"-113"16,0 0-19-16,0 0-17 0,0 0 1 0,0 0-3 16,0 0 4-16,1 0-4 0,18 5-3 0,-19-5-1 0,17 4-5 15,-5-4 2 1,1 2-6-16,2-1 4 0,0 0 1 0,2 0 0 0,2-1-2 0,1-1-2 0,0 2 0 0,1-2 1 31,0 1 11-31,1 0 12 0,0-1-2 0,2 1 4 16,0 1-8-16,0 0 9 0,1 0 1 0,-1 1 2 15,-1 0-3-15,0 2-9 0,0-1-4 0,-1 1-2 16,0 0-12-16,0-1-5 0,0 0 0 0,1 2-3 16,-1 0 0-16,-1 0 0 0,0 1 1 0,-2-1-1 0,0 0-8 15,-1 0 5-15,-2 0 0 0,1 0 1 0,-2 0-12 0,0 0-9 16,-1-1-6-16,-1 0 1 0,-1 0-14 0,-1-1-21 15,1 1-1-15,-3 0-11 0,0-1-41 0,-1 0-52 16,-1-1-10-16,0 1-21 0,-2-2-109 0,-5-1 943 16</inkml:trace>
  <inkml:trace contextRef="#ctx0" brushRef="#br1" timeOffset="13611.49">12196 8134 1130 0,'0'0'1511'0,"0"1"-1098"0,0-1-242 0,0 1-123 0,-2 15-12 16,2-16-15-16,0 0 4 0,0 0-9 15,0 1-3-15,0-1-12 0,-1 18 1 0,1-18-3 0,0 0-1 0,0 1 2 16,0-1 0-16,6 19 0 0,-6-19-4 0,0 1 6 16,2 15 0-16,-2-16 3 0,0 1-8 0,6 15 2 15,-6-16 1-15,0 0 1 16,5 17 3-16,-5-17 2 0,1 1-3 0,11 17 3 16,-12-18 1-16,1 0-5 0,14 17 3 0,-15-17-5 15,1 0 0-15,19 17 2 0,-12-12-2 0,0 1 3 0,1 0-3 0,0 0 2 16,-2 0-3-16,2 0 2 15,-1 0-3-15,0 2-1 0,0-1 1 0,0 0 0 16,-1 1 3-16,0-1-1 0,0-1 1 0,0 2-1 16,0-1 6-16,0 1-6 0,-2 1 5 0,1-2-5 15,0 1 0-15,-2 1 1 0,0-1-1 0,-2-1 1 0,0 0 0 16,0-1 8-16,-1 1-6 0,0-1 7 16,-1 1-11-16,-1 0-3 0,-2-1 4 0,1 1-2 15,-1 0 4-15,-1-2-4 0,0 2-1 0,-2-2-2 0,1 0 1 16,-3 1 0-16,2-2-2 0,-2 0 1 15,0 0-3-15,0-2-12 0,-2 1 4 0,-1-2-7 0,0-1-4 0,-4 0-22 16,0-2-7-16,-2-2-9 0,-1 0-61 16,-1-2-72-16,0-3-5 0,0 0-28 0,0-2-79 15</inkml:trace>
  <inkml:trace contextRef="#ctx0" brushRef="#br1" timeOffset="13849.26">12240 8107 2648 0,'0'0'451'0,"0"0"-304"0,0 0 8 0,0 0-103 0,0 1 9 16,1-1-14-16,-1 0-6 0,0 1-4 16,20 15-28-16,-20-16-1 0,1 1-1 0,16 10 1 15,-9-7-8-15,3-1-2 0,-1 1 0 0,2-2-2 0,-1 2-4 16,0-1 8-16,0 0-3 0,1 1 3 0,-1-2-1 15,0 0 3-15,-1 1-1 0,-1-1 1 0,0 1-26 16,-1-1-61-16,0 1-24 0,-3-2-20 0,-5-1-173 0,1 0-377 16</inkml:trace>
  <inkml:trace contextRef="#ctx0" brushRef="#br1" timeOffset="15749.02">11122 7208 2391 0,'0'0'88'0,"0"0"-39"16,0 0-5-1,0 0-44-15,0 0-27 0,0 0-127 0,-1 0-22 0,1 0-52 16,-1 0-341-16</inkml:trace>
  <inkml:trace contextRef="#ctx0" brushRef="#br1" timeOffset="24749.38">8978 7946 1678 0,'0'0'184'0,"0"0"-49"16,0 0 84-16,0 0-155 0,0 0-13 0,0-1-28 0,0 1-10 15,0-1 8-15,0 1-7 0,0-1 6 0,0 1-11 16,0 0 0-16,0 0-4 0,0 0 0 0,0 0 2 16,0 0 0-16,1 0 0 0,-1 1-4 0,0-1 26 15,16 17-6-15,-16-17 12 0,0 0-10 0,0 0-1 16,22 7 8-16,-22-7-4 0,1 0 21 0,22-1 5 0,-13 0-2 16,1-1 2-16,-2-1 1 0,1 2-7 0,0 0 1 15,-2 1-3 1,0-1 2-16,1 1-4 0,-1 0-1 0,0 0-3 15,-1 1-16-15,0 0-7 0,-2-1-2 0,2 1 0 16,-1 0-2-16,0 0-2 0,0 1 0 0,0 0-2 0,0-2-7 0,-6 0-1 16,1 0 1-16,-1 0-1 15,18 6 0-15,-18-6-18 0,0 0-18 0,0 0-6 16,1 0-108-16,-1 0-146 0,1 0-34 0</inkml:trace>
  <inkml:trace contextRef="#ctx0" brushRef="#br1" timeOffset="26532.22">9719 7588 2261 0,'0'0'359'0,"0"0"-124"0,0 0 175 16,0 0-338-16,-1 0-21 0,1 0-27 0,-1 0-12 0,1 0-3 15,0 0 2-15,-1 0-15 0,0 0 3 0,-6 17-2 16,7-8 3-16,0 3 0 0,0 1 2 0,-1 1-2 15,0 4 3 1,0 1 1-16,-2 2 5 0,0 0-1 0,1 2 3 16,-2 0-3-16,1 0-1 0,0 2 1 0,-1-1-2 15,1 0-2-15,0-1 2 0,1 1-2 0,-1-1 2 16,0 0-10-16,1 1-12 0,-1-2-12 0,1-1-3 16,-1 0-81-16,1-2-62 0,0-1-8 0,0-3-21 15,1-2-72-15,1-4-208 0</inkml:trace>
  <inkml:trace contextRef="#ctx0" brushRef="#br1" timeOffset="26985.6">9922 7578 1846 0,'0'0'898'0,"0"0"-629"16,0 0-125-16,0 0-91 0,0 0-43 0,0 0 4 0,1 0-1 15,0 0 1-15,19 11 2 0,-13-5-11 0,2-1 7 0,1 0-8 32,1 1 7-32,2 0-2 0,0 0-1 0,1 0 0 15,2 0 4-15,-1 0 6 0,0 0 5 0,0 0-1 16,-2 0 1-16,0 0-8 0,-1 0-3 0,-1 0 0 16,-2 1-1-16,-2 0-6 0,-1 0 3 0,-1-1-5 15,-1 1 3-15,-2 0-7 0,-1-3-9 0,-2 4-2 16,-1-1-43-16,-3 1 12 0,-3 3-4 0,-3 1 6 0,-3 0-10 15,-4 3 17-15,-4 0-2 0,-3 1 11 0,1 0 18 0,0-1 11 16,0 1 3-16,5-2 3 0,1 0 16 0,4-2 2 16,2-1-4-16,1-1 2 0,2-2-5 0,2 0-1 15,2-3 6 1,1 1-5-16,1 0 3 0,3-6-3 0,0 0-8 16,1 16 3-16,-1-16-12 0,0 0 5 0,0 1 1 0,20 19 0 0,-12-15-8 0,2 0 0 15,0 0-1-15,2 0 1 0,1-1-2 0,2 0 3 16,-1-1-2-16,2 0 1 0,-3 0-4 0,1-2 1 15,1 1-3-15,0 0 2 16,0-1-2-16,0 1 3 0,-3-1-3 16,-2-1-1-16,1 1-25 0,-2-1-110 0,-1 1-8 0,0 0-47 15,-1-1-136-15,-1 0-378 0</inkml:trace>
  <inkml:trace contextRef="#ctx0" brushRef="#br1" timeOffset="27415.91">10253 7918 1906 0,'0'0'308'0,"0"0"153"0,0 0 137 0,0 0-414 16,0 0-110-16,0 0-39 0,0 1 1 0,0-1-12 0,1 1 14 16,0-1-14-16,17 16-1 0,-18-16-5 0,0 1-8 0,0-1-1 15,14 18 3-15,-14-18-3 0,0 0 2 0,1 1-8 16,14 21 1-16,-15-22-4 0,0 1-13 0,2 16-29 16,-2-17-9-16,0 0-9 0,0 0-55 0,0 1-67 15,-4 15-21-15,4-16-25 16,0 0-154-16</inkml:trace>
  <inkml:trace contextRef="#ctx0" brushRef="#br1" timeOffset="27849.81">10595 7655 2942 0,'0'0'122'0,"0"0"128"16,0 0-233-16,0 0-18 0,0 1-1 0,0-1-7 16,3 17 0-16,-3-17 6 0,1 16-2 0,-3-6 3 0,1 0 3 15,-1 2 0-15,0 0 7 0,0 0-5 0,1 1 4 16,-1 0 1-16,0-1-5 0,1 1 3 0,-1 1-5 0,1-2 3 16,0 2-2-16,0 0 2 0,-1-1-2 0,1 0 13 15,0-1 2-15,1 1 3 0,0 0-2 0,2-1-9 16,0 0-1-16,0-2-1 0,2 0-3 15,1 0 3-15,0 0-6 16,2 0 6-16,1 1-13 0,0-2 7 0,1 0-3 16,0 0 4-16,1 0-6 0,0-2 0 0,0 1 4 15,0-1-2-15,0 0 7 0,0 1-6 0,0 0 2 16,1-1-3-16,-1 1 2 0,-1 1 4 16,-1-1-4-16,-1 2 7 0,0-2-4 0,-2 0 1 0,1 1 4 0,-2-1-3 15,0 0 2-15,-1 0 3 0,-2 1-1 0,-1 1 2 16,-2-1 0-16,-1 2-6 0,-2 1-2 15,-3-1 0-15,-1 1-8 0,-2 0-15 0,-2-1-3 0,-2-1-6 16,1-1-19-16,-2-1-55 0,-1-2-17 0,-1-2-21 16,-2-2-136-16,-3-2-182 0</inkml:trace>
  <inkml:trace contextRef="#ctx0" brushRef="#br1" timeOffset="28031.46">10644 7775 2977 0,'0'0'511'0,"0"0"-431"0,18 2 36 0,-10 0-97 0,3-1-7 0,2 2-2 31,2 0 1-31,2 0-2 0,0 0 0 0,0 1-11 0,-1 0-2 16,-1 0-3-16,0 0 0 0,-2 1-75 0,-1-1-7 0,-2 0-34 15,0 1-113-15,-2-1-192 0,-1 1-127 0</inkml:trace>
  <inkml:trace contextRef="#ctx0" brushRef="#br1" timeOffset="31218.92">3668 7688 1708 0,'0'0'177'16,"0"0"-47"-16,0 0 79 0,-1 0-150 0,1 0-2 15,-1 0-21-15,1 0-7 0,0 0 0 0,0 0-6 0,-1 0-10 16,-16-11 8-16,17 11 2 0,0 0 1 0,0 0-1 15,0 0 7-15,0 0 6 0,0 0 1 0,0 1 23 0,0-1-4 16,0 1-2-16,6 16-1 0,-6-17-9 0,0 0-8 16,0 0 1-16,19 10-3 0,-10-7 2 0,2 0 6 15,2-1-1-15,2 1 2 0,1-3-8 0,1 1-12 16,0-1 1-16,2 0-4 0,0 0 2 0,0-1-15 16,-1 0 2-16,1 0-7 0,-1 1-1 0,2-2 4 15,0 3-1-15,0-1 1 0,-2-2-7 0,1 2 2 16,-3 0 0-1,-1 0-1-15,-2 1-16 0,-1 2-67 0,0-2-3 0,-2 0-26 0,0 2-40 0,-1-2-39 0,-1-1-14 16,-1 2-14-16,1-1-94 0</inkml:trace>
  <inkml:trace contextRef="#ctx0" brushRef="#br1" timeOffset="31500.24">3719 8033 2640 0,'-7'1'137'0,"2"0"117"0,5-1-174 0,-1 0-57 15,1 0-3-15,0 0-14 0,0 0 9 0,0 1-11 16,0-1 1-16,0 1-5 0,0-1-1 0,20 11-3 16,-10-9 4-1,2-2-2-15,1 1-1 0,2 0 6 0,1 0-3 0,0-1 6 16,2 1 5-16,-1-1 0 0,1 0-3 15,-1 1 1-15,1-1-4 0,1 1 2 0,1-1 3 0,-2 1-1 0,0-1-5 0,-1 0 1 0,0 0-2 32,-2 1 3-32,0-1 0 0,-1 1-5 0,0 0-1 15,-3-1-2-15,1 1 0 0,-1 0-145 0,-2-1 17 16,2 1-70-16,-1 1-77 0,0 0-242 0</inkml:trace>
  <inkml:trace contextRef="#ctx0" brushRef="#br1" timeOffset="31990.73">3807 8822 3046 0,'0'0'326'16,"0"0"-195"-16,0 0 21 0,0 0-95 0,0 0-79 15,0 0 18-15,0 0-7 0,0 1 12 0,0-1-1 0,17 12-5 16,-8-12-1-16,3 0-2 0,1 1-1 0,3-1 1 16,1 0-3-16,2-2 3 0,2 0 8 0,1 0-3 15,0 1 6-15,-1 0-5 0,1-1 2 0,-3 0 2 16,1 1-5-16,-2 0 4 0,-1 1-2 0,-1 0 3 15,0 0 2-15,-1 2 0 16,2-1-4-16,-1 0 0 16,-1 2 0-16,0-2-5 0,-2 2-55 0,0-1-89 0,1-1-7 0,-4 1-29 15,1-1-51-15,-2 1-88 0,-1 0-28 16</inkml:trace>
  <inkml:trace contextRef="#ctx0" brushRef="#br1" timeOffset="32315.3">3784 9201 2970 0,'0'0'150'0,"0"0"161"0,0 0-219 0,0 0-69 16,0 0 6-16,0 0-27 0,1 0 12 0,0 0-5 15,21 5 1 1,-11-6-1-16,1-1 4 0,0 0-8 0,3 1 1 15,1-1-4-15,1 2 3 0,3-1-5 0,1 1 0 0,2-1 0 0,-1 0 4 0,1 1 2 0,1 0 2 16,0 0-1 0,-1 1 10-16,1-1 12 0,0 1-3 15,0 0 4-15,2 1-10 0,0-1 4 0,1 1-2 16,0-1 2-16,-3 1-11 0,0 0-2 0,0 0-6 0,0 0 2 16,3-2-7-16,-2 1 3 0,0 2 0 0,-1-3 3 15,-1 3-4-15,-1-2-3 0,-3-1 1 0,-2 2-3 16,-1 1-22-16,2-1-92 0,0-2-31 15,1 1-34-15,1-3-236 0,0-3 820 0</inkml:trace>
  <inkml:trace contextRef="#ctx0" brushRef="#br1" timeOffset="34398.61">5095 8694 2614 0,'0'0'202'0,"-1"0"-40"0,1 0 83 0,-17 3-170 16,17-3-17-16,0 0-42 0,0 0-12 0,-1 0 2 16,0 0-2-16,-15 4 6 0,16-4-9 15,0 0 0-15,0 0-3 0,0 0 0 0,-1 1 2 0,-13 19 0 0,14-20 1 16,-1 0-2-16,-10 16 5 0,11-16 7 0,0 1-2 16,-15 17 3-16,15-18 5 0,-11 13-4 0,6-6 6 15,1-1-4-15,-1 0-1 0,0-1-4 0,0 1 1 16,1-1-16-16,0 1 8 0,2-1-3 0,2-5 6 15,0 1-3-15,-1-1-1 0,-10 20-1 0,11-20 0 0,0 0-1 16,-1 1 0 0,-9 18 3-16,10-19-1 0,0 1-2 0,0-1 4 15,-9 17 0-15,9-17 3 0,0 0 1 0,0 1 3 16,0-1-7-16,-8 19 6 0,8-19-4 0,0 0 3 16,0 0-3-16,0 1 1 0,0-1-4 0,-12 17 2 15,12-17 2-15,0 0-2 0,0 0-5 0,0 0 0 16,0 0 2-16,-1 1-2 0,0-1 4 0,1 1-4 15,-1-1 0-15,1 1-2 0,0-1 2 0,-1 1-4 16,1-1 3-16,-1 0-4 0,1 1 3 0,0-1 0 0,-1 1-3 16,0-1 2-16,1 1-9 0,-1-1 3 15,1 1-1-15,0-1 2 0,-1 1-9 0,1-1-37 0,-1 0-9 0,1 1-12 16,0-1-59-16,-1 1-117 0,0-1-18 16,1 1-61-16,-1-1-343 0</inkml:trace>
  <inkml:trace contextRef="#ctx0" brushRef="#br1" timeOffset="35781.11">5144 8665 1849 0,'0'0'256'0,"0"0"-105"0,-1 0-12 0,0 0-31 16,1 0-48-16,-1 0 7 0,-15-10-5 0,16 10 3 15,0 0-21-15,0 0-4 0,-1 0-5 0,1 0 1 0,-19 1-5 16,19-1 7 0,0 0 4-16,-1 0 0 0,-17 8 11 0,18-8-5 15,0 0-1-15,-17 8-3 0,17-8-7 0,0 1-7 16,-20 10-1-16,20-11-3 0,-13 10-4 16,5-4-11-16,1 0 1 0,-2 1-5 0,2 1 0 0,0 0-6 15,-1 1 4-15,3 0-5 0,-1 1-1 0,1 1 1 16,1-1-6-16,-3 2 5 0,1 1-2 15,-1 0-1-15,2 1 5 0,-2 0-4 0,1 1 7 0,0 0-4 16,0 0 0-16,-1 1-2 0,1 0 2 0,0 0 5 16,0 0-2-16,1 0 3 0,0 0-1 0,-1-1-4 0,1 0 2 15,1 0-3-15,-1 0 8 0,2 1-8 0,0 1 3 0,1-1-3 16,0 0 4 0,0 1-4-16,1-1 1 0,1 0-1 0,0 1 6 0,1-1-8 0,-1 2 3 15,2-2-3-15,-1 3 3 0,1-2 0 0,1-2 0 0,-1 2-1 16,2-4-1-1,0 1-1-15,1-1 1 0,1-2 0 0,-1 0 1 0,2-1-2 0,-1-2-3 0,2 0 0 16,0-1-1 0,0-1-4-16,1-1 3 0,-2 1-2 0,2-1 11 0,0 1-4 15,0 0 0-15,1-1-3 0,-1-3 2 16,0 2 6-16,1-1-2 0,-1-2 3 0,0 1-6 16,0 1 2-16,-1-3 3 0,1 0-1 0,-1-1-1 0,0-4-3 15,1 1 0-15,-1 0-1 0,0 1 1 0,-1-4 3 16,0 1-1-16,0 0 4 0,0-1 1 0,-2 2-1 15,1-2 1-15,-2 0-1 0,0-1-1 0,-1 0 3 16,1-1 2-16,-2 0 0 0,0 0 10 0,0-1-8 16,0-1 3-16,-2 1-4 0,2-1 9 0,-2 1 2 0,-2 1-1 15,0-2 1-15,0 3-12 0,-1 2 6 0,0-1-2 16,0-1 3-16,-2 0 1 0,0 0-5 0,-2 1-5 16,0 1 2-16,-1-1-5 0,0 0-3 0,1 0 0 15,-2 1-2-15,0 0-4 0,0 2 6 0,-1-1 2 0,0 1 2 16,0 1-4-16,0 1-3 15,0 0 3-15,1 1-2 0,0-1 5 0,0 2 0 16,1-2-4-16,1 2 1 0,-1 0-6 16,3 0 6-16,-2 0 0 0,7 0 1 0,0 0-4 15,-1 0 0-15,-19 4-2 0,20-4 3 0,0 0 2 16,-1 0-9-16,-15 7 5 0,16-7-7 0,0 0 4 0,-1 0-21 16,0 1-7-16,1-1-8 0,-1 0-61 15,1 1-115-15,0-1-21 0,-1 1-53 0,-13 15-291 0</inkml:trace>
  <inkml:trace contextRef="#ctx0" brushRef="#br1" timeOffset="36248.57">5421 8977 2835 0,'0'0'512'16,"0"0"-588"-16,0 0-226 0,-1 0 529 0,0 0-184 0,1 0-32 15,-1 0-3-15,-15 4-4 0,16-4 15 0,0 0-13 16,0 0 3-16,0 0-7 0,0 0-3 0,0 0-1 16,0 0 1-16,1 0 0 0,-1 0 4 0,20 6-6 0,-11-5 1 15,2-1-2-15,1 2 5 0,2-1 7 0,1 0-1 16,0 1 4-16,1-1 7 0,2-1 11 0,0 0-3 16,1 0 6-16,-1-1 0 0,-1 1-9 0,2 0-1 0,-1 0-5 31,1-1-8-31,0 0-3 0,-1 0 2 0,0-1-2 0,-2 2 0 0,-2 0-5 0,0 0 3 0,-2-1-4 31,0 0-4-31,-2-1-3 0,0 2-13 0,-1 0 5 0,-2 0-42 0,0 0-28 0,-7 0 3 16,1 0-13-1,-1 0-22-15,19-5-70 0,-19 5-9 0,0 0-26 0,0 0-98 16</inkml:trace>
  <inkml:trace contextRef="#ctx0" brushRef="#br1" timeOffset="36581.08">5683 8744 2597 0,'0'0'442'16,"0"0"-237"-16,0 0 0 0,-17 6-57 0,17-6-125 0,0 0-15 0,-1 0 0 15,1 0-2-15,0 1 5 0,-10 18-8 0,9-11-2 16,0 2-1-16,0 1-7 15,1 2 3-15,0 1-1 0,-1 3 2 16,0 2 0-16,1 1 8 0,-3 3-5 0,2 2 6 0,0 0-5 16,-1-2 3-16,2 2 6 0,-1-3 0 0,0 1 18 15,0 0-4-15,1-2 3 0,0 2-5 16,0-2-9-16,0-3-5 0,0 1-5 0,0-3 2 0,0 1 1 16,0-3-5-16,1 1 5 0,0-2-6 0,-1-2 0 15,2 3 2-15,-1-1-2 0,-1 0 1 0,1 0-3 0,-1-1 2 16,0-2-4-16,1-1 3 0,-1-3-15 0,0-6-67 15,0 1-7-15,0-1-28 0,0 1-91 0,-5 15-103 16,5-16-18-16,0 0-50 0,0 0-290 0</inkml:trace>
  <inkml:trace contextRef="#ctx0" brushRef="#br1" timeOffset="37814.65">5949 8737 2273 0,'-5'-2'175'0,"0"0"39"0,0 0 2 0,0-1-33 16,5 3-98 0,0 0-65-16,0 0 3 0,-17-10-3 0,17 10-7 15,0 0 3-15,0 0-8 0,0 0 5 0,0 0-16 16,0 0-1-16,0 0 0 0,0 0-2 0,0 0-2 0,0 0-10 16,0 0 2-16,22-4-4 0,-12 4 5 0,-1 1 8 15,2-1 1-15,2 0 4 0,0 0 9 0,1 0 5 16,0-1 1-16,-1 1 1 0,0-1 4 0,-1 1-1 15,1 0 2-15,-2 0-1 0,1 0 3 0,-1 1-7 16,-1 0-2-16,0 1-2 0,-2-1 6 0,0 2-6 16,-1-2 1-16,-1 2-3 0,0-1-5 0,-1 2 0 15,-2 0 4-15,0 0-2 16,-3-4-2-16,0 1-4 0,0-1-2 0,8 21 0 0,-8-21 0 16,-1 16 3-16,0-7 0 0,-2 2 2 0,-1 2-2 0,-1 2 5 0,0 1-2 0,-1 2 2 31,0 0-3-31,0 1 0 0,0-1 0 0,1 2 0 0,1-1-2 0,1 0 0 0,-1 0 1 0,2 1 0 15,-1-2 6-15,0 0-2 0,1 1 1 0,0-2-1 16,-1 2 4 0,1 0-5-16,-3-2 3 0,3-1-4 0,-1 0-1 15,2-2 2-15,0 0-4 0,-2-1 3 0,3-1-9 16,-2 2 10-16,0-2-5 0,1-3 8 0,-1 3-9 0,0-3 1 16,1 1-7-16,-1 1 0 0,0-1-52 15,2 0-34-15,-1-1-16 0,1 0-8 0,0-1-78 0,0-1-62 16,1-1-20-16,1 0-29 0,1-1-241 0</inkml:trace>
  <inkml:trace contextRef="#ctx0" brushRef="#br1" timeOffset="37998.47">6349 9105 3059 0,'0'0'222'0,"0"1"-135"15,0-1-13-15,4 18-33 0,-4-18-7 0,0 1 6 0,1-1-4 0,10 21 0 16,-11-21-31-16,0 0-2 0,8 20 1 0,-8-20-3 16,0 1-19-1,1-1-54-15,9 20-10 0,-10-20-16 16,0 0-68-16,0 0-76 0,0 0-5 0,0 1-29 0,1-1-62 16</inkml:trace>
  <inkml:trace contextRef="#ctx0" brushRef="#br1" timeOffset="38451.75">6547 8784 2687 0,'0'0'170'16,"0"0"290"-16,0 1-346 0,0-1-84 0,-1 0 10 15,-9 18-37-15,10-18 4 0,0 0-9 0,0 1 0 0,2 20-3 16,-2-21-2-16,0 1-5 15,1 22 1-15,2-13-2 0,-1-1 4 16,1 0 1-16,0 2 1 0,1-2 1 0,0 0 9 0,0 1 1 0,1-1-1 0,0 0 1 31,-1 1 8-31,2-1-1 0,-1 0 2 0,0 0-2 16,0-1 0-16,0-1-7 0,0 2 5 0,1-1-6 0,-1 1 0 16,1-1-4-16,0-1 0 0,1-1-2 0,0 1 3 15,1 1 4-15,0 0-4 0,1-1 6 16,-1 1-11-16,2-1 10 0,-3 0-2 0,2 0 5 0,0 0-1 0,-1 0 3 15,1-1-4-15,-1 2 3 0,0-2-5 0,1 1-3 16,-1 0 3-16,1 0-2 0,-2 2 7 0,-1-1-4 16,1 0-3-16,-2 2 0 0,-1-1-3 0,0 0 1 15,0 0 3-15,-1 0-2 0,-2 0 0 0,1 1-4 16,-2-1-3-16,-1-3-2 0,-1 2-7 0,-1 0-1 16,-1 0 2-16,-3 1-3 0,-1 2-8 0,-2 0-6 0,0 0-11 15,-3 0 4 1,0-2-26-16,-2-2-27 0,-1 1-1 0,0-3-14 0,-1-1-45 0,1-1-39 0,-1-3-10 0,1-2-15 31,-1-2-90-31</inkml:trace>
  <inkml:trace contextRef="#ctx0" brushRef="#br1" timeOffset="38714.6">6537 8742 1551 0,'0'0'283'0,"0"0"1006"0,0 0-1141 0,0 0-106 16,0 0 16-16,0 0-48 0,19-5 8 0,-8 4-1 15,0 0-3-15,2 1 1 0,0 0-6 0,0 0-9 16,2-1 5-16,0 1-6 0,0 0 9 0,1 0-8 16,0 0 2-16,-1 1-2 0,-1-1 3 0,2 1 9 15,-1 1 0-15,-1-1 3 0,1 1 6 0,-2-1 5 0,-1 1-4 16,0 1 5-16,-2-1 1 0,-2 0-16 0,0 1 7 15,-1-1-12 1,-2 1 1-16,0-1-29 0,-5-2-26 0,1 0-11 0,-1 0-195 0,1 0-405 0</inkml:trace>
  <inkml:trace contextRef="#ctx0" brushRef="#br1" timeOffset="40626.5">4769 8338 1512 0,'0'0'118'0,"0"0"35"0,-1 0 0 0,1 0-45 0,0 0-46 16,-1 0-28-16,0 0-2 0,1 0 0 0,0 0-14 0,-20-10-10 15,20 10 0-15,0 0-6 0,0 0-7 0,0 0 6 16,0 0 0 0,0 0 3-16,1 0-4 0,0 0-2 15,-1 0 2-15,0 1 0 0,18 8 6 0,-18-9 15 16,0 0-5-16,17 3 9 0,-17-3 4 0,15 2-5 16,-7 0 6-16,2-1-6 0,0 0 7 0,0 1-9 0,1-2-2 0,2-1-4 15,0 1-4-15,1 0-7 0,-1 1 1 16,2-1-4-16,-2 1 12 0,1-1-8 15,1 1 2-15,0 0-4 0,0-1 7 0,2 1-9 0,1 1 8 0,1-1-8 16,-1 0 0-16,0 0 6 0,1-1-3 0,-1 0 4 16,2 0 4-16,-2 1-8 0,2-1 1 0,1 0-4 15,0-1-4-15,2 1 4 0,1-1-2 0,1 1 3 16,0 0-3-16,-2-1 0 0,0 0 2 0,-1 1-2 16,0-1 0-16,3 1 0 15,-1 0 0-15,0 0 1 0,0 0 1 0,-1 1 3 0,-1-1-5 0,0 0 4 0,1 0-5 16,-3 1 0-1,2 0 1-15,2 0 0 0,0 1 5 0,2-2-5 0,-1 1 4 0,0 0-4 0,0 0 3 0,-1 1-3 16,0 0 1-16,-1-1-1 16,1 1 4-16,1-1-2 15,0 0 0-15,1 1 0 0,-2-1-4 0,-1 2 2 16,1 0 5-16,-1 0-2 0,-2-1-3 0,2 0 0 16,1 1-1-16,0 0 2 0,1-1-1 0,-2 1 4 15,1 1-5-15,-1 0 4 0,-1 2-3 0,0 0-1 16,1-1 4-16,1 0-2 0,0 1 1 0,0-1-2 0,-1-1 1 0,-1 1 0 15,0-1 4-15,-1 0 4 0,1 0 3 16,-1 0 1-16,3-1 15 0,0 0-8 0,0 0 2 0,2 0-4 16,-3 0-3-16,1 0-2 0,-2 0-2 0,-1 0 0 15,0 0-4-15,1 1 4 0,0-1 0 0,0 0 3 16,2 1 6-16,-2-1-8 16,0 1 5-16,-2-1-4 0,-1 0 9 0,0 0-12 15,-1-1 2-15,0 1-4 0,0 0 7 0,1-1 2 0,0 1 0 0,2-1 1 16,0 1 2-16,-2-3-6 0,0 1 0 0,0 0-3 0,-1-1-7 15,0 0-1-15,-1 1 4 0,0-1-3 0,0 0 4 16,-1 0-3 0,3 0-3-16,-2 0 2 0,-1 0-2 0,1 0 1 15,-3 0-2-15,0 0 1 0,0 0 0 0,0 0 5 16,0 0 1-16,0-1 0 0,-1 0 11 0,1 0-2 16,-1 0 1-16,2-1-1 0,2 0 10 0,0 0-8 15,1 0 5-15,0 0-7 0,-1-1-6 0,0 0 11 16,-1 0-3-16,-1 1 6 0,0 0 2 0,-2 1-3 15,0-1-2-15,-2 0 0 0,-1 1-9 0,0-1 3 16,-2 1-6-16,0 0 4 0,-1 1-12 0,0-1 4 0,0 1-3 16,-7 0 1-16,0 0-3 0,1 0-25 0,17-2-17 0,-18 2-13 15,0 0-146-15,1 0-194 0,-1 0-73 0</inkml:trace>
  <inkml:trace contextRef="#ctx0" brushRef="#br1" timeOffset="41763.9">9605 8400 2305 0,'0'0'326'15,"0"0"-117"-15,0 0 161 0,-1 0-321 0,0 0-21 16,1 0-25-16,-1 0-16 15,1 0-4-15,0 0 2 0,0 0-8 0,0 0 6 0,0 0-5 0,0 0 7 0,0-1 1 16,0 1 8 0,1-1 5-16,21-9 0 0,-22 10 7 0,0 0 12 0,22-1-4 0,-12 2 7 0,0 1-1 0,-1-2-9 31,1 0 2-31,1 1-4 0,1 0 1 0,2 1-3 16,0-1 0-16,2 2-2 0,0 0-7 0,2 0 1 15,1 2-2-15,1 0 3 0,1 0 0 0,1-1 0 16,1 0-1-16,-1 1 1 0,0-1 9 0,0 2-8 15,-1-1 1-15,1 0-3 0,-1 0 6 0,2 0 7 0,0 0 1 16,2 0 1-16,-1-1 7 0,0 1-9 0,1 0 8 16,0 0-8-16,0 1 1 0,0-1-2 0,2-1-5 15,0 1 3-15,2-1-7 0,0 0 2 0,-1 0-1 0,-1 0 1 16,0-1 3-16,0 0-4 0,0 1 2 0,1-1-4 16,1 0 2-16,-1 0 3 0,0 0 0 0,-1 1 2 15,-2-1 9-15,1-1-1 16,0 1 0-16,1 0-1 0,1 0-13 0,-1 0 5 15,1-1 0-15,-3 0 1 0,1 1-6 0,-1 1 2 0,1 0-2 16,0-1 2-16,1-1 1 0,-2 1 4 0,0-2-6 16,0 3 5-16,-3-1-4 0,1 0 9 15,-1 0 0-15,0 0 3 0,1-2 0 0,1 1-2 16,0 0 2-16,0 1-3 0,-1-1-3 0,0 0 1 16,0 0-4-16,-2 1 2 0,1-1-3 0,1-1-5 0,0 0 5 15,0-1-4-15,1 2 1 0,-2-1 3 16,-2 0-4-16,2 0 4 0,-2-1 6 0,0 1-6 15,0 1 2-15,0-2-2 0,2 2 1 0,-2-1 4 16,2 0-4-16,-2 1 2 0,0-2-3 0,-2 1-6 16,1 1 6-16,0-1-5 0,0 1 8 0,0-1-7 15,1 2 0-15,0-2-2 0,1 0-4 0,1-1 5 16,1 0-1-16,-1 1 2 0,0 0-6 0,-1 0 9 16,1-1-5-16,-1 0 7 0,1 1-7 15,2 0 3-15,-1 0 0 0,1 1 1 0,-3 0 5 0,1 0-4 0,-3 1 5 0,1-1-5 16,-2 1 4-16,-1 0-6 0,1 1 4 0,0 0-4 15,0 0 4-15,1 0-4 0,0 0 1 0,0 0 0 16,0 0 2 0,-2 0-1-16,0 0-4 0,-1 0 3 0,-1-1-2 0,2 1-2 15,-3-1 1-15,0 0-1 0,1 0 1 0,-2 0 0 16,1 1-4-16,0-1 0 0,-2 0-27 16,-1 0-81-16,0 0-36 0,-2-1-38 0,-1 0-357 0</inkml:trace>
  <inkml:trace contextRef="#ctx0" brushRef="#br1" timeOffset="43537.78">7352 9039 3424 0,'0'0'124'0,"0"0"-18"15,0 0 46-15,0 0-103 16,0 0-18-16,0 0-34 0,0 0 0 0,0 0-5 0,0 0 7 0,0 0 1 0,23-5-10 15,-16 5 6-15,4-1-8 0,0 0 9 0,2 0 0 16,1-1 2-16,2 1 0 16,-3 0 0-16,1 0 2 15,-1 1-2-15,0-1 2 0,-1-1 1 0,-1-1-5 16,0 1-3-16,-2-1-4 0,0 1-30 0,0 1-38 16,-1-2-1-16,-2-1-16 0,0 2-42 0,0-1-53 15,0 0-14-15,0 1-17 0,0-2-84 0,-1 0-241 0</inkml:trace>
  <inkml:trace contextRef="#ctx0" brushRef="#br1" timeOffset="43780.96">7310 9226 2770 0,'-2'5'271'15,"0"0"-130"-15,2-5-20 0,0 0-37 0,0 1-79 16,0-1 23-16,0 0-3 0,0 1 10 0,0-1-9 0,16 14-11 31,-6-12 3-31,1 0-5 0,3-3 10 0,2 0-13 0,0 1 3 16,5-2-7-16,-1 1 7 0,3-3-8 15,-1-1-1-15,0 0-2 0,-3-2-2 0,-1 3 4 16,0-1-4-16,0 0 3 0,-3 2-4 0,0 0 0 16,-2 0 0-16,0 1-2 0,0 0-24 0,1 0-97 0,0 0-5 15,1-1-41-15,-1 0-107 0,1-1-184 0,0-2 792 16</inkml:trace>
  <inkml:trace contextRef="#ctx0" brushRef="#br1" timeOffset="44287.13">8096 8810 2549 0,'0'0'435'0,"0"0"-236"15,0 0 8-15,0 0-82 0,-1 0-115 0,1 0-9 0,0 1-2 0,0-1-2 16,-10 18-11-16,10-18-1 0,0 1-3 0,-6 22 1 16,4-12-3-16,-1 1 8 0,1 1-2 0,0 2 4 15,-1 0 5-15,1 2 1 0,-1 2 4 0,0 1-3 0,-1 1 1 16,1 0 12-1,0 2 1-15,1-1 5 0,-1 1 1 0,-2 0 15 16,0 2-3-16,0 0 6 0,1 2-10 0,-1 0-11 16,2-2-5-16,-1 1 0 0,-1-2-1 0,1 1-8 15,0-1 9-15,2-4-9 0,0-2 3 0,1-3 1 16,-1-2-7-16,2-4 2 0,0-1-30 0,0 0-48 16,1-3-11-16,-1-5-18 0,0 0-89 0,0 0-100 0,0 0-5 15,1 0-52-15,10-13-233 0</inkml:trace>
  <inkml:trace contextRef="#ctx0" brushRef="#br1" timeOffset="44930.68">8199 8709 3099 0,'0'0'257'0,"0"0"-157"16,0 0-12-16,0 0-45 0,-1 1-47 0,1-1-8 15,0 0-5-15,0 1 1 0,-3 18-10 0,3-19 12 16,0 0-5-16,15 16 8 0,-8-10-2 0,4 0 12 16,1 1-1-16,0-2 4 0,1 1 7 0,2-1 1 15,1 1 2-15,1-1-1 0,0 0 0 0,0-1 2 0,-1 0 0 16,-2 2 1-16,-2-1-3 0,0 1-1 0,-3-2-4 15,0 0 3-15,-1 2-6 0,-2 0-3 0,0 1 6 16,-3 3-4-16,-1-2 2 0,0 2-6 0,-1 0-1 16,-2 0-3-16,-1 2 1 0,-1 1 4 0,-3 2-8 0,-2-1 7 15,0 2-11-15,-2 0 5 0,-1 1 0 0,-1 0 1 16,-2-1-4-16,-2-2 7 0,0 1-2 0,-1-2 5 16,0-1 4-16,5 0 10 0,0-2 1 0,3-1 2 15,3-1-1-15,1-2 0 0,5-6 3 0,0 0-1 16,0 1 6-16,-6 17-24 15,6-18 1-15,0 0-8 0,0 1 3 0,1-1-4 16,-1 1 0-16,22 13-2 0,-13-12-5 0,1 1 13 0,1-1-6 16,2 1 8-16,0-1-6 0,2-1 0 0,-1 1 3 0,1-1-1 0,0 1 7 0,0 1-1 31,-1-1-1-31,2 0 0 0,-1 1-9 0,0 0 9 16,1-1 0-16,0 2 3 0,-3 0-3 0,1 0 5 15,-1 2-5-15,-3-2 5 0,2 1 0 0,-4 1 1 16,-1-2 2-16,-2 2-3 0,0-1-3 0,-3 0 5 0,-2-5 0 0,0 1 2 15,3 15 2-15,-3-16 1 0,0 1-6 16,-7 21 4-16,4-15-2 0,-2 0 4 0,-1-1 4 16,-1 0-3-16,0 1-9 0,-3 0-5 0,1-1-5 0,-1-1-1 15,0 0-10-15,-1-1-7 0,0 0 6 0,-1 2-6 16,0-1 1-16,2-1 1 0,-1 0-6 0,1-2 2 16,2 1-35-16,1-1-43 0,1-1-17 0,6-1-13 15,0 0-107-15,-1 0-88 0,0 0-16 0,1 0-56 16,-1 0-421-16</inkml:trace>
  <inkml:trace contextRef="#ctx0" brushRef="#br1" timeOffset="45214.1">8849 9165 3303 0,'0'0'145'15,"0"0"154"-15,0 1-227 0,0-1-43 0,-2 17 8 0,2-17-22 16,0 0-2-16,0 0-7 16,1 17 1-16,-1-17-4 0,0 0-13 0,0 0-6 0,6 19-12 0,-6-19 4 15,0 0-38-15,0 1-47 0,8 15-9 0,-8-16-22 16,0 0-105-16,0 0-129 0,0 0-21 0,0 0 85 0,0 0 1367 15</inkml:trace>
  <inkml:trace contextRef="#ctx0" brushRef="#br1" timeOffset="45634.65">9103 8769 2714 0,'0'0'461'0,"0"0"-238"0,0 1 42 16,0-1-157-16,3 17-98 0,-3-17-8 16,0 1-2-16,3 15 0 0,-1-9 3 0,-1 3-2 0,1-1-1 15,-2 2 0-15,1 0-4 0,0 1-2 0,-1 1 3 0,1 0-2 16,-1 1 5-16,0-1 0 0,-1 1 2 0,1 1-1 16,0-1 6-16,0 0-9 0,-1 0 4 0,1 0-3 15,0-1 13-15,0-2-11 0,1 0 0 0,0-3-3 16,1 1 2-16,1 1 1 15,1-1-1-15,1 1 0 0,0 0-4 0,3-1 0 0,-1 1 4 0,0-1-3 0,2 0 1 16,2-1-1-16,1 1-1 0,1 0 1 0,-1 0 0 16,1 0 6-16,0 0-3 0,-1 0 4 0,0 1-5 0,-1 1 1 31,0-1 1-31,0 0 0 0,0 1-1 0,-1-2 0 16,2 2-1-16,-2-1 1 0,0 0 7 0,0 0-4 15,-1-1-2-15,-1 0-1 0,0 2-6 0,0-2 9 16,-3 0-4-16,0 0 4 0,-1 0-4 0,-1 0-3 15,-1 0-2-15,-2-1-2 0,0-1-20 0,-3 0 10 16,1-1-6-16,-3 0 5 0,0 0-21 0,-2 0 5 16,1-1-2-16,-3-1 2 0,1 2-11 0,-2-3-17 0,0 0 0 0,-4-1-8 15,-1-3-19-15,-3-1-46 0,-1-2-14 0,-2-5-17 16,-3-1-113-16,-2-4-258 0</inkml:trace>
  <inkml:trace contextRef="#ctx0" brushRef="#br1" timeOffset="45821.71">9101 8807 2839 0,'0'0'161'0,"1"0"192"0,-1 0-223 0,17 1-58 16,-17-1 1-16,17 0-20 0,-6 0-3 0,4 0-19 16,3 1 3-16,3 1-10 0,3-1-4 0,2 0-14 15,0-1 3-15,1 0-6 0,0 1 4 0,-1-1-8 16,0 2 0-16,-1-2-4 0,0 1-4 0,-3 0-65 15,-1-1-30-15,-4 1-30 0,0-1-271 0</inkml:trace>
  <inkml:trace contextRef="#ctx0" brushRef="#br1" timeOffset="56295.52">592 4664 2104 0,'-6'-6'28'15,"1"0"-11"-15,5 6 12 0,0 0-35 0,0-1 0 16,-2-18-5-16,2 19-11 0,0 0 9 0,1-1-9 16,15-16 22-16,-16 17 1 0,0 0 1 0,0-1 0 31,0 1 5-31,0 0 6 0,19-8 4 0,-18 8 1 0,13-1 24 16,-5 1 9-16,1-1 4 0,2 0 1 15,1-1 1-15,2-1-12 0,2 0-3 0,1-2-3 0,2-1-4 16,1-2-9-16,1 1 2 0,4-1-4 0,0-1-5 0,3 0 0 15,1-1-6-15,-2 1 4 0,0-1-13 0,-2 0 0 16,1-1-2-16,1 2 0 0,1 0-1 0,3 0 1 16,-1 1 4-16,-1 0-4 0,-3 0 1 15,0 0 1-15,0 0-4 0,1-1 1 0,2 0-1 0,0-2 0 16,-1 2-1-16,-3-2 1 0,-1 0-4 0,-2 0 5 16,-2 0 1-16,-1 0 2 15,1 1 1-15,-3-1 1 0,1 1-2 0,-3 1 0 16,-2 0-4-16,-2 1 5 0,-1 1 2 0,-3 0-1 15,0 1 1-15,-1 1 3 0,-2 0 0 0,0 0 2 0,-5 5 5 0,0 0-18 0,1-1 7 0,-1 1-12 32,0 0-13-32,13-17-7 0,-13 17-3 0,0 0 0 15,0-1-1-15,0 1-2 0,2-20 1 0,-2 20-2 0,0 0 2 16,-2-17-4-16,2 17-2 0,0-1 1 16,-5-17 6-16,5 18 5 0,0-1 4 0,-8-18-1 0,8 18 6 15,-1 1 0-15,-12-19 0 0,13 19-1 0,0 0 2 0,-16-17 10 16,16 17 2-16,-13-10 3 0,6 5 4 15,0 1 11-15,0 0-5 0,-1 0 6 0,2 0 2 0,-1 2 1 16,1-1-2-16,1 2 1 0,5 1-7 0,-1 0 1 0,1 0 1 16,-20 1-1-16,20-1-5 15,0 0-6-15,0 0 1 0,-1 0-2 16,-16 9 0-16,17-9 1 0,0 0-2 0,0 1 1 16,0-1 0-16,-8 20-4 0,8-20 4 0,0 0-2 15,0 0 13-15,7 17-2 0,-7-17-1 0,0 0 1 0,0 1 5 0,22 14-5 0,-14-11 4 16,4 0-5-16,-1 0-1 15,3-1 0-15,0 0-1 0,2 0 1 0,1 0-4 0,-2 0-3 0,2 1 2 16,-1-1-2 0,-1 1 4-16,-1 0-3 0,2 2 3 0,-1 0-3 0,0 0-1 0,-1 0 0 0,-2 2 0 0,-1 1 0 31,0 0 11-31,-3 0-4 0,-1 2-3 0,-2 1 1 16,-1 2-5-16,-2 2 12 0,-2 1-1 0,-1 2 5 15,-2 1 7-15,-3 2-38 0,-1 3-24 0,-4 2-17 0,-1 3-176 16</inkml:trace>
  <inkml:trace contextRef="#ctx0" brushRef="#br1" timeOffset="76962.9">420 7311 1987 0,'-10'0'97'0,"0"-1"-25"16,2 0 44-1,0-1-73-15,8 2 2 0,0 0-11 0,0 0-6 16,-17-6 3-16,17 6-9 0,0 0-14 0,0-1 6 16,-1 1-4-16,0-1 4 0,-15-12-7 0,16 13-14 15,0 0 1-15,0-1-5 0,0 1 11 0,0-1 3 0,0 1 5 16,0-1-3-16,1 1 6 0,11-17 0 0,-12 17 2 15,0 0 1-15,0 0 6 0,17-6-2 0,-17 6-1 16,0 0-1-16,17-3-5 0,-17 3-4 0,1 0 3 16,21-3-3-16,-22 3 3 0,1 0 0 0,21-2 0 0,-22 2 1 15,16-3-2-15,-8 2-3 0,1-2 1 0,0 2-1 16,0-2 2-16,-1 1-1 0,2 0-4 0,-2 1 2 16,2-1-3-16,-1 1 2 15,0 0 3-15,-1 1-2 0,0-1 5 0,1 0-4 0,0 1 3 0,0-1-2 16,0 0 14-16,-1 1-9 0,1-1 4 0,1 1-5 15,-2 0 10-15,1 0-9 0,-1 0 0 0,0 0-3 0,0 0 0 16,-1 1 5-16,0-1 0 0,-1 0 1 0,0 0-7 0,1 1 5 16,0-1-4-16,0 0 4 0,0 0-11 0,1 0 7 15,0 0-3 1,0-1 4-16,2 0-3 0,-2-1-7 16,0 1 2-16,1 1-4 0,-1-2 2 0,2 1 2 15,1 0 1-15,0 0 0 0,1 1-3 0,1-1 3 16,-1 1-4-16,2 0 3 0,0 1-2 0,-1-1-4 0,-1 1 4 15,1 0-4-15,0 0 10 0,-1 0-5 16,0 0-1-16,0-1 0 0,-1 0-3 0,1 1 3 0,-1-1 1 0,1 0 1 16,1 1-2-16,1-1 2 0,1 0-2 15,0 0 2-15,0 0-4 0,0-1 5 0,-1 1-1 0,1-1 3 16,-2 1-9-16,1-1 4 0,-1-1 0 0,-2 1 3 16,1 0-2-16,-2 1 2 0,1-1-2 0,0 0 1 15,-2 0-3-15,0 0 3 0,1 0 0 0,0-1 3 16,0 1-5-16,1-1 7 0,-1 0-4 0,-1 1 6 15,1-1-1-15,-2 1 6 0,1 0-1 0,-1-1 2 16,-1 1-11-16,1-1 2 0,-2 0 0 0,2 1 1 0,-1 0 2 16,-1 0-3-16,1 0 1 0,-1 0-1 0,0 0 6 0,0-1-7 15,0 1 4-15,0-1-5 0,-1 0 5 0,-5 2 0 32,0 0 1-32,0 0-2 0,20-7 3 0,-20 7-7 15,0 0 2-15,0 0-3 0,17-5-1 0,-17 5 2 16,0 0-1-16,0 0 1 0,20-5-2 0,-20 5 1 15,0 0-1-15,0 0 2 0,21-1-8 0,-21 1 6 0,0 0-4 16,17 1 4-16,-17-1-3 0,0 0-1 16,17 1 2-16,-17-1 0 0,1 0 6 0,20 3-5 0,-21-3-1 15,1 0-1-15,22 2-2 0,-14-1 2 0,0 0 2 16,1 0-1-16,1-1 0 0,-1 1 0 0,1 0-5 0,0 0 3 16,0 0 0-16,0 0 5 15,1 1 0-15,1-1 2 0,2 0-6 0,1 1-3 0,0 0 0 0,0-1-1 16,-1 1 5-16,1-1 0 15,0 1 0-15,0 0 0 0,0 0 0 0,0 0 3 0,-1-1-3 0,0 0 2 0,1 0-2 16,0-1-1-16,4 0 2 0,-1-1-1 16,2-1-2-16,2 0-1 0,-1-1 2 0,-1-1 0 0,-1 1 5 15,1-1-2 1,-3 1-2-16,2-1-1 0,2 1-3 0,0-1 3 16,0 0 1-16,-1 1 0 0,-1 0 0 0,-1 1 3 15,-1-1-2-15,-1 1 3 0,-2-1 0 0,0 1 0 16,-2 0 1-16,2 0-1 0,-1 0 6 0,2-1-3 15,0 1-1-15,0-2 0 0,-1 3-1 0,0-2-3 16,-1 0 5-16,0 1-5 0,-1-1 9 0,0-1-7 0,-2-1 3 16,-1 0-4-16,1 1 10 0,-2 1-1 0,0-1 2 15,0 2 0-15,-1-2 2 0,0 2 6 0,0-1-5 16,-2-1 5-16,1 1-9 0,0 0-2 0,0-1 3 0,-1 3-3 16,1-1 0-16,-7 2-7 0,1 0 0 0,-1 0-2 15,18-10 3-15,-18 10 5 0,0 0-3 0,0 0 2 16,0 0-14-16,1 0 10 0,-1-1-7 0,1 1 7 15,15-11-7-15,-16 11-63 0,0 0-14 0,0 0-31 16,0 0-170-16,0 0-328 0</inkml:trace>
  <inkml:trace contextRef="#ctx0" brushRef="#br1" timeOffset="82512.25">554 7098 1113 0,'-10'2'40'0,"0"1"-8"0,2 1 2 0,1 0 3 15,7-4-8-15,0 0 17 0,-1 0-2 0,0 0 6 16,1 0-11-16,-21 0-4 0,21 0 1 0,0 0-2 0,0 0 4 15,0 0-5-15,0 0-2 0,-1 0 1 16,1 0 13-16,-1 0 19 0,1 0-3 0,-17 6 5 0,17-6-15 0,0 0-20 16,0 0 8-16,0 1-13 0,-1-1 2 15,1 1-1 1,0-1-1-16,-1 1 3 0,-7 16 12 0,8-17 0 16,0 0 1-16,0 0 1 0,0 0 4 0,0 0-10 15,0 1-2-15,0-1-2 0,1 1-4 0,0-1 13 16,16 16-2-16,-17-16 4 0,0 0-17 0,20 7-8 15,-11-4 2-15,2-1-4 0,0 0 9 0,1-1-4 0,0 0 0 16,1 0-1-16,-1-1-4 0,4 1-1 16,0-1-3-16,2 0 2 0,0 0-8 0,-1 0-2 0,1 0 3 15,-1 0-3-15,1 1 2 0,1-1-6 0,-1 1 4 16,1 0-4-16,1 0 8 0,3 0-4 0,0 0-1 0,3-1 1 16,-2 1 2-16,0-1-3 0,-1 0 3 0,0 0-3 15,0 0 0-15,-2-1 0 0,3 0 4 0,0 0-2 16,1-1 7-16,1 0-10 15,0-1 2-15,-2 0-3 0,0 0 11 0,-1 0-2 16,1-1-3-16,0 1 1 0,1 0 1 0,0 0-6 16,0 0 7-16,1 0-8 0,-1 2 1 0,-1-1 3 0,-1 0-3 15,0 1 4-15,-2-1 1 0,1 0-9 0,1 1 4 0,0-1-5 0,0 1 9 16,0 1 0-16,-1 0-1 0,-1 0 1 0,1-2 11 0,-1 1-1 31,0-1 0-31,2 0-2 0,0 1-6 0,1-1-2 16,0 0-4-16,0-2 1 0,-2 2 3 0,0 1-5 15,-1 1 7-15,-1 0-8 0,0-1 5 0,0 0-6 16,0 1 2-16,2 1-3 0,-4 1 3 0,1-1 0 16,-2-1 2-16,0 1 0 0,-1 0 6 0,-1-1-8 0,0 2 4 15,-1-1-5-15,0 0 3 0,0 0 4 0,1-2-6 16,0 1 6-16,0 0-2 0,0-1 0 16,-1 1-1-16,0-2 0 0,0 0-1 0,-1 0 1 0,0-1 4 0,-1 2-2 15,0-1 7-15,-2 1-6 0,1-2 1 0,-1 2-3 16,0-2 4-16,-1 2 4 0,0-1-2 0,-1 1 2 15,0-2-9-15,-1 1 4 16,-1-1 1-16,1 1-1 0,-1 1 1 0,0 0-3 0,-6 1-2 0,0 0 0 16,1 0-1-16,-1 0 3 0,17-2-2 15,-17 2 2-15,0 0 0 0,0 0-9 0,0 0 0 0,0 0-8 0,0 0-37 16,0 0-86-16,0 0-20 0,0 0-33 0,0 0-187 16</inkml:trace>
  <inkml:trace contextRef="#ctx0" brushRef="#br1" timeOffset="85729.23">7336 7023 2178 0,'0'0'130'0,"-1"0"-16"15,1 0 2-15,-16 2-16 0,16-2-62 0,-1 0-2 0,1 0-1 0,-1 0 4 16,1 0-10-16,0 0 9 0,-1 0-3 0,0 0 4 0,1 0-16 0,0 0-4 31,0 0-2-31,0 0 1 0,0 0-2 0,0 0 13 16,0 1-3-16,0-1 5 0,0 1-2 0,0-1-13 0,0 1 1 15,0-1-4-15,0 0 7 0,0 1 10 16,1-1 0-16,0 1 4 0,17 7 5 0,-18-8-7 16,0 0 3-16,0 0-3 0,22-9-1 0,-22 9-6 15,0 0-3-15,22-10-2 0,-15 6-6 0,1 0-4 0,2 0 1 16,0 0-3-16,2 0-4 0,-1 1-4 0,1 0 0 16,-1 0-3-16,1 0 3 0,1 2 2 0,-1-2-1 0,0 2 0 15,1-1-1-15,-1 0 0 0,1 1 0 0,1-1 0 16,-1 1 4-16,0-1-8 0,1 0 6 0,1 1-6 15,0-1 9-15,2 0-5 16,0 0-1-16,0 1-2 0,-1-1 8 0,0 1-5 0,1 0 3 0,-3 1-4 0,0 0 0 16,0 0 2-1,0 0-1-15,-1 1 2 0,0 0-1 0,-1 0-1 16,1 0 2-16,3 1-2 0,0 0-4 0,0 0 5 16,2 0-1-16,-2 1 4 0,0-1 1 0,1 0-5 15,-2 1-1-15,1 0-1 0,-1-1 3 0,1 0-1 16,-1 1 3-16,0-1-3 0,2 1-1 0,-1 0 1 15,1 0 0-15,1 0 0 0,-1 0 1 0,0 0-1 16,-1 0 3-16,-1 0-3 0,-1 0 2 0,1 0 0 16,-1-1-2-16,-1 1 1 0,1-1 2 0,-2 0-3 15,1 0 2-15,-1-1-3 0,1 1 1 0,-1 0 3 16,0 1-3-16,0-1 4 0,0 0 1 0,-2-2-2 0,0 2 0 16,-3 0-3-16,1-1 6 0,-2 0 0 0,0-1 5 15,-1 2-3-15,-5-2 2 0,1 0-7 0,-1 0 4 0,17 5-4 16,-17-5 8-16,0 0-1 0,0 0-1 0,1 0 0 15,-1 0-4-15,1 0-3 0,-1 0 4 0,0 0-3 16,1 0-2-16,-1 0-16 0,1 0-7 0,0 0-6 16,-1 0-55-16,0 0-121 0,1 0-35 0,-1 0-47 15,0 0-296-15</inkml:trace>
  <inkml:trace contextRef="#ctx0" brushRef="#br1" timeOffset="87296.51">7297 6991 1420 0,'-7'0'185'15,"-1"0"-52"-15,2-1 85 16,6 1-149-16,0 0-5 0,-1 0-17 0,-17-11 18 0,18 11-10 0,0 0 11 16,0-1-20-16,0 1-8 0,0-1 0 0,-7-16-6 15,7 17-14-15,0 0-14 0,0-1 5 0,0 1-9 16,0-1 0-16,10-15-2 0,-10 16-1 0,0 0 0 0,1 0 9 15,-1 0 7-15,17-4 0 16,-17 4 3-16,0 0 15 0,18 0 11 16,-18 0 4-16,1 0 1 0,22 2 5 0,-14-2-12 15,1 0 0-15,3 0-4 0,0 0-6 0,2-1-3 0,-1 0-7 0,2 0 2 0,1 0-13 0,0 0 1 32,3 0 0-32,-1 0-1 0,0 1-5 0,1 0-1 15,0 0 3-15,-1 0-3 0,1 0 6 0,1 0 6 16,0-1 1-16,1 0 3 0,0 1 21 0,0-1-7 15,0 0 6-15,0-1-6 0,-1 0 2 0,1 1-10 0,0 0 0 16,1 0-4-16,-2 0-7 0,0 1 3 16,1-1-10-16,-1 0 6 0,1 1-16 0,-2-1 5 0,0 1 4 15,-1 0 0-15,0 2 1 0,-2-1-4 0,0 0 1 0,0 1-2 16,-1 0-3-16,1 1 0 0,0 0 1 0,-2-1 2 16,1 1 4-16,-2-1-6 0,0 0 1 0,-1 0-1 15,1 0 2-15,0 1-1 0,-2-1 4 0,0 0-2 16,1 0 1-16,-3-1 6 0,2 0-5 0,-1 0 9 15,-1 0 26-15,2-1-8 0,-2 1 11 0,0 0-11 0,0 0 4 16,-3-1 3 0,-1 1-3-16,-6-1 3 0,1 0-6 0,0 0-19 15,17 3 5-15,-18-3-9 0,0 0 6 0,0 0-2 0,1 0-3 0,0 0 1 0,-1 0-6 0,0 0-8 16,1 0 2-16,-1 0-2 0,1 1 9 0,-1-1-26 31,0 0-8-31,1 1-14 0,-1-1-85 0,1 1-166 16,-1-1-50-16</inkml:trace>
  <inkml:trace contextRef="#ctx0" brushRef="#br1" timeOffset="88937.11">9441 6979 2087 0,'0'0'145'0,"0"0"-40"0,0-1 66 0,0 1-111 0,-5-18-11 16,5 18-17-16,0 0-24 0,0-1 1 15,0 1-8-15,0-1-7 0,0 1-6 0,0 0-2 0,0-1 1 16,0 1 0-16,1-1 4 0,0 1 7 0,16-11-2 16,-17 11 21-16,0 0-5 0,0 0 7 0,1 0-6 15,16 5 10 1,-17-5 2-16,0 0 3 0,0 0 1 0,1 1 17 0,15 8-4 0,-16-9-3 0,0 0 0 0,0 0-11 31,1 1 5-31,16 8-4 0,-17-9 4 0,0 0-10 16,1 0-2-16,20 8-2 0,-21-8 0 0,0 0-6 0,21 7-9 15,-20-7 6-15,-1 0-6 0,23 5 1 16,-23-5 3-16,16 4-5 0,-6-3 4 0,-1 1-7 0,1 0 1 16,0 0 0-16,1 1 1 0,0-1 1 0,0 1 1 15,-1 0-1-15,0 0 0 0,0 0-3 0,0 0 1 16,1 0 2-16,-1 1 1 0,0-1 8 0,0 1-8 16,-1-1 8-16,1 0-7 15,0 2 9-15,0-2-4 0,0 1-4 0,-1 0 3 0,-1-1 3 16,1 0 1-16,-1 0 3 0,2 0 0 0,-1-1 8 0,0 0-2 0,1 0 3 15,0 0-3-15,-1-1 2 0,1 1-3 0,-1-1-5 16,0 1 2-16,0-1-5 16,1 2 0-16,0-2-1 0,-1-1-1 0,1 0-9 15,0 0 6-15,1 1-6 0,0 0 6 0,0 1-6 0,0 0-2 0,0 0 0 0,-1 0-3 16,1-1 5-16,0 0 1 0,1 1 2 0,0-1-3 31,2 2-2-31,-1-2 0 0,0 1-1 0,0 0 1 0,1-1 4 16,-1 0-1-16,1-1 1 0,2 0-2 15,-1 1 7-15,0 0-5 0,2 0-1 0,-2-1-1 0,1 0-2 16,1-2 5-16,0 0 3 0,2 1-2 0,-2 0-2 16,-1 0-1-16,-1-1-1 0,0 2-1 0,0-2 0 0,0 2-1 15,-1 0 2-15,-1 0 0 0,0 1 7 0,-1-2-4 16,1 1-4-16,1-1 2 0,0 0-2 0,1 1 2 0,0-1 3 16,-1 0-2-16,1-1-1 0,-2 1 0 15,0-2 0-15,0 1 1 0,0 0 0 0,-1 0 1 16,1 0-4-16,-1 1 4 0,0-2-6 15,-3 1-1-15,3 1 4 0,-2-1-2 0,2 2 6 0,1 0-9 0,-1 0 6 16,0-1-6-16,-1 0 3 16,1 0 4-16,-2 0-5 0,1 1 3 15,-1 0-1-15,0 0 0 0,1 0-2 0,-1 1 1 16,1-1-1-16,-1 0-2 0,0 0 6 0,1 0-3 16,-1 0 3-16,0-1 0 0,0 1-2 0,1 0 1 15,-1-1 5-15,2 1-4 0,0-1 2 0,0 1-2 16,0 0 3-16,0-1 6 0,0 0 1 0,0-1 0 0,-1-1 0 15,1 2-4-15,0-1 2 0,-1 0-2 0,0 0-5 16,0-1 8-16,1 2-4 0,-1-1 7 0,0 0-8 16,-2 0-4-16,1-1-2 0,-1 0-1 0,-1-1 5 15,2 1 0-15,2 2 2 0,-2-2-3 0,0 1-7 0,-1 0 3 16,-1-1 0-16,0 1 1 0,-3 0 6 0,-5 2-11 16,0 0 3-16,1 0-6 0,0 0-5 0,15-4-44 15,-16 4-5-15,0 0-18 16,0 0-62-16,0 0-134 0,0 0-20 0,0 0-56 0,-1 0-246 0</inkml:trace>
  <inkml:trace contextRef="#ctx0" brushRef="#br1" timeOffset="89895.04">11770 7157 2834 0,'0'0'136'0,"0"0"-27"0,0 0 4 0,-1 0-9 16,1 0-64-16,-18-14-36 0,18 14-1 0,0 0-3 16,0 0-5-16,0 0-3 0,0 0 1 0,-1 0-2 0,0 0 0 15,1 0-1-15,-1-1-4 0,1 1 1 0,0-1 1 16,-1 1 8-16,1 0 3 0,-1 0 1 0,1 0 3 0,0 0 2 16,0 0 1-16,0 0 2 0,0 0 7 0,0 0 8 15,0 0-1-15,0 0 3 16,0 0 4-16,0 0 0 0,0 0-2 0,1-1 1 0,-1 1-8 0,1 0-1 15,-1-1 1-15,18-7-2 16,-18 8-8-16,0 0-3 0,0 0-2 0,1 0 1 0,15-2-3 0,-16 2 0 16,0 0 3-16,0 0-3 0,1 0-3 0,18-5 0 31,-19 5-3-31,1 0 3 0,-1 0 3 0,22-7 5 0,-22 7 3 16,0 0-2-16,21-5 12 0,-20 5-1 0,-1 0 2 15,22-4-2-15,-22 4 0 0,0 0-3 0,21-5 1 0,-20 5-3 16,-1 0-3-16,21-5-1 0,-20 5-2 15,0 0 2-15,20-4-4 0,-21 4-1 0,1 0 4 16,21-2-3-16,-21 2 0 0,-1 0-3 0,23-4 0 0,-15 2 2 16,1 0 4-16,1 0-4 0,0 0 2 0,-1 1-3 15,2-1 1-15,0 1 0 0,0-1-2 0,0 1 2 0,-1-1 0 16,-1-1 0-16,1 1-2 0,0 0 2 0,-1 0-5 16,-1 1-2-16,1 0 2 0,0-1-1 15,-1 3 8-15,1-1-4 0,0 0 2 0,0 0-4 0,-1 0-2 0,1 0 1 16,-2 0-1-16,1 0 1 15,0 0 5-15,-1 0-5 0,1 1 4 0,0-2-5 0,-1 1 1 0,2 0 0 16,-1 0 1-16,0 0-1 0,0 0-2 0,-1 0 4 16,2 1-5-1,-1 0 6-15,-1-1-2 0,1 1-1 0,-1-1 1 0,0 1-1 0,-1 1-1 0,-1-1 4 16,1 0-2-16,0 1 3 0,-1 0-6 0,2 0 2 16,-7-2 0-1,1 0 3-15,-1 0-2 0,17 5-2 0,-17-5 3 16,0 0-4-16,1 0-1 0,18 8 1 0,-19-8-1 15,0 0 2-15,0 0 4 0,16 8-3 0,-16-8 1 16,1 0-2-16,-1 0-5 0,0 1 5 0,16 11-3 0,-16-12 3 16,0 0-4-16,1 1 2 0,0-1 1 0,-1 1 0 15,17 11 0-15,-17-12-22 0,0 0-5 0,1 0-12 16,-1 0-73-16,1 0-135 0,-1 0-40 0,0 1-56 16,1-1-384-16</inkml:trace>
  <inkml:trace contextRef="#ctx0" brushRef="#br1" timeOffset="105330.22">12155 8701 1213 0,'0'0'368'0,"0"0"-133"0,0 0 183 15,0 0-347-15,1 0-14 0,0 0-20 0,-1 0-5 16,17 8-4-16,-17-8 3 0,0 0-7 0,0 0-1 0,0 0-5 0,1 1 1 0,18 8-12 16,-19-9 0-16,0 0 1 0,0 0-1 0,1 0 6 0,18 5 5 15,-19-5 2-15,0 0-1 0,1 0 3 16,15 4 7 0,-16-4-1-16,0 0 3 0,0 0-1 0,1 0 9 15,16 7-6-15,-17-7 4 0,0 0-15 0,0 0 1 16,0 0-5-16,21 7 1 0,-21-7-11 0,0 0-5 15,19 2 0-15,-19-2-2 0,0 0-4 0,22 1-1 16,-13-1-4-16,0 0 1 0,0-2-10 0,0 1-2 16,1-1 3-16,-1-1-2 0,1 0 0 0,0 0 8 15,-1-2-4-15,0 0 7 0,0 0 7 0,0-1-1 16,0 0 5-16,-2-1-3 0,0 0 21 0,0 0 3 0,1-2-3 16,0 1 2-16,-2-2-3 0,2 0 3 0,-1-1 7 0,-1 0-3 15,0 1 8-15,0 0 4 0,-2 0-7 0,0 0 7 16,1-2-7-16,-2 0-8 0,1 0-3 0,0-1-2 15,-1 0-16-15,1-1-1 0,-1 0-3 0,1-1 1 16,1-1 3-16,-2-1-9 0,2-1 9 0,0 0-8 16,-2-2 4-16,2 2 3 0,-1-1-5 0,0 1 5 0,0-2-3 15,0 2 3 1,-1-1 2-16,1 2 1 0,-1 0 5 0,-1-1 4 0,0 1-3 0,1 0 3 0,-2 0-3 0,1 0-3 31,0 0 2-31,-1-2-2 0,2 1-1 0,-1-2-10 16,-1 1 2-16,1 0-5 0,0 0 6 0,-2 0 0 15,1-1-1-15,1 1 0 0,-2 0 5 0,0 1-5 16,1-1 2-16,-2 1-4 0,1-1 0 0,0 1 6 16,-2 0 0-16,2 1 2 0,-1 0-5 0,-1 0 7 15,-1 0-1-15,1 2 4 0,-1 0 5 0,0 1-3 0,-1-1 4 16,-1 1-3-16,0-2 4 0,0 2-8 0,-2-1-1 16,1 1-2-16,0 0-2 0,-1 0-5 0,0-1 1 15,-2 2-2-15,1-2-5 0,-1 1-2 0,0 0 3 0,0 0-2 16,-1 1 4-16,0 1 5 0,0-1-2 0,-1 2 3 15,2-1 0-15,-1-1-3 0,2 2 3 0,-2-1-3 16,0 1 1-16,0 0 1 0,-1 1-1 0,0-1 1 31,1 2 0-31,-1-1-2 0,-1 1-1 0,0 0-1 0,0 1 2 0,-1-2-3 0,-1 1-1 0,0 2 0 0,-1-1 0 16,1 2-7-16,0 0 4 0,0 0-5 0,0 0 5 16,1 1-1-16,0 0-2 0,-1 1 1 0,-1 1-2 15,1 0 9 1,0-1-2-16,-1 1 4 0,0 1-7 0,-1-1 8 15,0 3-1-15,-1 0 4 0,0 0-6 0,1 0 5 16,1 1-3-16,2 0 6 0,0 2-3 0,1 0-8 16,1 0-1-16,-1 1-2 0,1 1 2 0,1 1-2 15,-2 0 3-15,1 2-2 0,-1 1-1 0,0 1 3 16,-1 3-1-16,1 1 2 0,-1 2-5 0,1 0 1 0,-1 2-2 16,2 0 2-16,0 1 1 0,2 0-1 15,1 1-4-15,2 2 1 0,0-1 1 0,2 1 2 0,-1 0 5 16,0 0-4-16,1 1 3 0,4 2 7 0,-2-1-2 15,2 0 6-15,-1 0-4 0,1 1-2 0,1 0-1 0,-1 3-1 16,0 0-1-16,1 3 0 0,0-1 1 0,-1-1-1 16,2 0 2-16,0 0-1 0,2 1-5 0,0 1 2 15,1 0 1-15,0-1-6 0,-2-1 8 0,3-2-8 16,0 0 7-16,1-1 7 16,1-1-3-16,0 1 6 0,1-1-1 0,0 0 9 15,0-1-2-15,3-1 5 0,-2-1 0 0,1-2-3 16,1-2 1-16,-2 0-3 0,1 1-2 15,0-1-9-15,0 1 0 0,0-2-2 0,-1-2-1 0,1-1-5 16,0-1-17-16,-1 0-8 0,1-2-154 0,-4 0-449 16</inkml:trace>
  <inkml:trace contextRef="#ctx0" brushRef="#br1" timeOffset="107447.39">9537 7055 2037 0,'0'0'311'0,"0"0"-106"0,0 0 150 15,0-1-295-15,0 1-21 0,-5-18-29 0,5 18-12 0,0-1-5 16,0 1 3-16,0-1-9 0,0 1 5 0,1-1 4 16,-1 1-1-16,19-14-1 0,-19 14 5 0,1 0-3 0,-1 0 4 15,18 2 2-15,-18-2 13 0,0 0-2 0,19 6 6 16,-19-6-3-16,0 0-8 0,19 7 3 0,-10-5-3 15,0 0 10-15,2 1-3 0,1 0 3 0,-2-1-3 16,2 1 0-16,1-1 6 0,0-1-3 0,2 0 5 16,1 2 6-16,0-3-4 0,3 2 5 0,-1-1-6 15,-1-1-1-15,1 2-6 16,0-1-3-16,1-1 0 0,2 1-11 0,-1-1 3 16,0 2-5-16,0-1 5 0,0 0-4 0,1 1 1 15,-1-1 2-15,0 1-3 0,0 0 2 0,0 1 0 16,0 0 2-16,-1-1-2 0,2-1-1 0,-1 0 12 15,0 2-9-15,0-2 10 0,0 1-11 0,1-1 9 16,0-1-3-16,1 0 5 0,1 1-9 0,1-1 5 0,-1 0 1 16,0 0 2-16,0-1-2 0,-2 1 4 0,0 0-4 15,-1 0 4-15,-1 0-6 0,-2 0-5 0,1 3 6 0,0-2-6 16,1 1 4-16,-1 1-1 0,-1-1-3 0,0 2 2 16,-1-1-4-16,1 0-3 0,0 1 2 15,0 0-2-15,-1-3 1 0,1 0-2 0,1 0 1 16,0-1-1-16,1 1 5 0,1-1-1 0,-1-1 1 0,0-1-1 15,0 1 3-15,0 0-1 0,0 0 3 0,-2-1-1 0,0 1 10 16,-1 0-6 0,1 0 4-16,-1 1-5 0,1 0-5 15,1 0 5-15,-2 1-6 0,-1 0 6 0,0 0-7 0,-1-1 1 0,-1 0 1 0,-1 0-1 16,1 1 3-16,0 0-2 16,-2-1 1-16,1 1 0 0,-2-1 8 0,0 0-10 0,0 0 2 0,-2 0-5 15,2 1-3 1,1-1 8-16,-1 0-5 0,1 0 7 0,-1 0-6 0,0 0 3 15,1 0-5-15,-2 0 4 0,0-1-7 0,-1 1 4 16,-1 0 2-16,0-1 1 0,1 2 0 0,0-3 1 16,-3 1 2-16,2 1-1 0,-1-1-1 0,0 1-3 15,0 0 0-15,-6 0-1 0,0 0-2 0,1 0 5 16,0 0-3-16,14-2 3 0,-15 2-9 0,0 0 1 16,0 0-4-16,1 0 3 0,-1 0-18 0,1 0-3 0,-1 0 1 15,0 0-3-15,0 0-15 0,0 0-29 0,0 0-13 16,0 0-10-16,0 0-95 0,0 0-119 0,-1 0-29 0,-14 6-55 15,2-4-369-15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9T00:16:28.2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857 1159 1545 0,'0'0'81'16,"0"0"-10"-16,0-1 33 0,0 1-36 0,0 0-32 16,0-1-27-16,-2-15-46 0,2 16 8 0,0 0-7 0,0 0 42 15,0-1 3-15,-1 1 0 0,0-1 1 0,1 1 6 0,-17-10 11 16,17 10-1-16,0 0 3 0,0-1 2 0,-18-8 2 16,18 9-2-16,0 0 0 0,0 0-6 0,-20-10-7 15,20 10 3-15,0 0-4 16,-1 0 1-16,-19-6-11 0,20 6 0 15,-1 0-3-15,-14-3 3 0,15 3-4 0,-1 0 2 16,0 0-4-16,-19-1-5 0,20 1 7 0,-1 0-2 0,1 0 4 0,-20 5-9 16,20-5 0-16,0 0 0 15,-1 0 0-15,-18 10 4 0,19-10-6 0,0 1 0 0,-1-1-2 16,-19 17 4-16,20-17-5 0,0 0 1 16,-14 21-2-16,8-13 6 0,0 2-1 0,1 1-3 0,-2 2 1 15,4 0 7-15,-2 0-7 0,1 1 7 0,1-1-7 0,-1 1 8 0,0 1-1 16,1 0-1-16,0 0-2 15,0 0 8-15,2 0-3 0,-1-1 4 0,2-1-3 16,2-2 3-16,2 0 3 0,0-1-3 0,2 0 1 16,1-2-4-16,0-2 0 0,2-1 1 0,-1-2 0 0,-1-1-3 15,1-1 9-15,-1-1 0 0,1-1 3 0,-1-1 5 16,0-3-1-16,1 2 1 0,-1-2-2 0,1-1-2 0,-1 0-3 16,1-3 1-16,-1 0-2 0,2-2-3 15,-1 0 2-15,0 0-3 0,0-2 3 0,-1 1-9 0,1-2 3 16,-1 0-2-16,1-1 3 0,0 1-2 0,1-1-1 15,1 0 2-15,-1 2-2 0,0 0 3 0,-1 1 3 16,-2 1-4-16,0-1 4 0,-3 2-6 0,1 1 2 16,-1-1 0-16,0 3 1 15,-1 1 2-15,-2 6-1 0,0 0 0 0,0-1-2 16,3-16-4-16,-3 17 3 0,0 0 1 0,0 0 0 16,0 0-7-16,0 0 5 0,0 0-7 15,0 0 7-15,0 0-8 0,0 0 2 0,0 0 3 16,0 0-2-16,0 0-1 0,0 1 1 0,-3 20 3 0,3-13-1 15,0 1 8-15,0 1-2 0,1 1-3 0,1 1 2 16,-1 0-7-16,2 0 4 0,0 1-1 0,-1 1 3 16,1-1 4-16,0 2-6 0,1-2 2 0,-1-1-5 15,0 1 3-15,1-1 6 0,0-1-2 16,0-1 3-16,0 0-11 0,1-3 9 0,0 0-5 0,-1-1 6 0,0-1-7 16,1-1-32-16,-5-4-9 0,0 0-12 0,0 0-77 0,1 0-64 15,17 7-16 1,-18-7-32-16,0 0-236 0</inkml:trace>
  <inkml:trace contextRef="#ctx0" brushRef="#br0" timeOffset="645.23">531 973 1877 0,'-6'-2'18'15,"0"1"-11"-15,6 1 10 16,-1 0-26-16,0 0-2 0,1 1-1 0,-16 21 4 0,13-11 3 16,-1 0 0-16,-1 0 3 0,-4-7 1 0,4 7-3 15,0-1 3-15,1 2-6 16,-1-1 7-16,0 1 6 0,1 1 2 0,-1 0 30 0,2 1-3 0,-2 0 0 0,0 1-3 15,0 2-5-15,0-1 10 0,1 3-7 16,1 0 6-16,-2 1-21 0,1 3-9 0,0-1 1 0,2 3-4 16,-1-2 3-16,1 3-6 0,1 0 3 0,1 0-4 15,1 1 7-15,1-1-4 0,-1-1 1 0,2-1-2 16,0-1 6 0,1 0-4-16,2-1 0 0,0-3 0 0,1-2 3 15,-2-2-4-15,3-1-3 0,-1-1-5 0,-1-1-52 16,1-4-67-16,0 1-1 0,-1-5-26 0,1 0-52 15,0-3-163-15</inkml:trace>
  <inkml:trace contextRef="#ctx0" brushRef="#br0" timeOffset="978.95">1140 942 2339 0,'0'0'84'0,"0"0"-53"0,0 0 49 0,14 3-114 0,-5 3 10 15,1 2 14-15,1 2-20 0,-1 1 5 0,-2 1-12 16,-1 1 17-16,-6-5 11 0,5 4 2 0,-2 2 4 15,1-1 0-15,-3 1 3 0,1-1-2 0,0 3 2 16,-2 0-2-16,1 2 1 0,-1 0 5 0,-2 1-1 16,2 0 17-16,-3 1-4 0,1 1-3 0,-2-1 0 15,0 3-11-15,-1-2 5 0,-1 1-1 0,-1 0 2 16,0 0-6-16,-2-1 3 0,1 1-1 0,-2-3 1 0,0 2-5 0,-2-2-87 16,-1-2-6-1,0 1-37-15,0-2-100 0</inkml:trace>
  <inkml:trace contextRef="#ctx0" brushRef="#br0" timeOffset="1820.56">367 1705 1979 0,'0'0'84'0,"0"0"-31"0,0 0-2 0,-1 0-36 0,0 0-22 0,1 0-14 0,-1 0 1 32,1 0-3-32,0 0 4 0,0 0 14 0,0 0-2 0,-1 0 7 15,1 0 7-15,0 0 6 0,0 0 3 0,0 0 0 16,0 1 15-16,0-1 14 0,0 0-8 0,7 17 9 15,-7-17-7-15,0 0 10 0,1 0-6 0,16 8 4 16,-17-8-16-16,0 0 3 0,19 0 4 0,-18 0-2 16,15 1 2-16,-7-1-10 0,0-1 7 0,0 0-8 15,0-1-2-15,1 2-4 0,0-1-6 0,0 1 3 0,1-1-8 0,0 1-1 16,-1 0 0-16,1-1 0 0,0 1 0 16,0-1-4-16,-2 1 3 0,1-1-3 0,0 1 7 0,1 0 2 15,2-1-2-15,1 0 2 0,0 0-3 0,1 0-1 16,-1-1 0-16,-1 1 0 0,0 1-1 0,0-1-1 15,0 0 2-15,0-1-1 0,0 0 0 0,-1 0-1 16,1 0-3-16,-1 0 2 16,0-1 3-16,1 2-4 0,1-1 2 15,0 0-3-15,1-1 1 0,0 1-3 0,0 1 4 16,0 1-4-16,-1 0 1 0,0-1-1 0,0 0-1 16,-2 1 1-16,1 0 3 0,-1 1-1 0,0-2 1 15,0 1-2-15,1-1-4 0,0 1 5 0,0 1-4 16,1-3 5-16,1 2-2 0,-1-2-3 0,2 0 3 0,-1 1-3 15,0 0 8-15,-1 0-6 0,-1-1 3 16,1 2-3-16,-1-1 4 0,-1-1-6 0,0 0 2 0,0 1-2 16,0 0 11-16,-2 0-8 0,1 1 4 0,0-1-5 15,0 0-3-15,1 0 5 0,1 0-3 0,-1 0 5 0,0 0-5 16,0 1 8-16,-1-1 2 0,-1 1 0 16,1 1-4-16,-2-1 7 0,1 1-6 0,0-1 6 15,0-1-13-15,0 1 8 0,-2 0-3 0,0 0 3 16,-1 1-4-16,1 0-3 0,-1-1 1 0,0 1-2 0,-7-1-2 0,0 0 0 15,19 3 1-15,-19-3 2 0,0 0 4 0,1 0-2 16,17 6-4-16,-18-6 0 0,0 0-19 0,0 0-179 16,0 0-5-16,0 0-93 0,0 1-345 0</inkml:trace>
  <inkml:trace contextRef="#ctx0" brushRef="#br0" timeOffset="4461.76">604 5322 2483 0,'-5'-2'105'0,"5"2"-47"16,-1 0 52-16,0 0-127 0,1 0 5 0,-1 1-2 0,1-1-2 16,-8 16 4-16,8-16-5 0,0 1 6 0,-1 16 10 15,2-8-2-15,0 2 3 0,1 0-4 0,-2 1 5 16,0 3 1-16,0-1 4 0,-1 2 4 0,-1 0 0 15,2 1-3-15,-1 0 2 0,0 2 1 0,-1-1-2 16,-1 1-1-16,1 0-1 0,-1 0 6 0,-1 0 4 16,1 0-2-16,1-1 1 0,1 1-9 0,-1-1 1 31,0 0 1-31,-1 0-2 0,1 1-3 0,0-1 5 0,1-1-6 16,-1 0 5-16,-1-1-4 0,1-1 1 0,0-1 3 15,1-1-3-15,0-2 6 0,0-2-2 0,0-1 2 16,1-8-1-16,0 1 6 0,0-1 5 0,0 0 3 15,0 1-1-15,0-1-4 0,0 0-10 0,13-1-2 0,-8-8-2 16,0-2-2-16,2-3-2 0,1 1 3 0,-1-4-3 16,2 2 7-16,-1-1-7 0,2 0 1 0,0 2-1 15,0-1 0-15,0 1 4 0,0 0-3 0,-1 3 2 16,1 0-6-16,0 0 3 0,0 1-1 0,1 2 1 0,-1-1-4 0,0 3 1 16,1 0-1-16,0 1 2 0,-2 0 6 15,1 1-8-15,-1 2 2 0,-2 0-5 0,0 2 11 0,-1 0-5 16,0 1 2-16,0 3-4 0,-1 0 5 0,-1 1 0 15,0 1-1-15,1 0 1 0,-2 1-3 0,-1 0 3 16,1 1 2 0,-2 1 0-16,0 0-7 0,-2 0 5 0,-1 0 0 15,-1 2 3-15,-1-1 2 0,-3 0-3 0,0 2-2 16,-1-1 1-16,0 1-1 0,-2 1 1 16,0-3 1-16,0 2 0 0,-2-1 8 0,-1-1-1 15,-1 1 3-15,1-1-2 0,-2-1 0 0,2 1 3 0,-2-1-7 16,-1 0 6-16,1 0-4 0,-1-1 0 0,1-1 1 15,3 1-2-15,0-1-1 0,2-1-2 0,0 1-1 16,0-2 0-16,2-1-4 0,0 0-1 0,-1-1 1 0,1 0-1 16,1-2-5-16,-1 0-7 0,3-1-12 0,5 0 1 15,0 0-48-15,-1 0-43 0,0 0 1 0,-17 4-22 16,18-4-67-16,0 0-144 0,0-1-92 0</inkml:trace>
  <inkml:trace contextRef="#ctx0" brushRef="#br0" timeOffset="4863.18">421 5314 2537 0,'-12'-2'190'0,"3"0"-151"0,-1 1 17 16,10 1-62-16,0 0 6 0,-1 0-26 0,-18 8-2 0,13-2-11 0,1 1-12 15,-1 3 19-15,-2 5 3 0,2 1 6 0,-3 4 21 16,0 1 15-16,1 0-2 0,-1 2 9 0,0 1 10 15,1 1 8-15,1 1-1 0,-1 2 3 0,3 0-9 16,-2 2 1-16,2 0-4 0,0 2 1 0,1 1-10 0,0 1-9 16,2 2 1-16,2-1-5 0,-1 1-4 0,2-2 2 31,1-1-2-31,2-3 1 0,0-1-4 0,2-1-48 16,0-3-2-16,0-1-20 0,1-4-51 0,-1-3-42 15,1-3-10-15,1-2-17 0,-1-4-93 0,1-3-260 0</inkml:trace>
  <inkml:trace contextRef="#ctx0" brushRef="#br0" timeOffset="5196.12">987 5196 3240 0,'0'0'96'0,"0"0"10"0,0 0-133 0,0 1 6 15,0-1-2-15,15 23 6 0,-7-13 3 0,-1 3 4 32,2 2-5-32,-2 3 5 0,0 1-2 0,-1 1 5 15,-2 2-1-15,-1 2 1 0,1 1 5 0,-1 2 0 16,-3 0 11-16,0 2-5 0,-3-1 34 0,-1 0 7 0,0 2-6 15,-2 1 7-15,1 1-2 0,-1 2-12 0,1-1 1 16,0 0-6-16,0 0-14 0,-1 0-8 0,0-1 0 16,-1 1-4-16,-1-1-5 0,-1-1-135 0,-1 1-20 15,-1 1-64-15,-1 1-316 0</inkml:trace>
  <inkml:trace contextRef="#ctx0" brushRef="#br0" timeOffset="48129.13">1817 4804 1848 0,'-5'-1'93'0,"5"1"-11"0,-1 0 0 16,1 0-37-16,-1 0-29 0,1 0-19 0,0 1 3 0,0-1-4 15,0 18 9-15,0-18 4 0,0 0 0 0,0 0 2 16,8 18 7-16,-8-18 5 0,0 1 1 0,10 15 3 16,-10-16 13-16,0 0 6 0,1 1-1 0,14 17 2 31,-15-18-3-31,0 1-10 0,1-1 2 0,17 18-7 15,-18-18-9-15,0 1-2 0,19 10-4 0,-19-11 1 16,1 0-3-16,22 8-11 0,-14-4 8 0,0-2-9 0,2 2 9 16,1-1 0-16,0 0-4 0,0-2 3 0,1 0-2 0,-1 1 0 15,1-1 5-15,1 0-4 0,0 1-3 0,0-2 5 16,0 0-4-16,0 1 6 0,-1-1 2 0,0-1-5 0,0 1 1 16,1 0-3-16,2 0 6 0,1 0-1 15,1 0-3-15,0 0 0 0,-1 0-5 0,2 0 0 16,-1 0 4-16,0-2-4 0,-1 1 3 0,-1 0 8 15,1 0-5-15,0 0 6 0,2-1-5 0,2 1-5 0,0-1 2 16,1 2-2-16,1-1 1 0,-2-2-1 0,-1 3 0 16,-2-3-1-16,1 3-2 0,-1 0-1 0,2 0-1 15,2 1 1-15,0 0 4 0,1-1-4 0,0 2-1 16,-1-2-1 0,-1 1-3-16,0 0 4 0,0 0 1 0,-3 0 2 15,1 0 0-15,2 1-2 0,0-2-1 0,2 0 0 0,1 1 2 0,-1 0-2 16,0 0 0-16,-1 0 0 15,-1-1 4-15,-2 0-4 0,1-1 3 0,2 0-3 16,0 1 1-16,3 0-1 0,0 0 0 0,0 0-1 0,-2 1 5 16,0 0-5-16,-2 1 2 0,-1 0-3 0,1-2 1 0,1 2 2 15,2-1 0-15,2 0 3 0,0 1 5 0,0 0-1 16,-1-1 2-16,0 0 4 0,-2 1 49 0,2-2-40 16,2 0 10-16,-1 0-25 0,1 0-5 0,1 1-4 15,-2 0 5-15,-2 0-5 0,0-1 5 0,-1 2-4 16,2-3-1-16,2 2-3 15,0-1 4-15,1 1 0 0,-1 0 1 0,0-1 0 0,-2 2-1 16,-2-2 0-16,3 3 2 0,0-3 0 0,1 1 3 0,2 0-7 16,-1-1 1-16,0 1-3 15,-1 0 6-15,-2 0-1 0,0 1-1 0,2-1-1 0,1 0-3 0,0 0 5 0,1 0 0 16,-1 1 3 0,-3-1-7-16,0 2 5 0,0 0-3 0,1 0 4 0,2 0-4 15,0-1 1-15,-1 0 0 0,0 1 0 0,-2-1 2 0,0 1-2 16,-2-1 2-16,2 1-2 0,2-1 1 0,0 0 0 15,0 0 0-15,-1 0-1 16,0 0-4-16,-2 0 3 0,-2 0-1 0,1 0 2 16,1 1 4-16,0 0-2 0,2 0 2 0,-1 0-3 15,0 0-4-15,-2 0 2 0,-1 0 0 0,-2 1 1 0,-1 0 3 16,2 0 0-16,1 0 2 0,1 1-3 0,0-1 0 16,-1 1-1-16,-1 1-1 0,-2-2 0 0,0 1-2 0,-2 0 4 15,-2-1-2-15,0 0 4 0,0 0 3 0,1-1 11 16,1 2 1-16,1-1 3 15,0-1 8-15,-1-1-8 0,0 1-1 0,-1-1-2 16,0-1-1-16,-1 2-4 0,0 0 1 0,-2-2-3 0,1 2-1 0,-1-2 0 16,-1 0-1-16,1 0 0 0,1 1-3 0,0-1-3 0,2 1 3 15,-2-1-3 1,0 0 1-16,-2-1-4 0,0 1 2 0,-1-1-2 0,-1 0 6 0,-1 0-10 0,-1 1 1 16,0 1-4-16,-1-1 6 0,-1 0-107 0,-6-1-25 0,0 0-47 31,1 0-241-31</inkml:trace>
  <inkml:trace contextRef="#ctx0" brushRef="#br0" timeOffset="50693.94">7711 9421 995 0,'0'0'322'15,"0"0"-98"-15,0 0 156 0,0 1-259 0,0-1-43 16,-1 1-36-16,0-1-32 0,-8 19-5 0,9-19 5 15,0 0-7-15,0 1-3 0,0-1 3 16,0 1-3-16,0-1 3 0,0 1 0 0,4 16 5 0,-4-17 0 16,0 0 20-16,0 0 8 0,1 1-5 0,-1-1 6 0,1 1-4 0,14 9 0 15,-15-10 1-15,0 0-1 0,1 0-2 0,0 0-10 16,17 5 7 0,-18-5-9-16,0 0 8 0,1 0-6 0,16 7 1 0,-17-7-3 0,0 0-5 0,0 0-1 31,19 9-1-31,-19-9 1 0,1 0 0 0,-1 0-8 0,18-3 1 15,-18 3-4-15,1 0 5 0,-1 0-4 0,18 3 6 16,-18-3-4-16,1 0 13 0,15-2 0 0,-16 2 3 16,0 0-1-16,17-4 6 0,-17 4-3 0,1 0 2 15,16-2-4-15,-17 2-1 0,0 0-5 0,20-2-4 0,-20 2 1 16,0 0-7-16,17 1-1 0,-17-1-1 0,1 0 1 16,16 4-2-16,-17-4-1 0,0 0 2 0,17-1-3 15,-17 1 0-15,1 0 0 0,-1 0 3 0,21-6-2 16,-21 6 0-16,0 0 3 0,16 5-2 0,-16-5 3 0,1 0-1 0,-1 0 2 15,19-5-2-15,-19 5 2 0,0 0 3 16,1 0 4-16,17 0-3 0,-18 0 2 16,1 0-12-16,-1 0 3 0,19-7-1 0,-19 7 1 0,0 0 0 0,0 0-3 15,20 1 2 1,-20-1-1-16,0 0 3 0,0 0 1 16,21-2 2-16,-21 2-3 0,0 0 0 0,19 3-4 15,-19-3 3-15,0 0-3 0,19 3 4 0,-19-3 1 0,0 0-3 16,17 3 3-16,-17-3 1 0,1 0 1 15,15 2-1-15,-16-2 2 0,1 0-4 0,16 4 0 16,-17-4 2-16,0 0-3 0,19 0-1 0,-19 0 6 0,0 0-2 16,17 3 3-16,-17-3-1 0,1 0 2 0,17-5 1 0,-18 5-1 15,0 0 1-15,17 0 1 16,-17 0-4-16,0 0 2 0,18 6-13 0,-18-6 9 0,1 0-4 0,14 3 7 16,-15-3-10-16,1 0 2 0,18 3-2 0,-19-3 3 15,0 0-3-15,21-4 6 0,-21 4 0 0,0 0 3 16,22 4-1-16,-21-4 2 0,0 0 2 0,20 0 0 15,-21 0-3-15,0 0-2 16,20 5-1-16,-20-5 0 0,1 0-1 0,17-1-4 0,-11-1 1 0,0 0-1 0,-1 2 3 0,1 3 3 16,-1-4-4-16,1-1 2 0,-1 5-7 15,0-2 5-15,-1 1 0 0,2-1 3 0,-1-5-6 0,3 0 2 32,-9 4 0-32,0 0 2 0,16 0 0 0,-16 0-1 15,1 0 1-15,17-2-1 0,-18 2-3 0,1 0 2 16,20 2-1-16,-21-2 3 0,0 0-3 0,21 9 2 0,-21-9 3 15,0 0-2-15,22 1-4 0,-22-1 7 16,1 0-7-16,21-3 6 0,-22 3-4 0,1 0 3 0,20-1 0 0,-21 1-1 0,1 0-4 16,20-2-1-16,-21 2 2 15,0 0 0-15,20-7 5 0,-20 7-4 0,0 0 1 16,20 1-2-16,-20-1 0 0,0 0 0 0,20-7 0 0,-13 4 1 16,-1 2 1-16,1-1 0 0,1 6 0 0,-1-7 0 15,1 4-2-15,1 3 0 16,-1-4 3-16,-1 3-1 0,1 1 2 0,0-4-4 15,-1-1 1-15,1 2-1 0,0-5 5 0,-1 2-2 16,1 5-3-16,-1-5 0 0,0 3-1 0,0-4 1 0,-1-1 2 0,0 4-2 0,1 0 2 16,-1 1 0-16,1-2-1 15,-1-3 1-15,1 3-2 0,-1 3 1 0,0-3 2 16,0 1 0-16,1-1 6 0,-2 2-5 0,0-1-1 0,2-1-2 0,-2 1 1 0,2-3-1 31,0 7 2-31,0-3-2 0,2 0-1 0,-2 0 2 16,1-3 1-16,0 2 0 0,0 1-3 0,0 1 2 0,-1-3-3 0,0 1 4 0,1 1-2 15,-1-2-1 1,1 5 1-16,0-3-2 0,0-3 1 0,-1 5 1 16,0-2 2-16,0 2 0 0,0 1 1 0,1-6-1 15,-1-1-4-15,1 3 1 0,0 0 1 0,-2 0-2 16,0 4 2-16,0-5-1 0,1-1 0 0,0 2 0 0,2-1 0 16,-1 3 0-16,0 4 0 0,0-3 2 0,1 0-1 15,-1 0 0-15,-1 1 0 0,1-2 0 0,-1-2 2 0,1 1-1 16,0 0 4-16,0 1-9 0,0 4 2 0,-1-6-4 15,1 0 11-15,-1 1-6 0,0-1 5 0,-1 0-6 16,1 1 4-16,0 0-3 0,-1-3-1 0,-6 2 0 16,0 0 1-16,19-5-2 0,-19 5 4 0,1 0-2 0,20-4 4 15,-21 4 2-15,1 0-2 0,15 6 2 0,-9-5-2 16,1 4 0-16,-1-4-3 0,0 3 3 0,0 0-2 0,0-5-2 31,1 5 3-31,0-3-3 0,-1 0 4 0,2 2 0 16,-2-2-3-16,1-1 2 0,0 0-3 0,0 0 0 15,-1 0 3-15,0 0-2 0,1 2 6 0,-1 0-7 16,0-2 1-16,0-1-3 0,0 0 3 0,-7 1 0 16,0 0-1-16,16-1-1 0,-16 1-7 0,1 0-41 15,0 0-41-15,17-3-16 0,-18 3-314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6:21:50.738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2234 2465 2082 0,'0'0'156'0,"0"0"-11"0,0 0-11 0,-1 0-115 16,1 0-50-16,0 0 15 0,0 0 1 0,0 0 5 0,0 0 4 31,0 1 11-31,0-1-1 0,0 0 7 0,-3 18 1 0,3-18 1 16,0 0 5-16,0 0-2 0,1 1 11 0,-1-1 3 15,1 0 4-15,18 8 1 0,-19-8 20 0,0 0-16 16,0 0-1-16,17-3-6 0,-17 3-7 0,1 0 2 16,-1 0 3-16,19-3-1 0,-19 3 4 0,0 0-10 15,1 0 2-15,20-4-4 0,-21 4 2 0,1 0-2 16,19-2-2-16,-19 2-1 0,16-4-5 0,-7 2 4 0,2 0-5 15,1 0 4-15,1 0-7 0,0-1-6 16,0 1 6-16,1 0-6 0,0-1 5 0,0 1-4 0,0 0-1 16,1 0 0-16,-1 0 6 0,1 0 1 0,1 0 0 0,-1 0 0 15,1-1 4-15,2 1-1 0,1-1 3 0,0 2-3 16,2-1-1-16,-2 1-4 0,0-1 0 0,0 1-1 16,0 0 2-16,-2 1-5 0,0 0 0 0,1-1-1 15,1 1 1-15,0 0 2 0,1 0 1 0,-2 0-2 16,1 0-2-1,-1 0-4-15,-1 0 1 0,-1 1 0 0,-1-1 9 16,1 1-4-16,-1 0-1 0,3-1 1 16,-1 1 4-16,0 0-7 0,2 0 4 0,-3 1-6 0,1-1 7 0,-1 1-3 15,0-1 3-15,0 0-4 0,-2 1-3 0,0 0 1 16,-3 1-2-16,1-1 3 0,0 1 4 0,-1 0-4 16,0-1 1-16,-2 1-3 0,1-1 2 0,-1 1-2 15,0 1 0-15,-1 0-2 0,-2-1-12 0,-1 1-146 16,1 0-14-16,-2 1-69 0,0 1-261 0</inkml:trace>
  <inkml:trace contextRef="#ctx0" brushRef="#br0" timeOffset="4959.17">2991 3437 328 0,'0'0'211'0,"0"0"86"0,0 0 2 16,0 0-206-1,0 0-64-15,0 0 9 0,0 0 3 0,0 0 0 16,0 0 5-16,0 0 28 0,0 0-10 0,-1 0 13 16,1 1-27-16,-1-1-22 0,1 1 9 0,-1-1-12 15,1 1 17-15,0-1 9 0,0 1-5 0,0-1 7 0,0 1-7 16,-1 15 4-16,1-16 2 0,0 0-1 16,1 0-1-16,-1 0 6 0,0 0-3 0,1 0 3 15,-1 0-8-15,17 8-3 0,-17-8-2 0,0 0 0 0,0 0-4 16,1 0-13-16,0 0 3 0,-1 0-7 0,17 1 2 0,-17-1-10 15,1 0 0-15,-1 0-3 0,0 0 0 0,17 0-4 16,-17 0 1-16,0 0-1 0,1 0 4 0,-1 0 0 16,19-2-2-16,-19 2 0 0,1 0-1 0,-1 0-2 15,21-4 4-15,-21 4-2 16,0 0-1-16,18-3 1 0,-18 3-5 16,1 0 4-16,17-4-1 0,-18 4-4 0,1 0 3 0,17-1-4 15,-18 1 0-15,1 0 0 0,16 2-1 0,-17-2 0 16,0 0 5-16,17 2-4 0,-17-2 2 0,1 0-3 0,17 2-2 15,-18-2 3-15,1 0 0 0,18 2 2 16,-19-2-1-16,0 0 2 0,20 3-4 0,-20-3 2 0,0 0 1 16,23 2 1-16,-23-2-1 15,1 0 1-15,20 2-4 0,-20-2 5 0,0 0 1 0,19 4 1 16,-20-4-2-16,0 0 0 0,20 4-1 0,-20-4 1 16,0 0-3-16,21 3 6 0,-21-3-3 0,0 0 4 15,17 4-2-15,-17-4 2 0,0 0 1 0,1 0 0 0,18 4 3 0,-19-4-1 16,0 0-2-16,0 0 2 0,17 3-3 15,-17-3 4-15,1 0 1 0,-1 0 0 0,1 0 0 16,16 5-10-16,-17-5 5 0,0 0-6 0,1 0 3 0,-1 0-2 16,0 0 2-16,19 4-2 0,-19-4-2 15,0 0 2-15,1 0-2 0,-1 0 3 0,0 0 2 0,17 3-4 16,-17-3 2 0,0 0-2-16,0 0 6 0,0 0-2 0,1 0-2 15,-1 0 1-15,0 0-2 0,1 0 2 0,0 0-1 0,-1 0 1 0,0 0-3 0,1 0-1 16,-1 0 2-1,1 0-2-15,-1 0 4 0,0 0-1 0,1 0 3 16,-1 0-3-16,1 0 1 0,0 0-4 16,-1 0-1-16,0 0-1 0,1 0 5 0,-1 0-29 0,0 0-6 15,0 0-14-15,0 0-67 0,0 0-45 0,0 0-1 16,0 0-15-16,0 0-27 0,0 0-68 0,0 0-3 0,0 0 104 16,0 0 1473-16</inkml:trace>
  <inkml:trace contextRef="#ctx0" brushRef="#br0" timeOffset="5768.52">2942 3503 1951 0,'0'0'135'0,"0"0"-39"0,0 0-5 16,0 0-45-16,0 0-58 0,1 0 13 0,0 0 11 0,19 0-12 15,-20 0-4-15,0 0 5 0,0 0 1 0,18 1 2 16,-18-1 5-16,1 0-5 0,-1 0 2 0,19 2-3 15,-19-2 13-15,1 0 28 0,-1 0-4 16,20-3 13-16,-20 3 1 0,0 0-7 0,1 0 2 0,18-5-5 0,-19 5-2 16,0 0-9-16,1 0-2 0,18-7-3 0,-19 7-6 15,0 0-6-15,1 0 1 0,19-8-3 16,-20 8-5-16,1 0-4 16,16-8 2-16,-17 8-3 0,1 0 3 0,17-9-1 0,-18 9 2 0,0 0 0 15,19-9 0-15,-19 9 2 0,0 0-1 0,16-9 2 0,-16 9-1 0,0 0-4 16,1 0 2-16,17-8-3 0,-18 8 0 0,0 0 0 31,0 0 0-31,18-7 1 0,-18 7 5 0,0 0-7 16,1 0 2-16,17-5-4 0,-18 5 5 0,1 0 3 0,-1 0 3 15,19-6-3-15,-19 6-9 0,1 0 11 16,16-1-8-16,-17 1 10 0,0 0-7 0,1 0-6 16,17-3 4-16,-18 3-3 0,1 0 6 0,-1 0 0 0,0 0-3 0,17 2 1 15,-17-2-6-15,0 0 0 0,0 0 2 0,0 0-2 16,1 0-3-16,-1 0-80 0,0 0-6 0,0 0-34 15,0 0-107-15,0 0-158 16,0 0-152-16</inkml:trace>
  <inkml:trace contextRef="#ctx0" brushRef="#br0" timeOffset="7375.78">3561 3429 1318 0,'0'0'98'0,"0"0"-47"32,-1 0 51-32,1 0-135 0,0 0-3 0,0 0-5 15,0 0-52-15,0 0 17 0,0 0-22 0,0 0 57 0,0 0 23 16,0 0 2-16,0 0 7 0,0-1 9 0,0 1 4 16,0-1 9-16,0 1 0 0,1-1 40 0,0 1 26 15,-1-1-2-15,0 1 9 0,1 0 0 0,-1-1-20 0,1 1 3 16,-1 0-9-16,17-7-5 0,-17 7-6 15,0 0-4-15,0 0 1 0,1 0-4 0,-1 0-10 16,1 0 5-16,-1 0-8 0,1 0-1 0,16 1-2 0,-17-1-3 16,0 0 1-16,0 0-4 0,0 0-2 0,0 0-1 15,1 0 0-15,-1 0 3 0,19 3-5 0,-19-3-2 0,0 0-3 16,0 0-10-16,1 0 8 0,16 0-4 0,-17 0 4 16,0 0-4-1,1 0 3-15,-1 0 1 0,20 0 0 0,-20 0 7 16,1 0-1-16,-1 0 3 0,19-1-1 0,-19 1 1 15,1 0-3-15,16 0 0 0,-17 0-1 0,1 0 0 16,18 0 3-16,-19 0-4 0,0 0 4 16,20-1-4-16,-20 1 0 0,0 0 0 0,19 1 0 0,-19-1-5 15,1 0 12-15,18-1-6 0,-19 1 8 16,0 0-6-16,21 1-3 0,-21-1 3 0,1 0-5 0,20-1-3 0,-21 1-1 16,1 0-4-16,21 2 3 0,-21-2-5 15,-1 0 3-15,22 0-1 0,-21 0 3 0,0 0-7 0,19 0 2 16,-20 0 0-16,1 0 3 0,20 0-1 0,-21 0-3 0,16 1 3 15,-7-1-3-15,-1 0 6 16,2 0-4-16,-2 0 0 0,1 0-1 0,1 2 0 0,-2-2 0 0,1 0 0 16,0 0 1-16,0 0 1 0,-1 0-4 0,1 1 2 15,-1-1-3-15,0 1 4 0,1 0-1 16,-1 0 1-16,2 0 0 0,-2 0 4 0,1 0 7 0,-1-1-2 0,2 2 4 16,-1-2-5-16,2 2-6 0,-1-1 2 0,2 0-3 31,0-1 1-31,-1 2-2 0,0-1 1 0,0-1 0 0,-1 2 4 0,0-1-5 15,1 0 1-15,0 0-1 16,-1 0 1-16,0 0-5 0,0 0 6 0,0 0-4 16,-1 0 6-16,0 0 3 0,0-1-4 0,1 1 4 0,0-1 3 15,3 1-5-15,-1 0 5 0,2-1-6 0,0 0-2 16,-1 0 5-16,1 0-8 0,-1 0 7 0,-1-1-6 16,2 0 2-16,0 1 0 0,-2-1-1 0,1 1-1 0,-1 0 4 15,-2 0 4-15,1 0-1 0,-1-1 8 0,1 0-5 16,1 1 0-16,-1 0-2 0,2 0 0 0,-1-1-2 15,-1 0 2-15,0 0-1 0,0 1 2 0,-1 0-5 16,-1-1 1-16,-1 1-1 0,0 0 6 0,-1-1-5 0,0 0 2 0,0 0-4 16,-1 1 2-16,0-1 1 0,-6 1 1 0,1 0 0 31,-1 0-2-31,16-1 2 0,-16 1 1 0,0 0 0 0,0 0 2 0,1 0-4 0,-1 0 1 16,0 0 0-1,1 0 5-15,-1 0-12 0,1 0-12 0,0 0-2 0,-1-1-57 0,0 1-26 0,0-1-8 16,0 1-11-1,0-1-70-15,0 1-109 0,-11-12-101 0</inkml:trace>
  <inkml:trace contextRef="#ctx0" brushRef="#br0" timeOffset="8409.18">3544 3416 33 0,'0'0'828'15,"0"0"-361"-15,-1 0 431 0,0 0-916 0,-15-2-5 0,16 2-5 16,0 0 3-16,0 0-6 0,0 0 7 0,0 1 9 0,-1-1 11 31,1 1 0-31,-9 16 2 0,9-17 0 0,0 0 2 16,0 0 3-16,0 0-1 0,0 0 9 0,0 1 48 0,0-1-3 0,0 1 19 0,0-1 2 0,1 1 1 31,-1-1-5-31,0 1 2 0,0-1-16 0,1 0-24 16,0 0 2-16,17 6-10 0,-18-6-10 0,0 0-6 15,0 0-5-15,0 0 0 0,1 0-11 0,18 1 5 16,-19-1-2-16,1 0 3 0,-1 0-3 0,19-2 3 0,-19 2-1 16,0 0 1-16,18-4 4 0,-18 4 1 0,1 0 1 15,17-5 0-15,-18 5 4 0,0 0 1 0,22-5 0 0,-13 3 1 16,0 0 2-16,0-1-9 0,1 1 4 0,0-2-7 15,1 2 3-15,1-2 0 0,0 1-4 0,1 1 2 16,0 0-5-16,0 0-1 0,0 0 3 0,-1 1-1 0,1 0 0 16,0 1 3-16,-1 0-3 0,-1-2 1 15,1 3 4-15,-1-1-8 0,1 1 3 0,0 1-4 0,-1-2 5 0,3 0 3 32,-1 1 0-32,2 0-1 0,-1-1-4 0,1 0 2 15,0 0-2-15,0 1 3 0,-2-1-3 0,0 2 3 16,1 0 1-16,0-1 0 0,0 1-11 0,0 1 10 15,-1-2-1-15,0 0 5 0,2 2-4 0,-1-2 1 16,3 1-2-16,-1 0 4 0,1-2 16 0,0 1-12 16,-1 0 3-16,2-1-7 0,-1 1-8 0,0-1 12 15,-2 1-3-15,1-1 6 0,-1 0-10 0,1 0-4 16,1 0 3-16,1 0-3 0,-1-1 8 0,0 0-5 0,0 0 3 0,-1 0-2 16,1 1 10-16,-1-2 3 0,1 1-4 0,-1 0 4 15,0-2-13-15,-2 1 5 0,1 0-1 0,-1 2 1 16,2-1-4-16,-1 2-3 0,-1-1 4 0,1 1-2 15,-2 1 5-15,-1-1-5 0,1 2-2 0,-2-1 0 16,0-1 0-16,1 1 0 0,1 0 1 0,-2 0-1 16,0-1 6-16,0 0-4 15,1 0 1-15,1 0-1 0,-1 1 4 0,1-2-4 0,-1 1 0 0,2-1-2 16,-2 0 2-16,1 0 3 0,-2 1 3 0,-1 0-1 0,1-1 1 16,-1 1-1-1,0-1-3-15,-1 1 2 0,0 0 0 0,-2 0-4 0,1 1 5 16,-1-1-4-16,-1-1-3 0,-6 0 5 0,0 0-5 0,1 0 5 0,19 4-2 0,-20-4-3 15,0 0 1 1,0 0-2-16,1 0 1 0,-1 0-70 16,17 8-11-16,-17-8-31 0,0 0-132 0,0 1-339 15</inkml:trace>
  <inkml:trace contextRef="#ctx0" brushRef="#br0" timeOffset="20017.18">2968 3455 1691 0,'0'0'80'15,"0"0"-15"-15,0 0-2 0,0 0-26 0,0 0-28 0,0 0-13 16,0 0-2-16,0 0 1 0,0 0-4 0,0 0 12 15,0 0-3-15,0 0 8 0,1 0 0 0,-1 0-7 0,17-2 12 16,-17 2-7-16,0 0 28 0,0 0 8 16,18-4 2-16,-18 4 1 0,0 0 3 0,1 0 5 15,15-5-7-15,-16 5 6 0,0 0-8 0,0 0-11 0,1 0 7 16,15-4-9-16,-16 4 7 16,1 0-4-16,-1 0-1 0,1 0-2 0,15-5-13 0,-16 5-3 0,1 0-1 0,0 0 0 15,15-3-1-15,-16 3-7 0,1 0 2 0,0 0-3 16,18-7 4-16,-19 7-7 0,1 0 2 0,15-5-4 15,-16 5 7-15,1 0-3 0,15-4 2 0,-16 4-3 32,0 0-1-32,17-4 3 0,-17 4 2 0,1 0 1 0,0 0 7 15,16-6-7-15,-17 6-2 0,0 0-1 0,0 0-3 16,1 0 1-16,-1 0 4 0,17-4-3 0,-17 4 5 16,0 0-5-16,0 0-1 0,0 0-1 0,0 0-2 0,0 0-1 15,0 0 0-15,0 0 0 0,0 0 1 0,0 0-43 16,0 0-4-16,1 0-21 0,-1 0-69 0,1 0-95 15,16-4-15-15,-17 4-44 0,0 0-228 0</inkml:trace>
  <inkml:trace contextRef="#ctx0" brushRef="#br0" timeOffset="20940.36">3577 3446 1823 0,'-5'-1'137'0,"5"1"-62"0,-1 0 70 0,1 0-166 0,0 0-17 0,-1 0-9 0,1 0-4 31,-1 0 2-31,1 0 6 0,-16 5 34 0,16-5 7 16,0 0-3-16,0 0 3 0,0 0-13 0,0 0 7 16,0 0 0-16,0 0 4 0,0 0 16 0,0 0 28 15,0-1-3-15,0 1 12 0,0-1 3 0,0 1 4 0,0-1 0 16,1 1 0-16,-1-1 0 0,0 1-13 15,18-12 1-15,-18 12-5 0,1 0-4 0,16-4-12 0,-16 4 4 16,15-1-8-16,-7-1-9 0,0 0-2 0,0 1-3 0,1-1 1 16,-2 1-6-16,1 1 0 0,1 0 3 0,-1 0-1 15,0 0 0-15,1 0 12 16,-1 2-9-16,-1-1 11 0,0-1-2 0,1 2-2 0,-1-1 1 0,0 1-1 16,0-1-5-16,1 0-5 0,-1 1 6 0,1-1-5 0,1 1 7 15,0-1-7-15,1 0-1 0,-1 0-1 0,1-1-2 16,-1 0 1-16,1 0 5 0,-1 0-2 15,0 1 4 1,0-1 4-16,2 2 1 0,-2-1 3 0,2 0 8 0,0 1-2 16,-1-2-5-16,1 1 1 0,-2 0-11 15,2 0 1-15,-1 1-3 0,-1 1 2 0,0-1 0 0,0 0-8 16,0 1 5-16,0-1-6 0,0 1 4 0,1-1-1 16,0 1 2-16,-2-1-1 0,0 0 6 0,1-1-2 15,1-1 1-15,0 0 1 0,2-1 13 0,2-1 1 16,-1 0-1-16,1 0 0 0,0-1-7 0,0-1 6 0,0 1-6 15,1 0 5-15,-2 0-14 0,1 0-1 16,-1 0 2-16,-3 1-2 0,2 0 6 0,-1 0-9 0,-1 1 8 16,2-1-8-16,-2 1 11 0,2 1-2 0,-2-1-5 0,2 0 3 15,-2-1-4-15,0 2 3 0,-1-1 2 0,0 0-1 16,0 1-7-16,0-2 8 0,0 2-6 0,0-1 5 16,-1 1-15-16,0 1 10 0,-1-1-2 0,0 2 5 15,0-1-5-15,0 0 0 0,-1 0 0 16,1 0 0-16,-8-1 0 0,0 0 1 15,19 4 0-15,-19-4 0 0,0 0-1 0,20 6-2 16,-20-6 4-16,0 0-3 16,18 6 6-16,-18-6-6 0,1 0-3 0,-1 0-6 0,19 9-59 15,-19-9-95-15,0 0-30 0,0 1-33 0,18 9-231 0</inkml:trace>
  <inkml:trace contextRef="#ctx0" brushRef="#br0" timeOffset="24058.04">3551 3499 1701 0,'0'0'69'0,"0"0"-30"0,1 0 2 0,17-4-21 16,-9 4-15-16,-1 1 13 0,2 0-4 0,1 1 5 31,-1 0-6-31,-6-3-1 0,5 5 2 0,-1 1-2 0,1 0 6 16,-1-2-6-16,0 1 3 0,-1 0-5 0,2-1 2 15,0-1 11-15,1-1-1 0,-1 0 7 0,1 0 28 16,1-2 3-16,-1 1 3 0,2-1-4 0,-2 0-8 0,1 0 2 16,0-1-3-16,0 0 2 0,-1 1-11 15,-1-1-16-15,1 2 5 0,0 0-10 0,0 0 0 0,0 1-10 16,-1-1-1-16,1 1-2 0,1 0 2 0,0-1-5 15,1 1 5-15,0-1-6 0,0 0 7 0,1 0-10 16,-1 0 3-16,1 0-3 0,-2-1 12 0,0 1-10 16,-1-2 1-16,0 0-3 0,-2 1-14 0,-1-2-139 0,0 2-20 15,1-3-64-15,-3 2-291 0</inkml:trace>
  <inkml:trace contextRef="#ctx0" brushRef="#br0" timeOffset="31609.55">1604 8086 2150 0,'-5'1'205'0,"5"-1"-71"0,0 0 98 0,-1 0-207 15,1 0-6-15,-16-1-19 0,16 1 2 0,0 0 2 0,0 0 1 16,0 0 5-16,0 0-6 0,0 0-3 0,0 0-1 16,0 0-7-16,0 0 11 0,0 0 3 0,0-1 3 15,0 1 15-15,1-1 7 0,-1 1 6 0,16-10-1 16,-16 10 2-16,1 0-8 0,15-5 1 0,-16 5-1 0,1 0 6 16,21-5-6-1,-21 5 1-15,15-4-4 0,-6 2-8 0,-1-1-2 0,2 1-3 0,2-1 2 0,-1 0 1 16,2 1 3-1,1-2-1-15,0 1 1 0,1 0-5 0,-1 0-6 16,1 0 2-16,0 0-3 0,1-1 0 0,0 1-1 16,0-1-1-16,-1 1-1 0,1-1-3 0,1 0-3 15,1 1 2-15,3 0-2 0,-2 0 2 0,2 0 3 16,0 0-3-16,-1-1 3 0,0 1-4 0,1 0 4 16,-2 1-3-16,3 0 3 0,1 1-5 0,3 0-2 15,1 1 3-15,-1-1-2 0,-1 0 4 0,1 1 1 0,-2 0-1 16,2 0 1-16,1 0-2 0,3 1 0 0,1 0-1 15,-1-1 0-15,-1 1-1 0,0 0 4 0,0-1-3 16,2 3 1-16,1-2-2 0,1-1 3 0,1 1 6 0,-4 0-1 16,2-1 4-16,0 1-2 0,3 0-2 0,1 0 1 15,0-1-1-15,-1 1-4 0,1-1 0 0,0 0-2 16,1 1-2-16,3-1 7 16,0 1-6-16,-2-1 5 0,-1-1-12 0,2 1 12 0,2-1-2 0,0 0 5 15,1 1-6-15,-3-1 0 0,1 1 3 0,0 0 0 16,3 1 9-16,-1-1 1 0,-3 2-1 0,2-2 1 0,1 0-7 15,1 1-2-15,1-1 0 0,-2 0-1 0,0 0-4 16,2 1 6 0,0 1-8-16,1-2 8 0,-1 2-9 0,0-2 1 15,1 1 2-15,1 0-1 0,-1 0 2 0,-1-1-2 16,0 1 4-16,1 1-4 0,0 0 0 0,0 0 2 16,0 0-1-16,0 1 3 0,1-2 9 0,0 1-6 15,-2 0 6-15,2-1-6 0,0 2-1 0,1-2-3 16,1 1 0-16,-2 0-2 0,1 0 0 0,0-1 3 15,1 0-5-15,-1 1 3 0,-2 0-5 0,3-1 1 0,0 1 4 16,1 0-1-16,-2 0 0 0,-1 0 2 0,2 0-4 16,1-1 4-16,0 1 0 0,0-1 1 0,0 1 4 0,1-1-1 15,1 0 4-15,-2 0-1 0,0 0-4 0,1 0 2 16,0-1-1-16,-1 1-1 0,-1 0-2 0,1-1 1 16,-2 1 1-16,1-1 13 0,-2 0 3 0,1 0 0 15,2 1-7-15,-2-1-2 0,0-1-3 0,-2 1 3 16,2-1 1-16,1 0-7 0,-1 0-2 0,-3 0-1 15,1 1-5-15,0-1 6 0,3 1-1 16,-4 0 2-16,-1 0-5 0,-1 0-2 16,0 0 2-16,-1 0-2 0,0 0 0 0,-4 0 1 15,2 0-1-15,-1 0 0 0,1 0 0 0,1 0 0 16,-4 0 0-16,0-1 0 0,-1 1 0 0,1-1 0 16,1 0 0-16,0 0 0 0,-2-1 0 0,-2 1 0 15,1-1 0-15,1 0 0 0,1 0 0 0,0-1 0 16,-2 1 0-16,-2-1 0 0,0 0 0 0,0 0 0 15,1 0 0-15,2 0 0 0,-4 1 0 0,-1-1 0 16,-2 1 0-16,1-1 0 0,3 1 0 0,-1-1 0 0,2 1 0 16,-1-1 0-16,-2 1 0 0,0 1 0 0,-1-2 0 15,3 1 0-15,0 1 0 0,-1-2 0 0,0 3 0 16,-2-2 0-16,-3 0 0 0,3 1 0 0,-1 0 0 0,0 1 0 16,2-1 0-16,-4 0 0 0,0 1 0 0,-1 1 0 15,-2-1 0-15,1-1 0 0,2 0 0 0,0 0 0 16,0-1 0-16,0 2 0 0,-3-1 0 0,0-2 0 15,-1 4 0 1,-3-2 0-16,1 0 0 0,0 1 0 16,0-2 0-16,1 0 0 0,0 1 0 0,-2 1 0 0,-1 0 0 15,-1 0 0-15,0-1 0 0,-2 1 0 0,-1 0 0 16,0 0 0-16,-1 0 0 0,3-1 0 0,2 1 0 0,0 0 0 16,0-1 0-16,-1 1 0 0,0-1 0 0,0 1 0 15,-1-1 0-15,-1 0 0 0,-1-1 0 0,0 2 0 16,0 0 0-16,0 1 0 0,1 0 0 0,1-1 0 15,1 0 0-15,0 0 0 0,-1 1 0 0,-1-1 0 16,1 1 0-16,-1-1 0 0,1 0 0 0,0 0 0 0,-1 1 0 16,1-1 0-16,0 0 0 15,0 0 0-15,1-1 0 0,1 1 0 0,-2 1 0 0,0-1 0 16,-1 1 0-16,-2-1 0 0,0 2 0 0,-1-1 0 0,-1 2 0 16,-2-1 0-16,0 1 0 0,-2-2-87 0,-1 2-13 0,-1-1-40 15,-6-2-178-15,1 0-224 0,15 5-86 0</inkml:trace>
  <inkml:trace contextRef="#ctx0" brushRef="#br0" timeOffset="32119.69">9733 7665 1532 0,'0'0'273'16,"0"0"965"-16,0 0-1101 0,0 0-62 0,0 0 5 0,0 0-24 15,0 0 5-15,0 0-14 0,0 0 4 0,0 0-10 16,0 0-13 0,0 0-15-16,0 0 0 0,0 0-4 0,0 0-3 15,0 1 0-15,0-1-1 0,-1 20 1 0,1-20-3 16,0 1-3-16,0-1 0 0,19 20 0 16,-19-20 7-16,15 11 8 0,-6-6-1 0,2 2 3 0,-1-1-2 0,3-1-4 15,-1 1 4-15,2 1-4 0,2 0 5 0,2 0-11 16,0 2 2-16,-1 1-5 0,0 0 2 0,0 2 2 15,-2 0-3-15,0 1 3 0,-2 0-6 0,0 1 0 16,-2-1 3-16,-2 1-2 0,-1 1-1 0,-1 0 4 16,-2 0-2-16,-1-1 4 0,-1 1-3 0,-3 2-3 15,0 0-4-15,-2 3 2 16,-1 0 6-16,-3 2-4 0,-3 3 5 0,-1 0-5 0,-2 3 1 0,-5-1-5 0,-1 0-2 16,-4 1-2-1,-1 0-10-15,-7 4-28 0,-2 1-7 0,-4 2-16 16,-3 1-116-16,-4-2-264 0,-7 2-107 0</inkml:trace>
  <inkml:trace contextRef="#ctx0" brushRef="#br0" timeOffset="33090.68">2276 3598 1951 0,'-3'-6'349'0,"0"0"-143"15,1 0 176-15,2 6-381 0,0 0-2 0,0-1-11 0,0 1 12 16,0 0-3-16,0-1 6 0,0 1 3 0,0-1 2 16,0 1-2-16,0 0 1 0,0 0-8 0,8 11 4 15,-6-2 0-15,-1 2 3 0,1 4 1 0,0 3 1 16,0 2 1-16,0 4 0 0,0 1-2 0,0 1 5 15,0 1-1-15,2 0 4 0,0 2 8 0,-1 0-1 16,1 4 6-16,1 3-5 0,-1 1-6 0,1 2 2 0,0 2-7 16,-1 2 5-16,0 3-8 0,-1 3-7 15,-1 1 4-15,0 4-5 0,0 2 8 0,0 2-7 0,1 2 0 0,-1 2-2 16,1 0 2-16,-2 1 0 0,1 3 1 0,1-2 0 16,0 1 3-16,0 2-1 0,0 0 0 0,0 0-1 15,0 1-2-15,0 1-1 16,-2-1 1-16,1 4-2 0,0 0 0 0,-1 0 6 15,1 3-1-15,0 1 3 0,-1-2-10 0,0 5 7 16,1-2-1-16,-2-2 4 0,0 4-5 16,0-1 5-16,1-1-5 0,0 4 5 0,1-3-9 15,-1 1 6-15,0-1-3 0,2-4 5 0,-1 1-2 16,1 1-1-16,0-2 4 0,0-1-3 0,-1-1 1 0,0-2 25 16,0-3 2-16,0 2 9 0,1-3 8 0,-1-2-28 15,1 1 2-15,-1-2-8 0,1-2 3 0,-1 0-2 16,1 0-3-16,-1-2 2 0,1-1-2 0,0 0-6 15,-1 0 3-15,0-4-4 0,0 0 4 0,0-1-4 16,0-2 0-16,0-1-2 0,0 2-2 0,-1-5 1 16,1 0 2-16,-1-2-1 0,0-3 8 0,-1 1-11 0,0-3 4 15,1-2-6-15,-1 0 9 0,0-2-7 0,1 1-1 16,-1-3-1-16,0-2-4 0,0-1-2 0,0-2-7 0,-1-3-5 16,1 0-95-16,-1-3-256 0,-1-3-32 0</inkml:trace>
  <inkml:trace contextRef="#ctx0" brushRef="#br0" timeOffset="33557.31">2385 3448 3043 0,'-8'-12'75'0,"-1"1"-25"0,1 1 32 0,2 3-81 0,0 3-11 15,0 4-15-15,-2 0-14 0,-2 0 0 0,-4 6 0 16,0-1 9-16,-7 0 15 0,2 8 2 0,0 5 4 15,-2 2 13-15,-3 3 2 0,0 2 3 0,-1 1-1 16,0 1 2-16,0-1-8 0,0 1-1 0,1 2-1 16,-3 0 0-16,-1 1 4 0,0-1-4 0,2-2-8 0,0-2-146 15,2-4-210-15,2 0-79 0</inkml:trace>
  <inkml:trace contextRef="#ctx0" brushRef="#br0" timeOffset="33708.21">1968 3612 2271 0,'5'-8'383'0,"2"3"-169"0,3 1 53 16,4 1-191-16,5 1-66 0,6 3 10 0,3 0-1 16,3 4 1-16,2 3-18 0,0 4 1 15,1 4 2-15,0 6-1 0,-3 4 5 0,-1 4-3 0,0 3-49 16,1 1 0-16,2 3-321 0</inkml:trace>
  <inkml:trace contextRef="#ctx0" brushRef="#br0" timeOffset="34391.08">10368 7823 2563 0,'0'0'415'0,"0"0"-152"0,-1 0 206 0,1 0-395 0,0 0-23 16,-1 0-24-16,-17-7-27 0,18 7 0 0,0 0-2 15,0 0 2-15,0 0-12 16,1 0 3-16,16 13-7 0,-10-5 0 0,3 2-1 0,2 2 4 0,2 4-2 16,0 2 12-16,0 1-2 0,1 0 2 0,0 3-2 0,3-1 3 0,1 3 3 15,3 0-2-15,1 1 3 0,0 0-3 16,-1 1 2-16,1 0 1 0,-3-3 0 16,2 0 5-16,-3-2-6 0,0 1 0 0,0 0-1 0,-1-1 0 31,-1-1-2-31,-2-1 2 0,-2-2-8 0,-1-1-44 0,-3-1-107 0,-1-1-12 0,-1-3-37 0,-1-1-112 0,-1-4-150 31,-5-6 809-31</inkml:trace>
  <inkml:trace contextRef="#ctx0" brushRef="#br0" timeOffset="34574.65">10818 7778 3386 0,'0'0'213'0,"0"0"-143"0,0 0-4 0,0 0-47 16,-1 1-24-16,-15 13 0 0,9-4 7 0,-1 4-3 16,-4 3 2-16,-3 8 3 0,-2 4-4 0,-3 2 3 0,2 1-9 0,-2 1-16 15,0-1-38-15,-3 0 0 0,-1-1-218 0,-4-1-351 16</inkml:trace>
  <inkml:trace contextRef="#ctx0" brushRef="#br0" timeOffset="35225.74">1238 3516 1858 0,'-8'-6'803'0,"8"6"-1"0,-1 0-813 0,1 0-31 0,0 0-16 0,0 0 1 0,5 5 4 0,6 3 26 0,0 6 14 16,0 0-5-16,2 6 7 0,-1 0 6 0,-3-5 4 0,6 7-1 16,1-1 2-16,1 0-2 0,-3 4 4 0,3-1-2 15,-3 1 4-15,1 0 1 0,-3-1-2 0,0-2 0 16,-1 1 0-16,-1-2 0 0,1-1-36 0,-2 0-19 16,0-2-13-16,1-3-123 0,0-2-71 0,-2-2-29 0,2-3-39 15,-1-3-381-15</inkml:trace>
  <inkml:trace contextRef="#ctx0" brushRef="#br0" timeOffset="35422.75">1682 3502 2782 0,'0'0'87'15,"0"0"24"-15,0 0-117 0,0 0-7 0,0 0 1 0,0 1-3 0,-7 17 2 0,5-4 16 16,-3 2-1-16,0 3 6 0,-3 2 0 0,1 1-2 15,-4 2-1-15,1 1-1 0,-1 1-1 0,-1-1 2 32,0-1-22-32,-1 0-2 0,-2-2-191 0,0-2-162 15,-2 0-100-15</inkml:trace>
  <inkml:trace contextRef="#ctx0" brushRef="#br0" timeOffset="35608.06">1456 3702 2624 0,'0'0'85'0,"0"-1"-21"0,0 1-11 0,0-1-6 15,0 1-53-15,0 0-10 0,0 0 4 0,0 0-4 16,12 12 12-16,-9 0 4 0,-1 2 2 0,0 4 2 16,-1 1 5-16,-1 3 2 0,2 2-3 0,-2 2 3 15,0 1-1-15,0 3-8 0,1 2 3 0,-1 0-4 16,1 0 8-16,0 2-4 16,-1 0 2-16,0 2-3 0,0 0 6 0,0-1-10 0,0 0-2 0,2-1-14 15,0 1-139-15,-1 0-110 0,4 1-43 0,-2-1-48 0,3 0-493 0</inkml:trace>
  <inkml:trace contextRef="#ctx0" brushRef="#br0" timeOffset="36863.65">5338 7906 1836 0,'0'0'98'0,"0"0"8"0,0-1-2 0,0 1-27 15,-2-19-36-15,2 19-15 0,0 0-2 0,0-1 4 0,0 1-11 16,2-17 2-16,-2 17 0 0,0 0 0 0,0 0 3 0,0 0 27 16,0 0-14-16,0 0 16 0,0 0-18 0,0 1-9 15,0-1 5-15,-10 20-7 0,10-19-2 0,-6 15-9 16,4-5 1-16,0 1-5 0,0 1-7 0,0 1-1 16,1 1-2-16,-1 1 1 0,0 2 0 0,0 1-52 15,1-1-16-15,-1 3-23 0,0 0-141 16,1 2-327-16</inkml:trace>
  <inkml:trace contextRef="#ctx0" brushRef="#br0" timeOffset="37142.03">5361 8371 2137 0,'0'0'978'0,"0"0"-652"16,0 1-192-16,-6 15-40 0,6-16-94 0,0 1-7 15,0-1-9-15,-6 20 7 0,5-12-1 0,0 5-2 16,0 1 6-16,0 3-6 0,0 0 3 0,1 3-2 0,0 1-3 15,0 1-9 1,1 2-125-16,0 0-204 0,0 1-62 0</inkml:trace>
  <inkml:trace contextRef="#ctx0" brushRef="#br0" timeOffset="37909.28">8337 7723 1846 0,'0'0'180'0,"0"0"-38"0,0 0 79 15,0 0-123-15,0 0-12 0,0 0-29 0,0 0-4 16,0 0 7-16,0 0-5 0,0 0-5 0,-1 0-30 16,1 0 2-16,0 0-11 0,-1 0-3 0,1 1-7 0,-1-1 1 15,-9 23-2-15,8-14-2 0,0 2-1 0,-1 3-2 16,0 1 1-16,0 2 1 0,0 3 0 0,0 1 1 15,-1 1-2 1,1 1-9-16,-1 1-27 0,1 0-28 0,1 0-5 16,2 3-147-16,-1 0-264 0</inkml:trace>
  <inkml:trace contextRef="#ctx0" brushRef="#br0" timeOffset="38341.82">8338 8474 3269 0,'0'0'152'0,"0"0"-98"16,0 0-28-16,1 0-13 0,-1 0-33 0,19 8 17 0,-18-8 3 15,-1 0 4-15,23 6 5 0,-13-3-9 0,0 0-2 16,0 1-2 0,1-1 3-16,-1 1-2 0,1 1 3 0,-1 0-3 15,-1 2 3-15,0 1-3 0,-2 1-4 0,0 2 2 16,-1-1-11-16,-2 2-2 0,-2 0 0 0,0 0-4 16,-3 0-17-16,-1 1-3 0,-2-1-3 0,-2 1-1 15,0 1-20-15,-2-2 23 0,-2 2-4 0,-1-2 15 16,-2-1 24-16,1 0 6 0,-1-1 3 0,0 0 2 0,0 0 19 15,2-1 26-15,-1 0-4 0,1-1 12 16,2-1 0-16,1 1-7 0,2 0 5 0,2-1-6 0,1-1 2 0,3 0-36 16,1 0-3-16,4-1-12 0,4 0-31 15,3 0-1-15,3 0 3 0,4-2 0 0,2 1 12 0,3 0-5 16,0-1-6-16,3-2-8 0,2 1-119 0,0-1-126 16,3 1-71-16</inkml:trace>
  <inkml:trace contextRef="#ctx0" brushRef="#br0" timeOffset="39292.98">2347 5637 2455 0,'0'0'294'0,"0"0"-123"0,-1 0 150 16,1 0-331-16,-1 0-13 0,1 0-15 0,-1 0 13 16,1 0-3-16,0 0 10 0,0 0 4 0,0 1-1 15,0-1 8-15,7 21-5 0,-7-21 9 0,0 0 3 16,16 17-4-16,-16-17 4 0,13 11 1 0,-5-6-4 0,1-1 2 15,1 1-4-15,0-1 1 0,1-1-7 0,1 0 5 16,0-1-6-16,1 0-11 0,-2-2-203 0,1 1-24 0,0-3 41 16,-1 1 1160-16</inkml:trace>
  <inkml:trace contextRef="#ctx0" brushRef="#br0" timeOffset="39600.21">1681 5654 3059 0,'0'0'175'0,"-1"0"-33"0,1 0-7 0,0 0-98 0,-1 0-58 0,-12 23-3 15,15-10 3-15,0 6 2 0,-1 5 18 0,-6 1-2 16,5 4 3-16,-2 3-5 0,-1-1-48 0,0 2-148 16,0 1-29-16,1 1-59 15,-2 2-296-15</inkml:trace>
  <inkml:trace contextRef="#ctx0" brushRef="#br0" timeOffset="40190.57">2368 3844 2266 0,'0'0'187'0,"0"0"-12"0,0 0-4 16,0 0-120-16,0 0-76 0,0 0 6 0,0 0-3 0,1 0 8 15,0 0 7-15,-1 1 4 0,19 12-1 0,-18-13 2 16,14 8-3-16,-7-4 6 0,1 0-3 0,1 0 4 15,0-1-1 1,1 0 8-16,1-1 2 0,0 0 0 0,1 0-5 16,-3-2 2-16,3 0-3 0,-4 0 4 0,2 0-2 15,-2 0-7-15,0 0 3 0,0 0-3 0,-2 0 3 16,1 1-139-16,-1 0-30 0,-1-1-67 0,-6 0-373 16</inkml:trace>
  <inkml:trace contextRef="#ctx0" brushRef="#br0" timeOffset="41092.91">568 3808 2115 0,'-7'-4'124'0,"0"0"-3"15,3 1 14-15,4 3-39 0,0 0-38 0,-1 0-39 16,1 0 0-16,0-1-10 0,0 1-9 0,0-1 1 0,-1 1-4 16,1 0 3-16,0 0 0 0,0 0 0 0,1 0 2 15,-1 0-2-15,22 9 6 0,-15-6-3 0,3 3 1 0,2-2-1 16,2-1-2-16,4 1 20 0,1-1-4 16,1-1 9-16,0 1 0 0,-1-1-1 0,0-1 2 0,-1 2-1 15,-1-1 11-15,-3 1-9 0,1 1 0 0,-1-1-4 16,-1 1-4-1,0 2-9-15,-1-1 3 0,-2 1-5 0,-2 2 4 16,-2 0 3-16,-2 2 2 0,-2 0-1 16,-3 1 2-16,-3 1-4 0,-3 2 0 0,-4 0-1 0,-3 2 1 15,-1 1-2-15,0-1 0 0,-1 0-1 0,-1 1-4 0,-5 2 1 16,0 0-3-16,-3 1 2 0,1-2 3 16,-2 0 0-16,2-1 5 0,3-1-4 0,2-1-1 0,5-3 20 15,3 1-14-15,2-2 15 0,2-2-25 0,2-1-5 16,1-1 0-16,4-7-3 0,0 0-5 0,0 1-5 15,7 17 5-15,-7-18-5 0,17 6 9 0,-7-3-5 16,3-2 3-16,6 0-2 0,1-1 12 0,3-1-4 16,2 0-1-1,2-1-1-15,-2 1 0 0,2-1 1 0,0 1 0 0,4-1 1 0,2-1 3 0,2 1-7 16,1 0 2-16,-3 1-2 0,-2 1 3 0,0 1-3 0,0 2-18 16,3 1-11-16,0 0-230 0,0 2 657 15</inkml:trace>
  <inkml:trace contextRef="#ctx0" brushRef="#br0" timeOffset="43060.44">10846 7862 1622 0,'0'0'307'0,"0"0"102"31,0 0-2-31,0 0-311 0,0 0-85 0,0 0-14 16,0 0-7-16,0 1 9 0,5 15-8 0,-5-16 14 0,0 1-4 15,-3 15 8-15,3-16-9 0,0 1 2 16,-10 20-2-16,6-12 1 0,-1-1-1 0,0 0 13 0,0 0 2 15,-1-1 3-15,2 1 10 0,0 1 5 0,0-1-1 16,0 2 2-16,0-1-6 0,-1 1 12 0,1-1-2 0,0 1 5 16,-1-1-8-16,1 0-7 0,-1 1-2 0,0 0-3 15,-1 1-14-15,-1 0-9 0,0 0 1 0,0 1-1 16,-3-1 1-16,2 1 1 0,-2-3-2 0,0 1 1 16,3 0-2-16,-3-1 3 0,2 2-1 0,0-2 2 0,-1-1-5 15,1 2 6 1,1-1-4-16,-1 1 5 0,0-1 0 0,1 1 21 0,0 0 2 0,0-1 5 0,1 1 3 0,0 0 0 15,0 1-2-15,1-1 2 0,0-1-6 0,0-1-4 32,0 1-1-32,1 0-2 0,0-1-11 0,1 0-2 15,-1-1-5-15,2 0 4 0,-1 0-3 0,0-2 5 16,3-5 1-16,0 0 0 0,0 1-6 0,-1-1 4 16,-7 19-2-16,8-19 2 0,0 1-3 0,0-1-2 15,0 1-3-15,0-1 0 0,-2 17 1 0,2-17 3 0,0 0-2 16,0 0 3-16,0 0-6 0,0 0-1 0,0 1 2 15,0-1-2-15,0 1 3 0,0-1-3 0,0 1-5 16,0-1 0-16,0 1-7 0,0-1-9 0,0 1 2 0,0-1-7 16,0 0-23-16,-1 1-53 0,1-1-13 0,0 1-21 15,-1-1-118-15,0 1-199 0,-15 7 745 0</inkml:trace>
  <inkml:trace contextRef="#ctx0" brushRef="#br0" timeOffset="44557.88">10579 8165 2320 0,'0'0'232'0,"0"0"27"15,0 0 3-15,0 0-134 0,0 0-104 0,0 0-45 16,0 0 2-16,0 0-5 0,0 0 8 0,0 0-1 15,0 0 0-15,0 0 2 0,1 1 10 0,16 13 4 0,-17-14-3 16,0 0 3-16,1 1-6 0,0-1 11 0,17 18 1 31,-18-18 4-31,0 0-7 0,0 1 11 0,11 17-9 16,-11-18 11-16,0 1-1 0,9 17 10 0,-5-11 4 0,1 0 1 16,1 1-1-16,1 1-9 0,-1 0 0 0,2 0-3 15,-2 1 3-15,1 1-6 0,2-2 1 0,0 2-2 16,1-2-3-16,0 2 1 0,0-1-1 0,-2 0 0 15,1 0-7-15,-1-1 5 0,-1-1-3 0,0 1 3 16,-1-2-5-16,-1 0-4 0,-1 1 2 0,0 0-4 0,-2-1-1 16,1-1-57-16,-3-6-7 0,0 0-24 0,0 0-82 15,0 1-85-15,0-1-13 0,0 1-37 0,0-1-188 0</inkml:trace>
  <inkml:trace contextRef="#ctx0" brushRef="#br0" timeOffset="44772.27">10806 7862 1720 0,'0'0'290'0,"0"0"1114"15,0 1-1358-15,-3 19-34 0,2-12-2 0,1 2-9 16,-1 4 4-16,1 3-11 0,-2 3 5 0,0 3-9 15,-2 4 3-15,-2 3-5 0,-2 1-17 0,-1 1-12 16,-2 1-240-16</inkml:trace>
  <inkml:trace contextRef="#ctx0" brushRef="#br0" timeOffset="47690.44">2361 3940 575 0,'-6'-5'241'0,"2"1"-73"0,4 4 116 16,0-1-188-16,-1 1-23 0,0-1-23 0,-15-11-27 15,16 12-2-15,0 0-1 0,0 0 3 0,-21-10 12 16,21 10 0-16,-1 0 4 15,1 0 6-15,-17-5 1 0,17 5 1 0,0 0-1 16,0 0 2-16,-1-1-1 0,1 1 3 0,-13-19-4 16,13 19-19-16,0 0-17 0,2-19 1 0,-2 18-3 15,0 1 14-15,7-23 4 0,-3 16 0 16,0-1 1-16,0 3-3 0,-4 5 0 0,0-1 2 0,0 1 0 16,12-19 10-16,-12 19-19 0,0 0 5 0,0 0-10 15,0-1 8-15,17-11-4 0,-17 12-4 0,1 0 1 16,-1 0-10-16,20-3 5 0,-20 3 0 0,0 0 2 15,20-2-9-15,-11 2 5 0,1 0-6 0,1 0 6 16,1 0-1-16,0-2 5 0,1 1-1 0,-1-1 1 0,1 1-5 16,1 1 4-16,0 0-1 0,0-1 1 0,-2 0-1 15,3 0-8-15,-2 1 4 0,3 0-4 0,1 1 8 0,0 0-1 16,0 0 0 0,1 0-1-16,1 2 5 0,-1-2 1 0,1 1 4 0,-1-2-3 15,1 0 2-15,-1 0-5 0,2 1-2 0,1 0-1 0,1-1-8 0,1 0 8 16,1 0-5-1,1 0 7-15,0 0-9 0,-3 1 0 0,0-1 3 16,-1 0-2-16,-1 1 3 0,1 0-4 0,1 1 1 0,2-1-1 16,-1 0 0-16,-1 1 0 0,0 0 0 15,-1 0 0-15,-1-1 2 0,0 0 10 0,0-1-1 16,1 2 5-16,3 0 3 0,1-2-5 0,2 1-5 16,0 0 1-16,-2-1-8 0,0 1 1 0,0 0 0 0,-2-1-1 15,3 1 0-15,2 0 2 0,-1-1-2 0,1 1 1 16,-1-1 1-16,-1-1-8 0,-1 0 6 0,1 1-5 15,-1 0 6-15,1 1-3 0,3 1-1 0,-1-3-1 16,1 0 6-16,-2 0-2 0,0 0 3 0,0 1-4 16,2 1-6-16,1 1 3 0,1-2 1 0,-1 0 1 0,1 1 4 15,-3 0-3-15,1 2 0 0,-1-1-1 0,0-1 3 16,1 2-4-16,1-1 3 0,-1-1-2 0,0 1 3 0,-2 0-3 16,-1-1-1-16,1 0 0 0,1 1 5 0,1-2-4 15,3 0 2-15,-2 0-2 0,0 0 1 0,0 1 2 16,-1-1-4-1,2 0 2-15,1 0-4 0,1 1 2 0,1-1 1 0,-4 2 0 0,0 1 2 0,0-2-2 16,1 3 1 0,2-2-2-16,0 0 1 0,0 0 0 0,-2 1 1 15,-2-2-1-15,1 0 4 0,1-1-5 0,2-1 3 16,1 1-3-16,-1-1 1 0,0 2 1 0,-1 0-3 16,-1 1 2-16,0-2 0 0,2 0 4 0,0 0-4 15,0 1 3-15,-2 0-3 0,-2 0-1 0,1 0 3 0,1 0-2 16,1 0 0-16,0 0-1 0,-2-1 1 0,0 0-2 15,-3 0 6-15,1 0-4 0,2 0 14 16,0 0-6-16,0 0 49 0,0 0-36 0,-1 0 4 0,-3-1-15 16,1 1-1-16,-1-1 1 0,1 2-4 0,2-1 3 0,0 0-7 15,-1 1 1-15,0-1 2 0,-1 0-3 16,-1 0-2-16,1-1 4 0,0-1-2 0,1 2 4 0,1-1-5 16,0-2 3-16,-1 3-4 0,-3-1 3 0,0 0 1 0,1-1-2 15,1 0 9-15,3-1-6 0,-1 0 17 0,2 1-3 31,0-1-7-31,-3 0 4 0,-1 2-10 0,2-2-4 16,0 0 6-16,2 3-6 0,0-1 3 0,-1 0-5 16,-2 2 0-16,-1 0 0 0,0-1-2 0,3 0 4 15,0 0 1-15,1-1 2 0,0 0-2 0,-2 1-7 16,-2 1 4-16,0-1-6 0,0 0 6 0,1 0 2 0,0 0-2 16,1 1 5-16,-1 0-5 0,-1-1 0 15,-1 1-3-15,-2 0 3 0,1 1-5 0,1 0 5 0,0 0 0 16,0-1 2-16,1 3-2 0,-3-1-1 0,-2 1 3 0,1 0-2 15,-3-2 7-15,1 2-7 0,2-1-1 0,0 0-2 16,-1 1 5-16,1 0-1 0,0-1-1 0,-2 1 0 16,0 0 3-16,-2-1-3 0,2 1 0 0,-2-1-3 15,1 0-1-15,1 0 7 0,-1 1-3 0,2-1 5 16,-2 0-6-16,-1 0 1 16,0 1 0-16,-2-1 1 0,0 0-5 0,-1 0 6 0,0 0-1 0,-1 0 2 0,0 0-9 15,0 0 9-15,1-1-3 0,1 0 4 0,0 0-10 0,-1 0 6 16,1 0 1-16,-3-1 3 0,1 1-1 0,-2-1 1 15,0 0-4-15,-1 0 1 0,1 0-1 0,-2 0-1 32,0-1 3-32,-1 1-1 0,-1 0 3 0,2 0 2 15,-1-1-5-15,1 1 3 0,0-1-10 0,0 1 10 16,1-1-4-16,-2 0 6 0,0 1-3 0,-1-1-5 16,-1 0 7-16,2-1-7 0,-2 1 0 0,2-1 3 0,-1 1-2 15,-1-1 4-15,1 1-1 0,0-1-2 0,0 0 1 16,1 1-2-16,-1-1 3 0,0 0-1 0,-1 0-1 15,1 0 1-15,-1-1 5 0,2 1-5 0,1 0 1 16,0-1-2-16,-1 1 1 0,1-1 0 0,0 0 1 0,-1 1 0 16,-1-1-2-16,-1 1-2 0,1 1 3 0,-2-1-2 15,2 1 1-15,-2-1 0 0,0 1-1 0,0 0 1 16,1-1 0-16,-2 1 4 0,2-1-1 0,-2 0 2 16,0 1-9-16,1-2 5 0,0 1 1 0,-1 1 2 0,1-1-4 15,-1 1 1-15,-1-1-1 0,-5 1 3 0,1 0-2 16,-1 0 1-16,21-1-1 0,-21 1 1 0,0 0 2 0,0 0-4 31,1 0 2-31,15 3-2 0,-16-3 5 0,0 0-5 0,1 0 0 0,-1 0 0 0,0 0 3 0,0 0-1 31,1 1-2-31,0-1 0 0,15 13-2 0,-16-13 2 16,0 0 0-16,1 0 0 0,0 1 1 0,-1-1-5 16,12 19 2-16,-12-19-5 0,0 0 5 0,7 18 0 15,-7-18 0-15,0 1 0 0,6 20 2 0,-4-13-3 0,0 1 4 16,1 1-4-16,-1 0 3 0,0 0 2 15,0 1-2-15,0 3 1 0,0 0-1 0,0 0-1 0,1 0 1 16,-1 1 0-16,-1 1 0 0,1 0-2 0,0 1 2 0,0 0-2 16,-1-1 5-16,1 2-3 0,-1 0-3 0,0 0 0 15,0 2 2-15,0 0 1 0,0 1 5 0,0 1-3 16,1 0-2-16,-2 0 0 0,2 1-2 0,-1-2 1 16,1 0-1-16,-1 2 4 0,0 0-2 0,-1 1 4 15,0 2-5-15,0 0 1 16,-1 1-3-16,0-1 3 0,0-2 0 0,0 2-1 0,-1 1 5 0,1 0-4 0,-1 2 3 15,1-1-3-15,0 0 2 0,0-2-2 0,1 0 0 0,-1-1 1 16,1 1-3-16,0 1 2 0,0 1 0 0,0 0 2 31,0 0-1-31,0 0 1 0,0-2-2 0,0 2-5 16,0 1 7-16,-1 0-4 0,1 2 4 0,0-2 2 16,0 0-3-16,0 0 3 0,0-2-3 0,0 3-1 15,0-1-1-15,1 1-1 0,-1 1 1 0,0-1 0 16,-1-1 2-16,1 0 0 0,-1 0 1 0,1 0-2 0,-1 2 3 15,0 1-2-15,-1 0 0 0,1 0 3 0,0-2-5 16,0 0 4-16,-1 0-1 0,0 1 2 0,1 0-1 16,-1-1 0-16,0-1-4 0,1-1 5 0,-1-1-1 0,0 1 2 15,-1 0-7-15,0 0 2 0,0 1 0 0,-1-1 1 16,1 0-2-16,-1-1 1 0,1 1 2 0,-2-1 1 16,2 1-2-16,0 1 0 0,-1-1 1 0,2-1 0 15,-1 0 5-15,0 0-5 0,1-2-2 0,-1-1 1 16,-1 1 0-16,1 1 2 0,-1-1 2 0,1 0-1 0,0 1-6 15,-1-2 3 1,1 0-1-16,-1 0 2 0,1 0-2 0,0 1 1 0,0 0-1 0,-1 1 1 0,0-1 5 0,2 0-3 31,-1 0 0-31,1 0-3 0,-1-2-5 0,1 0 7 16,-1 0-2-16,-1 0 6 0,1 1 1 0,-2-2-7 0,1 2 6 16,-1-2-6-16,1 0-1 0,-1 0 5 15,0-1-1-15,1 0 3 0,-1 0 1 0,0 1-6 16,0-1 4-16,1 0-4 0,-1 0 3 0,1 0 2 15,-1 1-4-15,2-1 4 0,-1-1-3 0,0 2 5 0,0-2 2 16,0 1 1-16,1 1-1 0,-2 0-3 0,2 0-3 16,-1-1 1-16,0 0-2 0,0 0 1 0,1-1 2 15,-1 0-3-15,2-1-3 0,-1 1 2 16,2 0-2-16,-1 0 2 0,2-1-2 0,-1 1 4 0,1 0-3 0,1 1 4 16,-1-2-1-16,2-1 1 0,1-1 4 0,-1 0-2 15,-1 1-1-15,2 1 0 0,-2 0-2 0,1 0 2 16,-1-1-4-16,1 2 5 0,-2-2-1 0,1-1 3 15,-1 0 1-15,0-2 11 0,0 1-5 0,1-1 7 0,0-2-11 16,-1-1 0-16,0-2-3 0,0 1 0 16,0-2-7-1,1 0 0-15,0-1 3 0,-1-1-2 0,1 0-1 0,-1-1-32 16,0-6-20-16,0 0-15 0,0 1-178 0,0-1-350 16</inkml:trace>
  <inkml:trace contextRef="#ctx0" brushRef="#br0" timeOffset="50323.67">2266 3432 1759 0,'-3'-4'65'16,"3"4"-37"-16,0 0 0 0,0 0 0 0,0 0-25 15,0 0-13-15,-1-1 1 0,0 1-6 0,1 0-8 0,-1-1-16 16,1 1-3-16,-1-1-6 0,1 1-15 16,0 0 42-16,-1 0-6 0,1 0 21 0,0 0 12 0,-1 0 3 15,0 0 10-15,1 0-3 0,-1 0 40 0,1 0 12 16,0 0-1-16,-1 0 3 0,1 0-16 0,0 0-7 16,0 0-8-16,0 0 2 0,0 1-14 0,0-1-13 15,3 17 6-15,-3-17-10 16,0 1-7-16,6 19 5 0,-3-11-6 0,-1 2 7 0,0 1 9 0,1 0 17 15,0 2 1-15,0-1 4 0,1 0-1 0,1 1-4 0,0-1 1 16,3 0-2-16,-1 0 2 16,1 0 7-16,2 1-3 0,0-1 4 15,2 0-11-15,1 0-10 0,2-1 2 0,0 0-6 16,1-1-5-16,-1 0 6 0,0 0-2 0,-2-1 3 16,1-1-1-16,-1 0 3 0,-1-2-1 0,-1 1 3 15,-1 0 5-15,0-1-4 0,-2 1 1 0,0-2-2 16,1 0-4-16,-4-1-8 0,3 2 2 0,-3-3-4 0,-5-4-1 15,1 1 5-15,0-1-5 0,15 13 3 16,-16-13-5-16,0 0 3 0,0 0-1 0,0 0-1 0,1 0-24 0,-1 1-5 16,0-1-13-16,1 0 4 0,-1 0-53 0,0 0-29 15,0 0-5-15,-1 0-10 0,1-1-46 0,-17-12-76 16,10 7-21-16,0-2-51 0,-2-1-440 0</inkml:trace>
  <inkml:trace contextRef="#ctx0" brushRef="#br0" timeOffset="51089.74">2272 3390 2163 0,'-4'-6'375'0,"4"6"-390"0,0 0 6 0,0 0-30 0,0 0-2 16,0 0-28-16,0 0 6 0,0 0-12 0,0 0 23 16,-2 18 33-16,2-9 5 0,-1 1 7 15,0-1 4-15,-2 1-3 0,1 0 0 0,-2 0 2 0,0 1 26 16,1 0 29-16,-2 0 6 0,-1-1 5 0,1 1 10 0,-1-1-5 31,1-1-1-31,-2 1 0 0,0 0-10 0,-1 0 5 16,1 0-6-16,0 1 6 0,-2 0-14 0,2 1-13 15,-1-1-2-15,0 2-5 0,1-1-13 0,-2 0 2 16,1 1-1-16,0-1 1 0,1 0-5 0,0 2-7 16,1-2 4-16,-1 1-4 0,1-1 1 0,0 0-2 0,0-2 0 15,1 1-1-15,0-1-2 0,0-3 3 16,0 0-2-16,1 0 0 0,1-2-23 0,3-5-39 0,0 0-9 0,-1 0-11 15,1 0-41-15,-1 0-14 0,1 0 6 0,-1 0-8 16,1 0-11-16,-5-13 56 0,8 3-12 0,0-2 33 16,1-2 34-16,1 0-8 0,-1-2 0 0,2 0-7 15,-1 0-29-15,1-2 23 0,2 1-10 0,0 1 13 16,0-1-12-16,0 1-52 0,0 1 13 16,-2 1-24-16,1 3 54 0,-2 1 36 15,-1 2 8-15,0 2 6 0,0 1 22 0,-4 5 5 0,0 0 3 0,1 0 2 0,15-5 20 0,-16 5 29 16,0 0-13-16,0 0 15 0,1 0-46 0,17 6 22 31,-18-6 7-31,1 0 10 0,-1 1 55 0,17 14 24 16,-17-15 0-16,1 0 8 0,0 0-2 0,19 10-17 15,-20-10-6-15,0 0-6 0,18 11-30 0,-18-11-3 16,0 0-4-16,18 9 0 0,-18-9-11 0,0 0-2 16,0 0-1-16,21 14-1 0,-21-14-5 0,0 1 1 15,0-1-1-15,18 17-1 0,-18-17-19 0,1 1-5 0,13 17 1 16,-9-11-3-16,0 2-2 0,1-2-10 0,-1 0 6 15,2 0-7-15,0 0-5 0,0 0 5 0,2-1-5 0,-2 0 6 16,2 1-1-16,1-2 4 0,-2 0-5 16,1-1 4-16,-1 0 1 0,-2-1-3 0,-1 0 5 0,-5-3-5 15,1 0 2-15,0 0-7 0,14 10 2 0,-15-10-3 16,0 0-3-16,1 0-72 0,0 0-10 0,-1 1-29 16,0-1-105-16,1 1-237 0</inkml:trace>
  <inkml:trace contextRef="#ctx0" brushRef="#br0" timeOffset="52223.53">1352 3553 1649 0,'-7'-3'45'0,"0"-1"-32"15,0 1 3-15,2 1-7 0,-1 0-6 0,0 0-15 16,6 2-2-16,-1 0-3 0,1 0-4 0,-22-8 14 0,22 8-3 16,-1 0 8-16,0 0 2 0,1 0 19 0,-1 0 2 15,1 0 8-15,0-1 19 0,-1 1 10 0,-3-16-3 16,4 16 4-16,1-1-14 0,-1 1-4 0,17-16-2 16,-17 16 1-16,0 0 2 0,20-7-1 0,-20 7 3 0,0 0-2 15,20-2-1-15,-20 2 0 0,0 0-4 0,16 6 3 16,-16-6-3-1,0 1-12-15,17 12-1 0,-17-13-5 0,12 13-13 0,-6-6-4 0,-1 0 1 0,2 1-2 16,-2 1 1-16,2 0 1 16,-2 1-3-16,0 0 2 0,0-1-2 15,-1 0-1-15,-1-1 4 0,1 1-3 0,0 0 5 16,-2-2-6-16,2 1 1 0,-2-1-1 16,0-1 11-16,-2-6-4 0,0 0 1 0,0 1-4 0,0-1-12 0,0 1-91 15,8 15-2-15,-8-16-38 0,0 0-82 0</inkml:trace>
  <inkml:trace contextRef="#ctx0" brushRef="#br0" timeOffset="56873.6">2875 3802 3 0,'-6'2'122'0,"-1"2"-47"16,2 2 61-16,-1 0-131 0,0 3-3 0,0-1-6 0,-2 2 1 16,-1 1 0-16,-2 0 1 0,2 1 3 0,-9-4 0 15,8 4 2-15,-2 2-3 0,-1-1-1 0,1 0 5 16,1 2-4-16,0 1 2 0,0 1-48 0</inkml:trace>
  <inkml:trace contextRef="#ctx0" brushRef="#br0" timeOffset="57606.92">4137 3855 278 0,'-9'5'13'16,"0"0"4"-16,-1 2 1 0,-1 2-8 0,-1 0-1 15,-1 3-6-15,0 1-11 0,-2 1-21 0</inkml:trace>
  <inkml:trace contextRef="#ctx0" brushRef="#br0" timeOffset="63317.85">3573 3419 818 0,'-6'-1'446'0,"6"1"-185"16,0 0 227-16,0 0-492 0,0 0-1 0,-1 0-11 0,0 0-8 15,1 0 3-15,0 0-3 0,0 0 22 0,0 0 15 16,0-1 4-16,0 1 3 0,0 0-1 0,1-1 4 16,17-10-4-16,-18 11 6 0,0 0 13 0,20-2 9 15,-20 2-4-15,0 0 5 0,0 0-11 0,18-3 6 16,-18 3-1-16,0 0 1 0,1 0-9 0,0 0 4 15,-1 0 2-15,0 0-1 0,18 1 0 0,-18-1-6 16,0 0 1-16,0 0-4 0,1 0-8 0,0 0-7 16,16 4-3-16,-17-4 0 0,0 0-4 15,0 0-4-15,18 7-2 0,-18-7-1 0,1 0 0 0,18 1-5 16,-19-1 4-16,15 3-3 0,-7 0 2 0,-1-2 5 0,0 1-5 16,0 0 6-16,1 1 2 15,-1-1-2-15,1-2 2 0,1 1-3 0,-1-1 5 0,2 2 5 16,0-1 1-16,0 2 0 0,1-3-2 0,-1 1-7 0,2 0 4 15,0 0-5-15,0 0-3 16,1 0-1-16,2 0-1 0,0 0 2 0,0 1 0 16,-2-1-1-16,2-1-2 0,-1 1 1 0,0 0-1 15,0 0 0-15,-1 0 2 0,0-1 1 0,0 0 2 16,0-1 3-16,0 0 1 0,1 0 2 0,0 0 14 16,0-2-11-16,0 1 3 0,1-2-7 0,0-1 1 15,1 1-2-15,0 1 1 0,-1 1-1 0,0 0-3 0,-1 0 0 16,0 0-5-16,1 1 2 0,-2 1-5 0,-1 1 6 15,0-1-2-15,-1 0 4 0,1-1-5 0,1 2 3 16,0-1 0-16,1 1 0 0,0 0-6 0,-1 0 3 16,0-1 0-16,-1 0 0 0,0 0 0 0,-1 0 3 15,1 1 0-15,-1-1 1 0,1 1-6 16,0-1 4-16,-1 0-2 0,-1-1 3 0,2 1-4 0,-3 0 2 16,2 0-2-16,1 0 2 0,-1 0-4 0,1 0 6 0,1-1-1 15,-1 1 4-15,-2-1-13 0,2 2 10 0,-2-1-4 0,-2 0 5 16,1 0-4-16,-2 0 3 0,-1 0-2 0,0 0 1 15,-6 0-1-15,1 0 2 0,-1 0 2 0,17 1-1 16,-17-1-4-16,0 0 7 0,0 0-2 0,1 0 4 16,-1 0-5-1,1 0 9-15,0 0 3 0,-1 0 1 16,0 0 4-16,1 0 11 0,-1 0-6 0,0 0 8 16,0 0-1-16,0 0-5 0,-1 0 0 0,1 0-3 0,-22-1-7 15,22 1 2-15,-1 0-2 0,-24-3 1 16,16 3-5-16,-4 0-6 0,1-1 1 0,-2 2-3 0,1-1 3 0,2 1-4 15,-1-1-3-15,2-1-1 0,0 2-3 0,0-2 2 16,0 0 5-16,0 0-2 0,0 0 3 0,-2 1-4 16,1 0 0-16,-2 0-2 0,1-1 0 0,0 1 0 15,-1-1 2-15,-1 0-1 0,0-1 3 0,-2 1-3 16,1 2 2-16,0-1-1 16,0-2 4-16,0 0-6 0,0-1 3 0,1 1-3 15,-2 1 4-15,1 0-2 0,-2 0-3 0,-1 1 2 0,0 0-1 0,-1 1 0 16,-1 0 0-16,0 0 0 15,0-1-3-15,0 0 3 0,3 0-7 0,-1 0 6 0,1-1 0 0,0 0 0 0,2 0 1 16,0-1-1 0,1 2-3-16,0-2 5 0,1-2-1 0,0 2 1 0,1-1-4 15,-1 0 2-15,1 1 3 0,1-1-1 16,-1 0-3-16,4 3 1 0,0 0-5 0,-1 0 3 16,1-1-2-16,0 1 0 0,-1 1 1 0,1 1 0 15,0 0-2-15,-1-1 4 0,1 1-3 0,-2-1 4 0,2 1-3 16,1 0 0-16,0 0 4 0,1 0-2 15,-1 0 5-15,2-1-6 0,5-1 4 0,-1 0-3 0,0 0 7 0,1 0-2 16,-17 4-4-16,17-4 2 0,0 0-1 0,0 0-1 16,0 0-1-16,-1 0 0 0,1 0 0 0,0 0-15 15,-1 0 6-15,0 0-9 0,1 0 0 0,0 0-4 16,0 0 4-16,0 0-3 0,0 0 2 0,0 0 20 16,0 0-10-16,0 1 14 0,1-1-3 0,16 13-1 15,-17-13 0-15,1 0-3 0,21 4-11 0,-13-3 8 0,3 0-6 16,-2-1 7-16,2 1-5 0,1-1 6 0,-1 0-2 15,1 0 2-15,0 0 5 0,0 0-3 0,1 0 3 16,1 1-6 0,0 0 4-16,2 0-2 0,0 0 3 0,-1-1-2 15,1 2 4-15,0 0-1 0,-1-1 0 0,1 2 0 0,0-1 0 16,-1 0 0-16,0 0-1 0,2 0 0 16,0 1 2-16,1-1-5 0,1-1 4 0,0 0-4 15,0-1 4-15,1 1 4 0,-1 0-4 0,0 1 3 0,-1-1-4 16,-1 0 3-16,0 0 0 0,0 0 2 0,2 0-4 15,0 1 1-15,-1-1-1 0,-1 1 0 0,-2 1 1 0,1-1-1 16,-3 1 0-16,-1 1-1 0,0-1 1 0,-3 0-1 16,0 0 1-16,0 0-1 0,-1-1 4 0,0 2-6 15,-1-1-5-15,0 1-23 0,0-1-240 0,1 0-272 16</inkml:trace>
  <inkml:trace contextRef="#ctx0" brushRef="#br0" timeOffset="66816.4">3558 3374 2107 0,'0'0'83'0,"0"0"-46"16,0 0-6-1,-1 0-21-15,1 0-40 0,-1 0-14 16,1 0 5-16,0 0-2 0,0 0 16 0,0 0 15 16,0 0-5-16,0 0 11 0,0 0 5 0,0 0 0 0,0 0 3 15,0 0-2-15,0 1 0 0,0-1 17 0,0 0-1 0,0 1 7 16,0-1-5-16,0 1 0 0,0-1-8 15,0 1 5-15,0-1-5 0,0 0 2 0,-1 0 3 0,1 0-2 16,-1 0-2-16,1 0-8 0,0 0-4 0,0 0 0 16,-1 0 0-16,0 0-11 15,1 0-9-15,-1 0-9 0,1 0-90 0,-1 0-95 0,1 0-28 0</inkml:trace>
  <inkml:trace contextRef="#ctx0" brushRef="#br0" timeOffset="69155.37">2447 5738 936 0,'0'0'148'16,"0"0"-53"-16,0-1 72 15,-4-16-148-15,4 17-5 0,0-1-9 0,0 1 3 0,0-1-5 0,7-17 5 16,-7 18-4-16,0 0 1 0,0-1 2 0,0 1-1 16,0-1 12-16,-4-17 51 0,4 18-5 0,0 0 24 15,0 0 15-15,-1-1-24 0,1 1 8 0,-17-11-14 16,17 11-2-16,0 0-4 0,-1 0-2 0,-17-2 0 0,18 2-13 15,0 0-3-15,-1 0-5 0,-18 5 1 0,19-5-14 0,-1 0 0 32,1 0-2-32,-18 8 0 0,18-8-15 0,0 0-11 15,0 0 2-15,-1 0-5 0,0 1-2 0,-13 17 2 16,14-18-4-16,0 0 4 0,0 0 0 0,0 1-5 16,0-1 4-16,0 1-5 0,0-1-1 0,0 0 8 15,0 0 1-15,0 0 6 0,0 0 14 0,0 0-10 16,14-11-2-16,-9 3-2 0,0-2-11 0,2 0 6 0,0-2 2 15,1 0 2-15,0 0 1 0,-3 0 3 0,1 1-2 16,-1 1 3-16,-1 2 13 0,-1 0 2 0,-1 2 2 0,-1 1-2 16,-1 5-1-16,0-1 7 0,0 1-10 0,0-1 7 15,0 1-27-15,0 0-2 0,0 0-1 0,0 0-3 16,0 0-24-16,-1 0 11 0,1 0 1 0,-18 7 5 16,18-6 10-16,-9 14-5 0,3-5-1 0,1 2-1 0,0 1 0 15,-1 1 6-15,0 1-5 0,1-1 5 16,2 1-5-16,-1 0 6 0,2-2 0 0,1-2 2 0,1 0-1 0,1-3-4 15,0 0 1-15,1-2-2 0,-2-6 10 16,0 1-5-16,0-1 6 0,1 1-6 0,-1-1 11 0,17 11-3 31,-17-11 3-31,0 0-2 0,0 0-1 0,17-13 6 16,-13 6-6-16,1-1 5 0,1-2-10 0,-2 1 8 16,1 0-7-16,-1-2 8 0,-1 2-4 0,-1 0 7 15,-1 0 0-15,-1 0 1 0,0 2-4 0,-1 0 2 16,0 2 2-16,-2 0-1 0,0 0 0 0,-1 1-4 0,0 0-3 0,-1 1 0 15,-2 1-9-15,0 0 3 0,1 1-2 16,-1 0 1-16,-1 1-10 0,-1 1-1 0,1 0 1 0,0 3-1 16,-1-1-11-16,2 2 10 0,0 0-6 0,-1 1 9 15,0 1-9-15,1 1 5 0,0 0-4 0,2 0 5 16,1 0 6-16,-1 0-8 0,3-1 6 0,0-1-8 16,2-6 8-16,0 0-4 0,0 1 1 0,0-1-1 15,6 18 9-15,-6-18-6 0,1 0 0 0,16 4-1 16,-16-4 2-16,16-3-2 0,-7 0 2 0,2-3-2 15,1 1 6-15,0-3 4 0,2-1 0 0,0 0 3 0,-2-1 4 16,1 1-9 0,-2 0 6-16,-1 0-6 0,-2 2 7 0,-2 1 3 0,-1 1 0 0,-6 5 3 0,0 0 9 0,0 0 5 31,0-1 1-31,0 1 2 0,5-16-1 0,-5 16-6 16,0 0-5-16,-1 0 0 0,-16-8-23 0,17 8 1 15,0 0-7-15,-23 6 5 0,13-1-9 0,-2 3 11 0,0 1 2 16,-2 2 2-16,-2 2 0 0,1 2 0 0,1 0-2 0,1 2 2 15,3-1-3-15,1-1-2 0,2 1 0 0,0-3-2 16,2 0 1-16,2-1-2 0,0-2-1 0,3 0 0 16,0-2 2-16,3-3 2 0,-3-5-1 15,0 1 2-15,0-1 0 0,0 1 3 0,21 9 3 0,-21-10-2 16,13-7 4-16,-5 1 2 0,2-1 4 0,0-2-1 16,3-1 3-16,0-1-5 0,1 0-1 0,0-1-1 15,-2 0 1-15,0 0 1 0,-3 1-4 0,-1 0 4 16,0 1 1-16,-3 1 6 0,-2 1 2 0,-2 1 1 0,-1 2 14 15,-1-1-11-15,-1 1 1 0,-1 1-6 16,-1 1-8-16,-2 0-6 16,0 2 4-16,-1 0-4 0,-3 1-7 0,1 2-4 0,-2 0-5 0,-1 3 2 0,-1 0 1 15,-2 3-7 1,2 1 2-16,1 2-2 0,0 1 13 0,2 1-2 16,-1-1 4-16,2-1-4 0,1 0 2 0,2-1 1 15,1 1-2-15,1-2 2 0,2-1-1 0,0 0 1 16,1 0-1-16,1-8 0 0,0 0 5 0,0 1-3 15,5 15 1-15,-5-16-3 0,0 0-4 0,0 0 4 0,22-4 6 16,-13-2 0-16,2-3 19 0,2-2-1 16,2-1-2-16,2-4-1 0,3 0-9 0,-1 0 2 0,0-2-3 15,0 2 2-15,-3-1-7 0,-2 4 8 0,-2-1-1 16,-2 4 3-16,-3 2 2 0,-3 1 1 0,-4 7 0 0,0 0 2 16,0-1 3-16,0 1 5 0,0-1-1 0,0 1 0 15,0 0-13-15,0-1-5 0,0 1-2 0,0 0-1 16,0 0-2-16,-17 1-9 0,17-1 8 0,-14 11-7 15,7-5 6-15,0 1 1 16,0 0-8-16,0 0 6 0,1 0-4 0,1-1-125 0,0-1-4 0,1 0-58 16,4-5-166-16</inkml:trace>
  <inkml:trace contextRef="#ctx0" brushRef="#br0" timeOffset="73455.85">4155 3411 4 0,'0'0'403'0,"0"0"-131"0,1 0 198 0,-1 0-318 15,1 0-42 1,15 6-30-16,-16-6-79 0,0 0-5 0,1 0-17 16,-1 0-66-16,1 1-139 0,19 16-116 0</inkml:trace>
  <inkml:trace contextRef="#ctx0" brushRef="#br0" timeOffset="77005.89">3661 3323 255 0,'0'0'16'0,"0"0"35"0,0 0-7 16,0 0 52-1,-1 0-33-15,0-1-38 0,-14-5-44 0,15 6-6 16,-1 0-18-16,0 0-132 0</inkml:trace>
  <inkml:trace contextRef="#ctx0" brushRef="#br0" timeOffset="77477.67">3580 3396 913 0,'0'0'190'0,"0"0"-134"15,0 0 24 1,-1 0-68-16,1 0-13 0,0 0-8 16,0 0 4-16,-1 1-5 0,0-1-2 0,-12 18 0 15,13-18-10-15,0 1-6 0,0-1-148 0</inkml:trace>
  <inkml:trace contextRef="#ctx0" brushRef="#br0" timeOffset="77988.92">4150 3374 2183 0,'0'0'59'0,"0"0"-24"0,-1 0-62 15,0 0-16-15,1-1-3 0,0 1-3 0,-1-1-8 16,1 1-3 0,0 0 9-16,0 0-3 0,0 0 45 0,-1 0-1 0,1 0 5 15,0 0-4-15,0 0 5 0,0 1 1 16,0-1 0-16,-1 1 1 0,1-1 6 0,0 1 1 16,0-1 1-16,0 0-1 0,0 1-8 0,0-1-81 15,0 0 2-15,0 0-35 0,0 0-68 0,0 0-252 16</inkml:trace>
  <inkml:trace contextRef="#ctx0" brushRef="#br0" timeOffset="78449.92">4243 3351 2031 0,'0'0'85'0,"0"0"-68"0,0 0-15 0,-1 0-10 15,1 0-22-15,0 0-13 0,0 0 8 0,0 0-7 16,0 0 31-16,0 0 6 0,0 0-3 0,0 0 4 0,0 0-5 15,0 0-7-15,0 0 2 0,0 0-3 0,0 0 10 16,0 0 6-16,0 0 3 0,0 0 0 0,0 0 1 0,1 0-7 16,-1 0-2-16,1 0-7 15,-1 0-58-15,0 0-92 16,18 0-26-16,-18 0-50 0,0 0-420 0</inkml:trace>
  <inkml:trace contextRef="#ctx0" brushRef="#br0" timeOffset="80005.78">2425 5568 1619 0,'-5'-3'84'0,"0"-1"9"16,-1-1 8-16,0 2-19 0,0-2-13 0,0 2-33 15,0 0 1-15,1 1-14 0,-1-1-20 0,-6-3-1 16,4 4 2-16,-1 2-2 0,2-1 0 0,-2 0-4 0,1 1-1 16,0 1 0-16,0 1 3 0,1 1-7 0,-2 1 2 15,3 0-4-15,-1 1 1 0,0 1 4 0,1-1 2 0,-1 2 1 16,1 2 14-16,0 0 13 0,1 3 1 0,0-2 4 16,2-1 9-16,1 1-4 0,1-1 1 0,0 0-3 15,1 0-12-15,1 1-15 0,0-1 1 0,3 0-5 16,-1-2-8-16,2 0-1 0,0 0-4 0,1-1 2 15,1-2-7-15,0 0-6 16,0-1 0-16,0-1-1 0,1 0 4 0,0-3-4 16,0 0 1-16,1-2-2 0,0-2 3 0,0 0 8 0,1-3 1 0,0 0 2 0,-1-1 10 0,1 0 9 15,-1 0 6-15,-1 0 0 16,-1 0 21-16,-3 0 4 16,1 1 2-16,-2 1 0 0,0-1-2 0,-2 1-2 15,0 2-1-15,-1 5 0 0,0-1-1 0,0 1-9 16,0-1 4-16,-3-16-5 0,3 17 3 0,0 0-14 15,0 0 2-15,-1 0-7 0,-18 3-5 0,19-3-9 16,-1 0-4-16,-16 16 0 0,11-9 1 0,0 2-5 0,1 0 5 0,0 2-5 16,0 0 6-16,1 1-2 0,1 1 4 15,1-1-3-15,1 0 12 0,1 0-6 0,-2-2-2 16,2 0-1-16,0-2 1 0,0-8 1 0,0 0 4 16,4 16-3-16,-4-16-2 0,0 0 2 0,0 0-4 0,1 0 4 15,-1 0-5-15,1 0 1 0,15 0-2 0,-16 0 3 16,1-1 10-16,11-17-7 15,-7 10 3-15,1-1-5 0,0-1-1 0,-1 0 4 0,0 0 0 0,0-1 1 16,-2 2 0-16,1 0 5 0,-2 1-4 0,-1 1 4 0,0 0-5 16,-1 2 10-16,0 5 0 0,0-1 3 0,0 1 1 15,0 0-5-15,-8-17 5 0,8 17-5 0,0 0 5 0,-1 0-7 32,1 0-1-32,-16 0-2 0,16 0-12 15,-1 0 6-15,-13 14-2 0,8-6 3 0,-1 0-7 0,1 2 3 16,0-1-2-16,1 2 3 0,1 1-3 0,2 0-1 15,-1-1 2-15,2 0-2 0,0 0 6 0,2-2 0 16,0 0-3-16,0-2 2 0,1-1-4 0,-2-6 1 16,0 0 2-16,0 1-2 0,0-1-5 0,1 1 0 0,16 8 0 15,-17-9 1-15,0 0-8 0,16-12 1 0,-8 5 1 16,0-1 2-16,1-3 10 0,0 1-2 0,0-3 1 16,0 0 1-16,-2 0 10 0,1 0-2 15,-2 0-2-15,0 1 0 0,-1 0 8 0,-1 1-3 0,-1 0-2 0,-1 1 0 16,-1-1-7-16,0 1 8 0,-1 0 4 0,0 2 0 15,-1 2-1-15,1 6-5 16,0-1-2-16,0 1 0 0,0-1 5 0,-1 1-1 0,1 0 1 0,0-1-1 16,-1 1-2-16,-16-8-7 0,17 8 0 0,-1 1-3 0,-14 16 0 15,10-7 1 1,0 1-1-16,-1 1 0 0,2 0-2 0,-1 0 6 16,2-1 2-16,0-1 2 0,-1 0-4 0,1-1-2 15,1-1 4-15,1-1-3 0,1-7 11 0,0 0-8 16,0 1 1-16,0-1-3 0,-4 18 0 0,4-18 4 15,0 0-6-15,0 0 3 0,0 0-11 0,0 0-3 16,0 0-1-16,1 0-1 0,0 0-1 0,16-10-8 16,-17 10 10-16,0 0-8 0,16-17 19 0,-11 11 6 15,2-2-4-15,-2 1 3 0,0 0-4 0,-2 1 7 0,1 1 1 16,-4 5 3-16,0 0-3 0,0-1 10 0,0 1-3 16,0-1 6-16,0 1-3 0,0-1-2 0,0 1 3 0,0-1-2 15,0 1-4-15,0 0 0 0,0-1-7 0,0 1 3 16,0 0-6-16,0 0 2 0,-1 0-3 0,0 0 3 15,-15 4 0-15,16-4-3 0,0 0 2 0,-1 0-2 16,1 1 1 0,-1-1 1-16,-16 17 2 0,17-17-2 0,0 0-3 0,0 0 1 15,-1 1-4-15,0-1 3 0,1 1 1 16,-11 17-1-16,11-18-1 0,0 0-1 0,0 0 3 16,0 0-2-16,0 1 1 0,0-1-4 0,0 0-1 15,0 1 2-15,0-1-1 0,0 1 0 0,0-1-25 0,1 16-71 16,-1-16 1-16,0 0-30 0,0 0-49 0,0 0-95 15,1 0-57-15</inkml:trace>
  <inkml:trace contextRef="#ctx0" brushRef="#br0" timeOffset="84641.93">5323 7927 1185 0,'0'0'111'0,"0"0"31"0,0-1 9 16,0 1-31-16,-1-1-37 0,-19-15-1 0,20 16-3 0,0 0 2 16,-1 0-24-16,1 0-17 0,-18-9 5 0,18 9-10 15,-1 0-9-15,1 0-15 0,-16-9-2 0,16 9-3 16,-1 0 5-16,0 0-2 0,1-1 8 0,-18-7-4 15,18 8 15-15,0 0-12 0,0 0 0 0,-1 0-4 0,0 0-11 16,1 0-5-16,-17 10-1 0,17-10 0 16,-1 0 7-16,-10 21 0 0,7-11-2 0,2 2 0 0,-1 2 0 0,2 1 3 15,0 2 2-15,1-1 0 0,0 1-10 0,0-1 5 32,0-2-1-32,3 0 2 0,1-2-4 0,1-1-2 15,1-1-2-15,2-1 2 0,1-1 4 0,0-3 0 16,2 0 4-16,-1-2-1 0,1-2 4 0,0-1 5 15,0-2-1-15,1-2 1 0,0-1-2 0,1-1 5 16,-1-1 0-16,-1 0 2 0,0 0 3 0,-1-1 0 0,-1 1 1 16,0 0 1-16,-1 1 5 0,-2 1 0 0,0 0 1 15,-1 0 0-15,-1 1 13 0,-4 4-2 0,0-1 2 16,0 1-2-16,0-1-11 0,11-18 6 0,-11 19-5 0,0 0 4 16,0-1-10-16,0 1 6 0,-3-19-9 0,3 19 6 15,0 0-16-15,-1 0 2 0,0-1-3 0,1 1 1 16,-18-18-15-16,18 18-9 0,-1 0 0 0,0 0-4 15,-19-2-9-15,20 2 15 0,0 0-4 0,-1 0 8 16,-20 11 1-16,21-11-4 0,0 0-1 0,-15 18-1 0,10-9-8 16,2-1 5-1,0 2-3-15,1 0 3 0,2 0 2 0,0 1 14 16,0-2-2-16,2 0 4 0,1-1 0 0,1-1 1 16,0-1 1-16,1-1 0 0,0-2 6 15,-5-3-2-15,0 0 4 0,1 0-3 0,20 1 9 0,-21-1-4 16,14-8 1-16,-6 1-1 0,0-1-4 0,-1-3-7 15,1-1 1-15,0-1-2 0,1-1 0 0,-1-1-1 16,-1-1 2-16,-2 0-1 0,0 0 7 0,-3 3-2 16,1 0 0-16,-3 3 1 0,0 0 10 0,-3 0 5 0,1 1 0 15,-3 2 1-15,0-1-6 0,0 2-8 0,-3 2 0 16,1-1-2-16,-1 1 1 0,-1 2-3 0,1 0 0 16,-1 2-1-16,1 0-4 0,0 2-10 0,-2 0-2 15,0 2-3-15,0 3 0 0,0 1-5 0,1 2 6 0,-1 3-5 16,1 0 8-16,0 3-1 0,-1 2-2 0,2 0 1 15,2 2 2-15,0-2 5 16,1-1 2-16,0-1 0 0,2-3 10 0,1 0-6 16,0-1 0-16,2-3-3 0,0-1-2 0,0-8-1 15,0 1 1-15,0-1 0 0,0 1 10 0,0-1 6 0,0 1 5 16,1-1-2-16,16 9 5 0,-17-9 11 16,12-10-2-16,-5 2 5 0,1 0-10 0,1-2-8 15,1-1 0-15,-1 0-3 0,0-1-1 0,-1 1-3 16,-1 0 1-16,0 0 0 0,-1 0-1 0,0 1 0 15,0 1 0-15,-3 1 0 0,0 0 4 0,-1 2-3 16,-2 6 2-16,0 0-3 0,0-1 3 0,0 1-2 16,5-18 0-16,-5 18-1 0,0 0-9 0,0 0-5 15,0 0-5-15,-1 0 1 0,1-1-16 0,-18-5-3 0,18 6-1 16,-1 0-1-16,-17 11-9 0,9-5 10 0,1 1 0 16,1 2 4-16,-1 1 16 0,2 1 4 0,1-1 0 15,0-2 1-15,3 0 1 0,0-1-6 0,2 0 3 16,0-7-4-16,0 0 6 0,0 0-1 0,1 1 6 0,0-1-4 15,15 16 9-15,-16-16 5 0,1 0-5 0,-1 0 5 16,21-4 1-16,-21 4 3 16,1 0 5-16,19-13-2 0,-12 5 9 0,-1-1-3 0,1 0 0 0,0-1-1 31,-1-1-7-31,0 0-1 0,-1 1-4 0,0-1 0 0,0 2-4 16,-3-1-5-16,0 1 2 0,-1 2-3 15,-2 1 0-15,-2 0 11 0,-1 1-1 0,0 1 5 0,3 4-2 0,0-1-7 16,0 1-2-16,-21-12-2 0,21 12-2 0,0 0-5 15,-21-2 1-15,12 3-4 0,1 0 4 0,0 2 2 16,-1 1 0-16,0 1 0 0,-1 2 1 0,1 1 0 16,1 0 1-16,-1 2-1 0,1-1-2 0,0 2 1 15,2 1-2-15,1 0 1 0,0-1-13 0,2 0 9 16,1 0-6-16,2-2 7 0,0 1 4 0,1-2 1 0,2-1 2 16,1-1 0-16,1-1-1 0,0-1 7 15,1 0-1-15,1 0 3 0,1-1-7 0,-1-1 3 0,2 0-5 16,-2-1 0-16,1 1-46 0,0-1-123 0,1-1-26 15,2 0-53-15,2 0-291 0</inkml:trace>
  <inkml:trace contextRef="#ctx0" brushRef="#br0" timeOffset="87775.19">1326 4927 1604 0,'-7'-3'88'16,"1"-1"8"-16,-1 0 13 0,3 1-11 0,4 3-26 0,-1 0-39 15,1 0 0-15,0 0-6 0,-1 0 8 0,-20-13 10 16,21 13 0-16,0 0 2 0,0 0-14 0,0 0-13 16,0 0 0-16,0 0-4 0,-1 0-5 0,0 0 8 15,1 0 1-15,-1 0 4 0,1 0 17 0,0 0 12 16,-1 0 3-16,1 0 3 0,0 0 9 0,0 0-17 15,0 0 4-15,0 0-9 0,0 0 0 0,0 0-11 0,0 0-5 16,0 0-3-16,0 0-22 16,0 0-1-16,0 0 0 0,1 0-1 0,-1 0-6 0,0 0 6 0,19 2-5 0,-19-2 6 15,1 0-2-15,-1 0-5 0,21 9 2 0,-21-9-5 32,1 1 6-32,19 12-2 0,-12-7 2 0,-1 0-2 15,1 0 1-15,-1 0 1 0,1 0-1 0,-1 0 1 16,0 0 0-16,0 0-1 0,0 2 1 0,0-1 0 15,0-1-2-15,0 1 0 0,-1 0 1 0,1 1 0 16,1-1 9-16,-1 1-3 0,1-2 1 0,0 1-2 0,-1 0-2 0,3 0 0 16,-1 0-1-16,0 1 1 0,1 0 3 0,-1-1-5 15,1 2 3-15,-2-1-3 0,1 0 5 0,-1 1-3 16,1-1 2-16,-1 2-4 0,0-1 0 0,-1 0 8 16,1 0 0-16,-1 1 3 0,1-1-3 0,0 0-2 15,1 1 1-15,-1-1-1 0,0 0-1 0,1-1-1 16,-1 1 0-16,0-1 0 15,1 0 0-15,0 0-2 0,1 0 0 0,1 1 0 0,0-1-2 0,0-2 0 16,1 1 2-16,-1 1-1 0,0-1 6 0,0 0-4 0,-1 0 3 16,1 0-3-1,1 0 8-15,-2 0-3 0,2 1 1 0,-1 0-2 0,0 1-4 0,0-1 3 0,0 1-1 0,-2-1 2 32,2 0 0-32,0 0-4 0,0 0 2 0,1 0-1 15,0 1 4-15,1 0-5 0,-1-1-4 0,0 0 1 16,0 1 1-16,-1-1-1 0,2 0 5 0,-2 1-5 15,0-2 3-15,0 1-5 0,0 0 3 0,-1-2-2 16,1 3 2-16,-1-3 4 0,0 2-5 0,-1-1 4 16,0-1 2-16,0 2-4 0,2-1 3 0,-1 2-3 0,1-1 0 15,0 0 3-15,0 0-1 0,-2 0 1 16,1-1-5-16,-1 2 3 0,0-1 1 0,1 1 1 0,-1 0 4 0,0-1-2 16,0 1 1-16,0-1-3 0,-1 0-5 0,0-1 2 15,1 1-1-15,0 0 2 0,-2-2 6 0,2 2-5 16,-1-2 0-16,0 1-2 0,0 0 0 15,2-1-1-15,-2-1 2 0,2 1-1 16,0 1 2-16,0 0-4 0,0 1-1 0,2-1 0 0,-3 0 6 0,2 0-1 16,-1 1-1-16,-1 0-1 0,2 0-6 0,-2 0 4 0,0 1 0 15,1 0 1-15,0 0 4 0,-1 0-2 0,-1 0-3 16,1-1 0 0,-1 1-3-16,2-1 4 0,0 1 0 0,-1-1 2 15,2 0-2-15,-2-1-1 0,2 0 2 0,1 1-1 16,-1-1 8-16,2 1-5 0,-2-1 1 0,2 2-2 15,-1-1-3-15,-1 1 1 0,1 1 0 0,0-1 0 16,-1 0 6-16,1 0-5 0,0 1 0 0,-2-1-2 16,2 0 1-16,0 0 2 0,-1-1 4 0,2 1-2 15,1-1-2-15,-1 0-1 0,2-1-1 0,-1 1 2 0,0-1-1 16,0 0 2-16,1 2-1 0,0-1 1 0,0-1-4 16,-2 2 1-16,1-2 0 0,-1 0 1 0,0 0 3 0,-2 1-1 15,2-1-2-15,-1 1 1 0,1 0-2 0,1 3 1 16,1-2 2-16,-1 1-1 0,0 0-5 0,1-1 2 15,-2 0 0 1,1 1 1-16,-1-1 1 0,1 1-2 0,-1-1-1 0,0 0 1 0,0 1 7 0,1 0-5 16,-1-2 3-1,0 2-4-15,1-1 0 0,1-1 0 0,0 0-1 0,0 0-1 0,0-1 1 0,0 1 0 0,0 1 2 32,-1-1-1-32,0 2 1 0,1 1 0 15,-1-1-1-15,-1 1 1 0,-1-1-2 0,0 0 3 0,0 1 1 16,0 0 1-16,2-2-1 0,1 3 1 0,0-2-2 0,0 1 2 15,-1-1-2-15,0 1-2 0,1-2 2 0,-1 2-3 16,1-1 2-16,-2 0 4 0,2-1-3 0,-2 0 3 16,1 0-4-16,-2 1-1 0,1 1-2 0,2-1 1 15,0 1 2-15,1-1 0 0,0 0 0 0,0 1 0 16,1-1 1-16,-2 0 2 0,0 1-2 0,0-1 2 0,0 1-2 16,-1-1 1-16,-1 0 1 0,0 0-1 15,1 1 0-15,-2-3 2 0,1 2 1 0,1-2-2 0,-1 0-6 0,1 2 4 16,0-2-1-16,-1 0 4 15,1 0-3-15,-1 0 5 0,0 1-3 0,0 0 2 0,0 0-2 0,0 0-4 16,-2-1 3-16,1 1-3 16,0-1 3-16,-1 0 2 0,0 1-2 0,-1-1 1 0,2 0-4 0,-1 1 1 15,1-1 0-15,1 1 2 16,-1-2-6-16,-1 2 4 0,0-2-1 16,1 1 2-16,-1-1-4 0,1 0 2 0,0 0 0 15,-1-1 1-15,2 0 4 0,-2 0-6 0,0 1 2 16,0 1-2-16,-2 0-3 0,1-1 7 0,0 2-5 0,2-1 4 15,-2 1-6-15,2 0 4 0,1 0-1 0,-1 0 3 16,-1-1 2-16,1 1-5 0,-2 0 4 0,1-1-5 16,0 1-6-16,1-1 9 0,0 0-2 0,0 0 4 15,0 0-2-15,0 1-2 0,-2-2 2 0,0 1-2 16,0 0 4-16,1-1-3 0,-1 2 1 0,1-1-1 16,0 1 0-16,0 0 0 0,0 1-1 0,0 1 0 0,-1 0 1 15,1 0 0-15,-1-1-1 0,-1-1 1 0,0 1 4 16,1 0-5-16,0-1 0 0,0 0-3 0,0 0 1 0,2-1 3 15,-2 1 3-15,0 0-1 0,0 0 1 0,0 1-4 16,0-3-1 0,1 2 0-16,0-1 2 0,-1-1-1 15,2 1 0-15,1 1-2 0,-1 0 2 0,0 0 0 0,0 2-1 16,0-1 1-16,0 0 0 0,0 0 4 0,1-1-1 16,0 0 1-16,-1 1-5 0,0-1-2 15,1 0 1-15,-1-1-2 0,1 1 6 0,0-1 0 0,1 1 0 16,0 0 0-16,2 0-1 0,-3 1-1 0,1-1 2 15,-1 1-1-15,0 1 8 0,-1-1-10 0,0 1 1 0,1 0-4 16,-1 0 4-16,0 2 2 0,0-1-1 0,0 3 1 16,0-2-2-16,0 1-1 0,0 0 2 0,1-1-1 15,2 0 4-15,-1 0-5 0,2-1 1 0,0 1-1 16,-1-1 3-16,0 1-2 0,0-1-3 0,-1 2 1 16,0-1 4-16,1 2-2 0,-2 0 5 0,0 1-4 15,1-1-1-15,-1 0 3 0,0 0 0 16,1-1 3-16,0 1 10 0,1-1-4 0,-2 1-2 0,2-1 0 0,0-2-6 15,0 1 1-15,0-1 0 0,-1 0 0 0,1 1-1 0,-1 0-2 16,-1 0-1-16,0 2 0 0,-2-1 6 0,2 1-7 31,-1 0 6-31,0-1-6 0,1-1 8 0,0 1-4 16,-1-1 2-16,1 0-3 0,-1-1 2 0,0 0 5 16,-1-3-2-16,0 1 3 0,0-2 1 0,0 2-1 15,0 1-2-15,-1-3 1 0,0 2-4 0,-2-1-2 0,-1 0 3 16,0-1-4-16,0 0-3 0,-1 0 6 0,1-1-8 15,-2 1 6-15,0 0-4 0,1 0-67 0,-2-1-20 16,4-1-34-16,-1 0-245 0</inkml:trace>
  <inkml:trace contextRef="#ctx0" brushRef="#br0" timeOffset="88471.63">5986 8794 2623 0,'0'0'234'0,"-1"0"-46"0,-15 3 100 16,16-3-183-16,0 0-31 0,-1 0-52 0,0 0-21 15,1 0 0-15,-1 0-1 0,1 0-3 0,0 0-5 0,0 0 1 0,0 0-4 31,0 1-7-31,0-1 2 0,16 20 5 0,-7-12-2 0,-1 0 3 0,2 1 4 0,2 3-3 16,-1 0 4 0,1 0 2-16,0 1-2 0,-1 0 0 0,1 2 0 0,1-1 3 0,-1 0-1 0,1 1 3 0,-1-1-1 31,-1-2 3-31,0 0-2 0,-1-2 0 0,-2 0-1 16,0-1-1-16,-1-1-131 0,-1 1 2 0,1-2-58 15,-2 0-96-15,1-2-198 0</inkml:trace>
  <inkml:trace contextRef="#ctx0" brushRef="#br0" timeOffset="88754.29">6255 8692 3101 0,'0'0'151'0,"-1"0"76"0,-15 6-132 0,16-6-71 0,0 0-9 15,-1 0-15-15,-20 11-9 0,21-11-14 0,-12 9 2 16,6-1-7 0,-2 1-6-16,-1 1 1 0,0 3 2 0,-1 1 0 0,-1 2 9 0,-1 1 10 0,-1 0-2 0,-1 4 7 15,1-1 6-15,0 0 1 0,3-1 1 0,-2-1-1 32,0 0 0-32,2-2 0 0,0 1 0 0,1-2-1 0,1 1-1 15,0-3-15-15,1 0-24 0,1 1-3 16,0-3-129-16,2 2-115 0,0-1-32 0,3-1-86 0,1 0-766 15</inkml:trace>
  <inkml:trace contextRef="#ctx0" brushRef="#br0" timeOffset="89005.34">6337 8887 3089 0,'0'0'136'0,"0"1"71"0,0-1-137 0,0 0-61 0,0 1 0 16,6 16-16-16,-6-17 13 0,0 0-4 0,0 1 0 16,20 11-2-16,-20-12-11 0,1 0 0 0,20 9 2 0,-12-7 0 15,-1 0 4-15,1 0 2 0,0-1 2 0,-2 0 0 32,1 1 1-32,-2-2-15 0,0 0-2 0,2 1-3 15,-3 0-1-15,-5-1-12 0,0 0 1 0,1 0-9 16,18 1-40-16,-19-1-66 0,0 0-17 0,0 0-20 15,0 0-95-15,20-8-116 0,-15 3 846 0</inkml:trace>
  <inkml:trace contextRef="#ctx0" brushRef="#br0" timeOffset="89254.05">6438 8749 2098 0,'0'0'435'0,"0"0"-194"16,0 0-33-16,-1 0-52 0,1 0-120 0,-1 0-13 15,1 0 0-15,-17-3-4 0,17 3-1 0,0 0-15 0,0 0-1 16,-1 1-5-16,1-1-5 0,-13 19-4 0,11-11 2 16,1 2-2-16,1 0 8 0,-1 2-2 0,1 1 7 15,1 2-3 1,0 3 14-16,1 0-6 0,0 2 0 0,1 0-2 16,0 0 3-16,-1 1-6 0,1-1 3 0,-1-3-3 15,0 1 4-15,-1-4-13 0,1 0-17 0,-1-2-1 16,0-2-75-16,1-1-53 0,-1 0-13 0,-1-9-21 15,0 0-107-15,0 1-153 0</inkml:trace>
  <inkml:trace contextRef="#ctx0" brushRef="#br0" timeOffset="89508.9">6568 8590 2927 0,'0'0'265'0,"0"0"-135"16,0 1-3-16,0-1-54 15,0 1-76-15,-4 18-4 0,4-19 3 0,6 13-3 16,-1-4 7-16,0 2-9 0,-1 2 1 0,2 0-3 0,0 2 6 0,0 0 3 0,-1 1-2 0,1 0 2 31,-2 0 1-31,0 0-36 0,0 0 6 0,-2-2-20 16,1-1-17-16,-1-2-38 0,1 0-5 0,-1-1-14 15,0 1-50-15,0-3-59 0,-2-8-11 0,0 0-31 16,0 1-195-16</inkml:trace>
  <inkml:trace contextRef="#ctx0" brushRef="#br0" timeOffset="89988.61">6775 8640 2942 0,'0'0'263'0,"0"1"-147"16,-1-1-19-16,-16 19-39 0,17-19-59 0,-1 0-1 0,-12 19-6 16,9-11 3-1,-1 2-17-15,0-1 4 0,-1 0-16 0,0 0 4 0,-1 1-78 0,1 0-32 0,-2 0-7 16,0 0-10 0,-1 1-37-16,-3-1 5 0,1 1 10 0,0-1 1 15,1-1 62-15,2-2 53 0,1-2 8 0,7-5 17 16,0 0 48-16,-1 0 19 0,1 0 2 0,0 0 9 15,-1 0 30-15,0 0-1 0,1 0 3 0,0 0-2 16,0 0 15-16,0 0 5 0,0 0 1 0,0 0-2 16,0 0-32-16,0 0-3 0,0 0-9 0,17-4 3 0,-17 4-19 15,0 0 2-15,0 0 1 0,1 0 0 0,16 7 8 16,-17-7 10-16,0 0-3 0,0 0 5 0,1 1-6 0,10 15-1 16,-11-16 1-16,0 1-2 0,3 15-5 0,-3-15-3 15,2 14-2-15,-2-6 1 0,0 1-8 0,0 0-10 16,0 1 2-16,-2 0-5 15,2 1-8-15,-1 0-3 0,0 0 0 0,0 1-1 0,1-1 2 0,-1-1-4 16,0 0 1-16,1 0-1 0,-2-2 6 0,2 2-1 16,0 0-5-16,-1 0 1 15,1 1 1-15,0 0-2 0,-1-3 2 0,1 2-2 16,-1-1 4-16,1 1-5 0,0 0 2 0,1 0-4 0,-1-1 3 0,0-1-11 0,1 0-10 16,-1-1-6-1,1 0-87-15,-1-8-101 0,0 1-19 0,0-1-37 16,0 1-152-16</inkml:trace>
  <inkml:trace contextRef="#ctx0" brushRef="#br0" timeOffset="90724.56">6879 8747 1964 0,'0'0'137'0,"0"0"147"0,0 0-134 16,0 0-70-16,-1 0-3 0,0 0-20 0,1 0 1 16,-1 0-22-16,1 0 6 0,0 0-12 0,-1 0 0 15,1 0-7-15,-1 0-1 0,1 0-1 0,0 0-4 0,0 1 0 16,0-1 5-16,0 1-3 0,0-1 5 0,0 1 4 15,0-1-8 1,0 1 6-16,21 12-11 0,-21-13-6 0,1 0 4 0,19 2-7 16,-20-2-6-16,1 0 2 0,20 1-1 0,-21-1 4 0,0 0-1 0,20 0-17 15,-20 0-3-15,1 0-9 0,18 0-49 0,-19 0-33 0,1 0-12 32,18-2-7-32,-19 2-55 0,0 0-61 0,17 0-21 15,-17 0-45-15,1 0-419 0</inkml:trace>
  <inkml:trace contextRef="#ctx0" brushRef="#br0" timeOffset="91015.43">6876 8929 2636 0,'0'0'204'0,"0"0"-111"15,0 0-22-15,0 0-23 0,0 1-48 0,0-1 11 16,0 0-5-16,0 1 6 0,1-1-12 0,18 10-3 15,-19-10-3-15,0 0 2 0,19 3-6 0,-19-3 9 16,1 0-3-16,19 2 4 0,-20-2-4 0,0 0 7 16,22 3 4-1,-21-3 0-15,-1 0 4 0,25 2 1 0,-16-1-3 16,-1 0 3-16,1 0-11 0,-1-1 10 0,-1 1-7 16,0-1 6-16,0 0-9 0,-1 1-2 15,1-1 3-15,-1 0-3 0,-6 0-6 0,0 0-23 0,0 0 1 16,1 0-10-16,16 3-21 0,-17-3-44 0,0 0-10 0,0 0-14 15,0 0-66-15,1 0-105 0,0 0-71 0</inkml:trace>
  <inkml:trace contextRef="#ctx0" brushRef="#br0" timeOffset="91442.22">7180 8643 2533 0,'0'0'299'0,"0"0"-132"0,0 0-22 0,0 0-34 16,0 0-72-16,-1 0 4 0,0 0-2 0,1 0 1 15,0 1-14-15,0-1-13 0,0 1-2 0,-7 16-4 0,7-17 0 0,-2 15 7 16,2-5-2-16,-1 2 3 0,0 1 6 0,0 4-1 15,1 2 5-15,2 4-4 0,-2 1 4 0,2 3 0 16,-1 2-2-16,1 2-1 0,2 1-20 0,-1 2-3 16,0 1-3-1,2-2-7-15,0 1-97 0,2-1-238 0,1 1-85 16</inkml:trace>
  <inkml:trace contextRef="#ctx0" brushRef="#br0" timeOffset="95178.27">3480 3461 1897 0,'0'0'73'0,"0"0"-41"16,0 0 40-16,0 0-97 0,0 0 8 0,0 0 6 0,0 0 20 0,0 0 7 0,0 0 1 16,0 0 13-16,0-1 0 0,0 1-4 0,0-1 0 31,0 1-17-31,1-1 4 0,0 1-4 0,16-16 5 0,-17 16 4 0,0 0 3 0,0 0 2 0,0 0-1 31,1-1 2-31,-1 1-2 0,0-1 0 0,18-15 0 16,-18 16 9-16,0 0-5 0,1 0 4 0,-1 0-3 0,0 0 6 15,1-1-3-15,16-6-2 0,-17 7 0 0,0 0-4 16,1 0-12-16,-1 0 3 0,20-3-8 0,-20 3-4 0,0 0-5 16,18-2 3-16,-18 2-3 0,1 0 2 0,23 2 3 15,-15-1-4-15,0-1 2 0,1 0-1 0,0 0 0 16,-1 0 0-16,0 1 0 0,1-1 0 0,2 0 2 16,0-1 0-16,4 0-1 0,-1-1-6 15,2 0 5-15,-1 0-2 0,1 0 3 0,0 1-1 0,-1-1 1 16,2 2 2-16,-3-1 1 0,0 0-6 0,1 1 3 0,-2-2-1 15,1 1 3-15,-1 0-1 0,-1 0-1 16,-2 0 4-16,-1 1-2 0,-2 0 6 0,-2 0-3 0,-6 0 1 16,1 0 0-16,-1 0 5 0,0 0-1 0,17 3 0 15,-17-3 0-15,0 0 9 0,0 0 10 0,0 0-5 0,0 0 4 32,0 0-20-32,0 0 0 0,0 0-4 0,-1 0 1 15,-16 1-5-15,16-1-3 0,-15 3-1 0,4 0-2 16,0-2-4-16,-3 0 9 0,-1 1 2 0,2 0 2 15,-2 0-4-15,2 1 8 0,1 0-4 0,-2-2 7 0,1 0-5 16,1 0 2-16,2-1-2 0,0 1 1 16,1 0-3-16,1-1-3 0,0 0-1 0,1 0-1 0,1 1-2 15,0 0-1-15,-1 1 4 0,3 0-3 0,-3 0-2 0,3 2 1 16,1-1-4-16,4-3 3 0,0 0 3 0,-1 0-2 16,1 0 2-16,0 0-2 0,-1 1-5 0,0-1 2 15,1 1-5-15,0-1 4 0,0 1-5 0,0-1 8 16,18 7 3-16,-7-9 0 0,2-1-1 0,2-1-1 15,3 0 0-15,1 1 0 0,1 0 9 0,0 0-10 0,0 1 6 16,-1 1-7 0,0-1 5-16,3 1 3 0,-1 1-3 0,3 1 1 0,-2-1-1 0,1 2 0 0,-2-2 1 15,0 2 0-15,-1-1 2 0,0 1 0 0,-3 0-1 16,1-1 1 0,-2 1-2-16,-1-2 1 0,1 0 2 0,-3 0-1 15,-1 0 7-15,-2 0-2 0,-2 0 3 0,-1-1-3 16,-7 1 2-16,0 0 2 0,1 0 1 0,-1 0 1 15,1 0 7-15,-1 0-6 0,1 0 3 0,-1-1-4 16,0 1-7-16,0-1-9 0,-10-12-6 0,0 10-1 0,-2 0-8 16,-4 0 15-16,-1 2-2 0,-1-1 5 0,-2 1-3 15,3-1 2-15,-1 0 1 0,-1 1 1 0,2-2 8 0,-3 3-9 16,2-3 0-16,-2 2-2 0,0 0 4 0,-2 1-1 16,0 1 1-16,-1-1-2 0,2 0-2 0,-1 0 0 15,1 2-3-15,0 0 1 16,-2 1-2-16,1 2 3 0,-2-1 5 0,3 1-2 0,0 0 2 0,2-2 0 15,3-1 1-15,2 0 0 16,2 0 0-16,0 0 1 0,2 2-7 0,0-3 4 16,3 1-1-16,7-2 2 0,-1 0 4 0,1 0-3 0,0 0-6 0,-1 0-5 15,0 0-1-15,1 0-2 0,0 0-16 0,0 1 16 0,0-1-5 16,0 0 10-16,0 1 1 0,19 9 3 0,-10-9-1 0,2 0 2 31,1 0 1-31,2-1-3 0,0 0 2 0,3 0-3 16,2 0 4-16,0 0 2 0,2 0-3 0,0-1 3 15,-1 1-3-15,0 0-1 0,1 0 4 0,-1 0-2 16,0 0 3-16,0 0 0 0,1-1-1 0,2 1 0 16,-1-2-1-16,-2 1 1 0,0 0-1 0,0 1 1 0,-2 0-2 15,-1 0 1-15,1-1-1 0,-3 0 0 0,1 0 0 16,0 1 3-16,-3 0 0 0,2 0 2 0,-1 0 3 0,-1 0-4 16,0 0 5-16,-2 0-5 0,0 0 10 0,-1 1-9 15,-2-1 0-15,1 0-3 0,-2 0 4 0,-1 0-6 16,1 1 7-16,-2-1-7 0,-5 0 5 0,1 0 0 15,0 0-2-15,-1 0 4 0,0 0 2 0,1 0-7 16,16 2 1-16,-17-2-3 0,0 0-6 0,0 0-55 16,0 0-16-16,0 0-21 15,0 0-128-15,0 0-241 0</inkml:trace>
  <inkml:trace contextRef="#ctx0" brushRef="#br0" timeOffset="98971.66">2720 6172 1379 0,'0'0'102'0,"-1"0"-8"0,1 0 1 15,0 0-36-15,-18-1-48 0,18 1-8 0,0 0-4 0,-1 0 0 16,1 0-10-16,-16-6 11 0,16 6-1 0,0 0 3 16,0 0-5-16,-1 0-14 0,1 0 1 0,-1 0-5 15,1 0 0-15,0 0-17 0,-1-1 7 0,-10-15-10 16,11 16 17-16,0-1 16 0,0 1 2 15,0-1 6-15,2-16 18 0,-2 17 19 0,0-1 3 0,0 1 7 0,0 0 17 16,0-1-1-16,-7-16 0 16,7 17-1-16,0 0-5 0,0 0-25 0,-1-1 5 0,1 1-14 0,0-1-2 0,-1 1-15 31,0-1 6-31,1 1-8 0,0 0 7 0,0-1-11 16,-1 1 0-16,0 0-5 0,1 0 4 0,-1 0-1 15,1 0-1-15,0 0 1 0,-17 1 0 0,17-1-2 16,0 0 4-16,0 0-2 0,-8 16 7 0,8-16-7 15,0 0 2-15,-11 21-4 0,7-13 4 0,-1 1 0 16,0 1 1-16,0 1 2 0,-1 1 1 0,2-1-3 0,-1 1 1 16,0 0-1-16,0 1 5 0,0 2-4 0,1-2-1 15,0 2-1-15,1-2-1 0,-1 1 11 0,0-1-5 16,0 1 9-16,0 0-1 0,1 1-3 0,0-1 2 0,0 2-3 16,0 0 10-16,0 1-18 0,-1 2 8 0,1 2-10 15,-2 1 1-15,0-1 0 0,-1 0-2 0,2 1 0 16,-1-1 3-16,0 1 2 0,0-2 0 0,-2 0-1 15,2 1-2-15,0-1 1 0,0 1 1 0,0-1 0 16,1-2 2-16,0-1-4 0,0-1 4 0,0-1-4 0,2-1 4 16,-1 0-1-16,1-2-3 15,0 0 3-15,-1 0 3 0,2-2-3 16,-1 1 3-16,0 1-3 0,0-1-1 0,-1 1-4 0,0 0 2 0,0-2-3 0,0 2 3 0,0-2 1 31,0-1-9-31,0-1-4 0,0-1-111 0,2 0-331 16</inkml:trace>
  <inkml:trace contextRef="#ctx0" brushRef="#br0" timeOffset="100061.84">2946 6244 1431 0,'0'0'121'0,"0"0"12"0,0 0 3 0,-1 0-40 0,0 0-63 16,1 0-25-16,0 0-7 0,0 0 4 16,-1 1-10-16,-16 6 6 15,17-7 3-15,0 0 2 0,0 1-2 0,-7 19-2 16,7-20-2-16,0 0 2 0,-9 17 7 0,9-17 10 15,-1 1 3-15,-9 18 1 0,5-11 9 0,1 0 5 16,0 0 0-16,0 0 2 0,-2 0 0 0,1 0 2 16,-1 1-1-16,0 0 2 0,0-1-7 0,-1 1-8 15,1 1 1-15,-2 0-3 0,2 2-3 0,0 0-12 0,0-1 1 16,0 3-5-16,-1-2-5 0,1 1-4 0,0 1 0 16,1 1-1-16,0 0 5 0,-1 1 0 0,0 0-2 15,1 0 1-15,0 2-4 0,1 0 2 0,0-1 0 16,-1 2 1-16,0 1 3 0,0 1 0 0,-1 1 1 0,1 0-1 15,-1-1 0-15,1-1-5 0,-1 1 3 0,0-2-2 16,1 1 5-16,-1 0-2 16,0 0-1-16,0 1 0 0,0 0 5 0,0 0-7 0,0 0 2 0,1 0-3 15,-1 0 3-15,1-1 1 0,0 1-1 0,0-2 0 16,1 1-1 0,0-1 2-16,-1 0 4 0,0 1-2 0,0-2-3 15,0 1 6-15,1-3-3 0,0 1 4 0,1-1-5 16,-1 0 2-16,1-2 0 0,-1 2 0 0,0-3 0 0,0 2-2 15,1 1-2-15,1-2 0 0,-1 1 2 0,1 0-3 16,0-2 1-16,0-1-2 0,1 0 3 0,-1-2 0 16,-1 0-1-16,3-2-1 0,-1 0-10 0,0 0-4 15,1-2-17-15,-1 0-4 0,1-6-119 0,0 1-215 16</inkml:trace>
  <inkml:trace contextRef="#ctx0" brushRef="#br0" timeOffset="100990.7">3203 6417 54 0,'0'0'707'0,"0"0"-275"0,-1 0 359 16,1 0-714-16,0 0-17 0,-1 0-26 0,1 0-28 15,-1 0 5-15,-16 3-11 0,17-3 4 0,-1 0-6 16,0 0 4-16,1 0-4 0,0 0 0 0,-17 14 2 0,17-14-4 16,0 0 4-16,-1 1 4 0,-12 19-1 0,13-20 0 15,-1 1 1-15,-10 19 6 0,6-13 29 0,1 2-7 16,0-1 15 0,0 1 2-16,0-1-9 0,0 2 5 0,0 0-8 15,0 1-15-15,-1 0-8 0,0 2-3 0,1 0-1 16,-1 0 2-16,0 2-11 0,1 0 3 0,0 0-5 15,-1 2-4-15,0 1 5 0,1 2-2 0,-1 0 2 16,0 0 2-16,1 1-5 0,-1-1 3 0,2 2-5 16,-2-2 3-16,0 1 2 0,1 2 1 0,-1 0 1 0,2 2-2 15,1 0 0-15,-3-1-1 0,1-1 1 0,-1 0 0 16,1 1 4-16,0-1 2 0,-1 1 1 0,1 0 3 16,-2 1-7-16,1 0 5 0,0-1-6 0,0-1 11 0,0-1-7 15,0 0 2-15,0-2-2 0,1 1 3 0,0-2-4 16,0 0-1-16,1 0-1 0,-2 0 0 0,1-1-1 15,1-1 0-15,-1-1 0 0,0-1 0 0,1 0 3 16,-1-1 1-16,1 0 0 0,-1-1 3 0,1 1 19 16,0-1-4-16,-1-1 8 0,1 2-8 0,0-1-10 0,-1 1-2 15,1 0-3-15,0 1-10 0,1-2 1 0,-1 1-3 16,1-2 3-16,-1 0 0 0,2 0-4 0,0 0 3 16,-1-1-6-1,2 0-1-15,0 0-4 0,-1-2-16 16,1 0-1-16,0 0-109 0,1-1-78 0,-1-1-47 0</inkml:trace>
  <inkml:trace contextRef="#ctx0" brushRef="#br0" timeOffset="101621.29">3589 6609 13 0,'0'0'2'0,"0"0"2"0,0-1 1 0,0 1-5 0,0-1-13 0</inkml:trace>
  <inkml:trace contextRef="#ctx0" brushRef="#br0" timeOffset="102021.25">3579 6571 38 0,'0'0'-4'0,"0"0"225"0,0 0 55 16,0 0 8-16,0 0-7 0,-1 0-110 0,0-1-38 16,1 1-7-16,-1 0-11 15,-16-5-35-15,17 5-6 0,0 0-1 16,-1 0-3-16,1 0-7 0,-1 1-10 0,-17 12 0 0,18-13-4 0,-1 0-9 0,1 1-12 0,-14 16 2 31,14-17-5-31,0 1 5 0,-10 17-7 16,10-18 3-16,0 0-4 0,-7 20 1 0,7-20-1 0,0 1-3 15,-7 23 1-15,3-14 2 0,2 2 3 0,-1 0 0 16,-1 1 1-16,0 0 1 0,0 0-6 0,0 1 3 0,3 1-5 16,-2 0-4-16,1 0 3 0,0 0-5 0,0 2 5 15,1-1-5-15,1-1-1 0,-2 0-1 0,0 1 0 16,1 0-10-16,-1 2 2 0,2 1 0 0,0 0 1 16,0 1 0-16,-2-1 2 0,1 2-3 0,-1 0 2 0,1 1-1 15,0-1 2-15,-1 2 0 0,1 0 0 16,-2 0-1-16,1 0-1 0,-1-1 2 15,1 0-2-15,0 0 0 0,1-1 0 0,0 0 1 0,0 0-1 0,0 0 2 0,0 1-1 16,0 0-1-16,-2-2 0 0,0 0 0 0,1 0 1 16,0 0 3-16,1-1-1 0,1 0 3 0,-1-1-6 15,-1-1-3-15,1 1 0 0,-1 0 9 0,0 0-2 16,1 1 6-16,-1-2-5 16,0-1 9-16,-1-1 21 15,2 0-10-15,0-1 12 0,1 2-21 0,-1-3-16 0,1 1 5 16,0-1-9-16,0 0 10 0,1 1-12 15,0 1 1-15,1 0-7 0,0 0-1 0,0 0-55 0,0-1-3 16,0-1-25-16,1 1-85 0,1-1-99 0,3 0-63 16</inkml:trace>
  <inkml:trace contextRef="#ctx0" brushRef="#br0" timeOffset="102634.48">4195 7067 1165 0,'0'0'352'0,"-1"0"-111"15,1 0 166-15,-17-3-333 0,17 3-20 0,0 0-39 0,-16-6-13 16,16 6 3-16,-1 0-4 0,1 0-3 0,-18 1 0 16,18-1 2-1,0 0 0-15,-19 5 3 0,19-5-2 0,0 0 1 0,-16 10-1 0,16-10 5 0,-1 0 10 32,1 0 7-32,-18 16 2 0,18-16 34 0,0 0-5 15,-1 1-3-15,-16 19-1 0,13-12-10 0,0 0 9 16,-1 1 4-16,0 0-1 0,1 2-8 0,1-1-17 0,-2 2-5 15,2 1-4-15,-1-1-14 0,1 2 0 0,0 1 2 16,1 0-2-16,-2 1-2 0,1 1-1 0,0 1-5 16,0 3 3-16,-1 1 1 0,1 2 1 0,-1 1 2 0,0 2-2 15,0 0-1-15,-1-1 3 0,0 0 0 0,0 2 3 16,0 1 2-16,0 1-4 0,0 1 5 0,0-2-5 16,0-1 4-16,2-2-9 15,-1-2 1-15,2-1-3 0,0 0 6 0,0-2-12 16,2-1-10-16,0-2-11 0,0-2-125 0,3-2-110 0,-1-2-45 0,2-3 106 0,2-1 1332 15</inkml:trace>
  <inkml:trace contextRef="#ctx0" brushRef="#br0" timeOffset="103057.11">4455 7229 2515 0,'0'0'162'0,"0"0"-114"0,0 0-10 15,-1 0-29-15,1 0-9 0,0 1-2 0,-1-1-6 16,0 1 0-16,-6 15-20 0,7-16 17 0,0 0-2 0,1 18 7 0,-1-18 6 0,0 1-5 16,0 23 4-16,0-12-3 0,0 0 12 0,-2 2 1 15,1 0-1-15,0 1 0 0,-1 1 4 0,0 1-2 16,0 1 2-16,0-1-2 0,1 1-2 0,-1 0 11 16,1 2-8-1,-2 0 8-15,2 1-12 0,-1 3 3 16,-1 0 0-16,1 3-1 0,-2 0-9 0,0 0 2 15,1 0-2-15,-1 0 1 0,-1 2 2 0,1 0-4 16,-1 1 2-16,1 1-4 0,-1-2 3 0,1-2-81 0,1-2 3 16,1-2-37-16,2-1-63 0,0-2-51 0,0-2-33 15,4-2-41-15,0-4-507 0</inkml:trace>
  <inkml:trace contextRef="#ctx0" brushRef="#br0" timeOffset="103288.02">4828 7455 2873 0,'0'0'172'0,"0"0"-116"16,-1 1 17-16,-10 18-62 0,10-10-53 0,1 3 16 15,0 3-1-15,0 5 7 0,-1 5-3 0,-1 6 15 0,-1 3-5 16,-1 2 9-16,0 0-8 0,0 3-73 0,0 1-35 16,0 1-29-16,1 0-286 0</inkml:trace>
  <inkml:trace contextRef="#ctx0" brushRef="#br0" timeOffset="106221.09">3754 6815 1397 0,'0'0'278'0,"-1"0"-94"0,0 0 133 0,1 1-279 0,-1-1-11 16,1 1-28-16,0-1-8 0,-13 17 3 0,13-17-4 15,0 0 6-15,0 1-2 0,3 17 4 0,-3-18-4 16,0 0 8-16,2 18-1 0,-2-18 2 0,0 0 0 31,2 19 23-31,-2-19 3 0,0 1 7 0,0 20-5 0,0-20 6 16,0-1-7-16,1 23-2 0,-1-23-1 0,0 17-6 15,0-7-1-15,0 0-4 0,0 2 1 0,-1 0-13 0,1 2-3 16,0 1-1-16,0 2 0 0,-1 0 3 0,1 1-1 16,0 2 1-16,-1 1-2 0,1 1-1 0,-1 1-3 15,0 1 4-15,1 1-1 0,-2 0 1 0,0 1-1 16,0-1 0-16,0 1 1 0,-1 0 3 0,0 1 0 16,0-1-1-16,0-1 1 0,-1 0 7 0,1-2 7 15,0 0-2-15,0-1 3 0,1-1 5 0,-2-1 3 0,3 1-1 16,-1-2 0-1,-1 1-4-15,1-2 3 0,-1 0 9 0,2 0-5 16,-2-1 13-16,2 0-17 0,0 0 2 0,-1-1-5 0,0 0 0 0,0-1-9 0,0 0 0 16,0-1-2-1,0 1 12-15,0 0-12 0,2-1 6 0,-2-2-9 0,2 1-2 16,-2-1 2-16,1-1-2 0,1-1 1 16,-1 0-7-16,0-1 0 0,2 0-1 0,-1-1-2 0,-1-2-31 15,2 2-66-15,-2-4-19 0,1-4-25 0,0 1-160 16</inkml:trace>
  <inkml:trace contextRef="#ctx0" brushRef="#br0" timeOffset="111138.43">2626 5955 431 0,'-6'-1'251'0,"-1"1"150"0,1 0 6 0,1 0-293 31,5 0-48-31,-1 0-33 0,0 0-10 0,1 0 3 15,0 0-28-15,-19 6-2 0,19-6 3 0,0 0-2 0,0 0 11 16,-1 1 5-16,-7 17 1 0,8-18 0 16,0 1 7-16,-7 15 6 0,7-16 2 0,0 0 3 0,-7 20 15 15,7-20-6-15,0 1 3 0,-8 20-4 0,4-14 2 16,-1 1-2-16,1 0 3 0,0-1-2 0,1 1 8 0,0-1-2 16,-1 0-2-16,1 1 0 0,0-1-13 0,-1 0-13 15,2 0 1-15,1 0-7 0,-1-1-11 0,1 1 0 16,-1-1-2-16,2 0 0 0,0 0-5 0,0 1-63 15,0 0-4-15,1 1-27 0,-1-1-92 0,2 1-169 16</inkml:trace>
  <inkml:trace contextRef="#ctx0" brushRef="#br0" timeOffset="114719.95">3377 6411 1750 0,'0'0'83'0,"0"0"-18"15,0 0-1-15,0 0-33 0,0-1-23 0,0 1-17 16,-1 0 6-16,1-1-7 0,0 1 10 0,0 0 15 16,-1 0-1-16,1 0 8 0,0 1 6 0,-19 15-5 0,19-16-1 15,-1 1-2-15,1-1-14 0,-13 24 5 16,9-17-2-16,0 1 3 0,1 1 4 0,0-3-1 0,0 2-4 15,0-1 2-15,1 1 4 0,-1 0 0 0,1 0 2 16,-1 1-4-16,1 1-4 0,0 0 10 0,-1 2-1 0,2 1 2 16,-1 1-2-16,0 3-8 0,0-1 3 0,-1 0-6 15,1 1-3-15,-1 2-2 0,1 1-2 0,-1 1 2 16,0 0 0 0,0 0-2-16,0 1-2 0,-1 0 0 0,0 1 0 15,0 0 0-15,1 0 4 0,2-1-3 0,-1-1 0 16,1 0 17-16,-1 0-2 0,0-2 8 0,0 0 4 15,0 1 0-15,0-1-5 0,0-1 3 0,0 2-11 0,-1-2 1 16,1 1-2-16,-1 1 1 0,-1-1-10 0,1 0 4 16,0 1-2-16,-2-1 2 0,1 1-7 0,-1-1 7 15,2 0-2-15,-2 0 4 0,2-1 10 0,-1 0 3 16,1 0 0-16,0-1 1 0,-1-2-3 0,2 0-3 16,0-2 1-16,-1 0-2 0,1-1-6 0,1 1 0 15,0-1-1-15,-1 0 0 0,1 0-2 0,1 0-1 0,-1 0-1 16,0-1 0-16,0 0-8 0,0 2 7 15,0-2-5-15,0 3 7 0,0-1-8 0,0 2 2 0,0-1 3 0,-2 0-3 16,2 0-1-16,-2-1-1 0,2 2 0 16,-1 0-1-16,0 1 1 0,0-1 2 0,0 0-1 0,-1-1 2 15,1-1-7-15,0 1 1 0,0-2-5 0,0 0-4 16,1-3-85-16,-1 0-102 0,2-1-33 0,-2-2-34 16,2-6-260-1</inkml:trace>
  <inkml:trace contextRef="#ctx0" brushRef="#br0" timeOffset="115402.76">2900 7621 2200 0,'0'0'146'0,"-1"0"-66"0,1 0 7 0,-17 8-37 0,17-8-51 0,0 0-4 16,0 0-2-16,-1 1-1 0,-14 18-10 0,15-19 7 16,-9 16 0-16,4-6 2 0,0 2-3 0,-2 2 6 15,1 0-4-15,-1 0 6 0,0 0 4 0,1 1 0 16,-1 0 2-16,0 1-2 16,2 0 2-16,0-2 6 0,0 0-1 0,2 0 4 0,-2-1 2 0,2 0-3 15,0 0 3-15,0-1-5 0,0 0-6 0,0-1 0 0,0 0-2 16,1-4 0-16,1 1-5 0,0-1-36 0,0-2-19 15,1-5-7-15,0 1-84 0,0 15-67 0,0-16-27 16</inkml:trace>
  <inkml:trace contextRef="#ctx0" brushRef="#br0" timeOffset="115953.86">3185 6693 2104 0,'0'0'106'0,"0"0"71"0,-1 0-110 0,1 0-53 0,-1 0-4 0,1 0-14 16,0 0-7-16,-1 1-13 0,-11 16 3 0,12-16-4 31,-2 16 20-31,1-5 3 0,-1 1 4 0,0 3-1 15,-1 1 0-15,1 2-1 0,-2 1-3 0,0 2 2 16,-1 0 5-16,0 2 8 0,-1 1 1 0,0 1 2 0,0-1 3 16,0 2 4-16,0-1 4 0,2 2-1 0,-2-1 9 15,2-1-3-15,-1 1-3 0,2-2 0 0,-2 1-11 0,1-1-1 16,1 1-2-16,0-1 1 0,0-1-7 0,1 0 3 16,-1-1-3-16,1 0 3 0,0 0-6 0,1-1-1 15,-1-1 0-15,2 0-1 16,-2 0 0-16,2 0 3 0,-1-1 1 0,0-2 0 0,0 0 2 0,1 1-4 15,0-1-1-15,0-1 0 16,1 0 4-16,-1-2-4 0,2 1 4 0,-2-3-6 0,0 1-3 0,0 0 3 0,1-1-2 16,-1-1 2-16,1-2-3 15,-1 0-5-15,0-2-6 0,0 0-4 16,0 1-79-16,1-3-78 0,0 1-29 0,2 0-26 0,0-1-219 0</inkml:trace>
  <inkml:trace contextRef="#ctx0" brushRef="#br0" timeOffset="119555.71">4990 2934 1832 0,'0'0'81'0,"0"0"-58"0,0 0-6 16,0 0-44-16,0 0-21 0,0 0 43 0,1 0-1 0,16 6 5 16,-17-6 5-16,0 0 8 0,1 0 1 0,17-9 2 15,-18 9 3-15,0 0-1 0,16-11 11 0,-16 11-2 16,0-1 66-16,1 1-3 0,19-20 1 0,-20 20-5 16,0 0-17-16,0-1-22 0,21-16 1 0,-21 17-8 15,0 0-1-15,19-15-13 0,-12 9 6 0,0 0-9 0,1 0 4 16,0 0-1-16,2-1-9 0,-1-1 4 15,3 0-13-15,-1-1 1 0,3 0 0 0,0 0 0 16,1-1 0-16,2-1-2 0,1 1 1 0,0-3-2 0,-1 4-6 0,1-2 1 16,1 1-1-16,-1 0 2 0,2-1 1 0,-1 0-2 15,1 0 5-15,1-1-3 16,2-1 10-16,3 1-2 0,-1-1 2 0,2 0-2 0,1 0-1 0,-1-2 5 16,1 1-2-1,2 0 4-15,0-1-12 0,2 1 0 0,1 1 3 16,-2 0-2-16,0 0 6 0,1 0 10 0,-1-1-6 15,1 0 8-15,2 0-2 0,-1-1-5 0,2 0-2 16,0-1-2-16,-1 1-6 0,3-1-6 0,-1 1 4 16,1-1-4-16,0 1 6 0,-1 2-2 0,0-1-2 0,2 1 0 15,-2-1 2-15,3-2 8 0,-2 0-4 0,1 0 5 16,-1 0-8-16,4 0 2 0,0-1 2 0,-1 0-1 16,0 1 1-16,-1 0 3 0,2 1-2 0,0 0 2 15,0 1-9-15,1-1 8 0,-3 0-5 16,0 0 5-16,0-1-10 0,-1 1 5 0,0 1 1 0,-1 0 1 15,-2 0-4-15,-1 0 10 0,1 1-7 0,-2-2 8 0,1 3-7 0,0 0-2 16,-2 1 2-16,-2 0-2 0,0-1-2 0,1 1-3 16,-1-1 1-16,1 0-1 0,-1 0 3 0,0 0-3 15,-1 0 1-15,-2 1-2 0,3 0 2 0,-2 1-2 16,1 0 0-16,-1 2-1 0,-2 0 2 0,0-1 1 31,-1 2-1-31,0-1 0 0,-2 1-2 0,1 0 1 16,-1-1 2-16,0 3 1 0,-2 0-1 0,-2-1-1 15,-2 1 2-15,0 2-1 0,-2 0 1 0,0-1-2 0,-3 3-2 16,-1-2 1-16,-1 1 0 0,-1 0-37 0,-1 0-7 16,-1-1-17-16,0 0-85 0,-1 0-77 0,1 0-12 15,-2-2-31-15,-1 0-138 0</inkml:trace>
  <inkml:trace contextRef="#ctx0" brushRef="#br0" timeOffset="119987.46">7978 1392 2868 0,'0'0'79'0,"0"0"-109"16,0 0-15-16,0 0-25 0,0 0-17 0,1 0 97 16,15 17-7-16,-16-17 23 0,0 0-20 0,1 1 5 15,0-1-6-15,15 16 4 0,-16-16-14 0,0 0 10 0,0 1-2 16,1-1 6-16,16 15-10 0,-17-15-1 16,1 0 2-16,-1 0-1 0,18 11 7 0,-18-11 2 0,0 0 1 0,18 11 1 15,-9-7 2-15,-3 0-1 0,3 0-2 16,1-1 1-16,1 2-10 0,1 0 2 0,1 0 1 0,-1 0 1 15,1 0-2-15,1 0 2 16,-1 1-1-16,1-1 1 0,1 2-11 0,0 0 7 0,0 0-5 0,-2 0 6 16,0 2 3-16,-2-1-5 0,-2 1 1 15,0 0-1-15,-1 0 5 0,-4 1 5 0,-1 0 3 0,-2 1 2 0,-2 1 24 16,-3-1-12 0,-1 2 3-16,-3 4-8 0,0 0-13 0,-2 3-4 0,-3 2-2 0,-1-1 0 0,-1 0-10 0,0 0-38 31,-2 0-46-31,-1-1-9 0,0 0-271 0</inkml:trace>
  <inkml:trace contextRef="#ctx0" brushRef="#br0" timeOffset="123070.65">8876 1207 1983 0,'-8'-7'117'16,"0"2"-53"-16,1-2 61 0,2 3-125 0,1-1 3 0,0-1 5 0,1 0 5 15,-1-2-1-15,0 1 1 0,0 0-1 0,-4-5 0 16,6 5 0-16,-2 0-1 0,1 1-5 0,0-1 2 16,-1 1-3-16,0 1 2 0,4 5-8 0,0 0 1 31,0-1-2-31,-17-12 2 0,17 13-4 0,0 0 4 15,0 0-1-15,-22 2 1 0,22-2-4 0,-13 10-8 16,4-3 6-16,1 4-8 0,0 1 5 0,-1 3 7 16,2 1-2-16,-1 2 4 0,0 1-3 0,0 0 5 15,2 1-1-15,1 2 4 0,-1 0 1 0,3-1-4 0,3-1 2 0,0-2-4 16,1-2-1-16,3-1 1 0,1-3-4 16,3-3 2-16,-2 0-7 0,1-4 1 0,2-1 0 0,-2-2 2 15,5-2 12-15,0-2 1 0,3-1 4 0,0-4-2 16,1-1 9-16,-1-3-4 0,1-2 3 0,-2-1-5 15,1 0-1-15,-2-1 3 0,-1 0-2 0,-2 0 2 16,0 1-6-16,-1-2 6 0,-2 1-1 0,0 2 3 16,-1 0-4-16,-2 4 2 0,0-1-4 0,-2 1 5 0,0 1 0 15,-1 0-5 1,0 3 2-16,-1 5-3 0,0-1 2 0,0 1-2 0,0 0-2 0,-6-17 0 0,6 17-7 16,0 0-19-16,0 0 2 15,-1 0-10-15,1 0-4 0,-1 0 1 0,-16 15 0 0,15-6 2 0,1 0 13 0,1 4 3 31,0 0 3-31,0 2 0 0,1 1 7 0,0 1 1 16,2 1 1-16,-1 0 0 0,1 1-2 0,0-3 2 16,-1-1 0-16,1-1 2 0,1-2 7 0,0-2-8 0,1 0 2 15,1-2-3-15,-1-2 0 0,2-3-57 0,-1 1-10 16,1-3-25-16,1-1-102 0,2-3-40 0,0-2-83 16</inkml:trace>
  <inkml:trace contextRef="#ctx0" brushRef="#br0" timeOffset="123469.23">9066 1128 2656 0,'0'0'35'0,"0"0"-77"16,0 1-66-16,0-1 59 15,7 22 3-15,-7-22 21 0,6 16 28 0,-3-7 11 16,-1 1-1-16,0 1 2 0,-1 0-11 0,0 1 5 16,0 1-3-16,-2 2 3 0,0 0-11 0,-2 3 4 15,-1-1-1-15,-1 0 4 0,0 0 0 0,-1-1 0 0,0-2-1 16,1-2 0-16,-1-1 0 0,0-3 10 0,2-2-4 16,0 0 6-16,4-6-1 0,0 0 13 0,0 0 3 15,0 1 3-15,-1-1 3 0,1 0-15 0,0 0 4 0,0 0-7 16,2-8 2-16,4-1-13 0,2-2 0 0,2-3-4 15,1-1-2-15,3-4 3 16,1-1 1-16,1-2 0 0,1 0-4 0,1 0 0 0,0 2-2 0,-1 2 2 16,1 4-4-16,-4 3-1 0,-1 1-2 0,-2 2-2 15,-1 1-32-15,-1 1-61 0,-2 0-9 0,0 2-21 0,-1 0-62 16,-1 2-62 0,-5 2-24-16,1 0-50 0,0 0-487 0</inkml:trace>
  <inkml:trace contextRef="#ctx0" brushRef="#br0" timeOffset="123836.99">9291 1208 2019 0,'0'0'75'0,"0"0"-116"15,0 0 9-15,0 0-33 0,7 19 84 0,-7-19 12 0,0 1-1 16,1-1 3-16,15 21-5 0,-16-21-12 0,12 9 5 16,-5-5-8-16,1-2 0 0,1-2 7 0,-1-1-2 15,2-1 3-15,2-3 5 0,2-2 6 0,-1-2-7 16,-1-3 4-16,1 1-24 0,-1-1 4 0,-1-1-4 15,-2 2 4-15,-1-2 7 0,-2 0 6 0,-2 2 5 0,-1-2-1 16,-1 1 9-16,-1-1-6 0,-1 2-1 0,-1 0-2 16,-2 1-11-16,-2 1 5 15,0 1-3-15,-1 2 2 0,-2 1-16 0,0 1-6 16,-2 2-2-16,-2 2-4 0,-2 2-17 0,-2 2 4 0,1 3-3 0,-2 2 6 0,2 2 11 16,1 2 7-1,0 1 1-15,3 2 0 0,-1 1-1 0,3 0 1 16,1 0-1-16,3 0 1 0,0-1 11 0,2 0 1 15,3 1-2-15,0-1 1 0,4 1-8 0,0 0 0 16,3-2 2-16,-1 0-1 0,3-1 0 0,1-2 0 16,0-1-1-16,1-1 1 0,0-2-2 0,0-1 5 15,-2-2-3-15,1-2 3 0,1 1-7 0,1-4-59 16,-2 1 2-16,2-1-29 0,-1 0-61 0,-1-1-142 16,2-1-75-16</inkml:trace>
  <inkml:trace contextRef="#ctx0" brushRef="#br0" timeOffset="124648.82">9702 1158 2200 0,'-2'-5'66'0,"0"0"-55"0,1-1 1 0,1 6-21 16,0 0 1-16,0 0 33 0,0-21 1 0,0 21 4 0,0 0 3 16,-10-22-9-16,10 22 5 0,0-1-7 0,0 1 2 15,-12-18-7-15,12 18-3 0,0-1-1 0,-1 1-15 0,-19-10-9 16,20 10 2-16,-1 0-5 15,-17 0-6-15,18 0-8 0,0 0 0 0,-22 11-2 0,14-3 1 0,-1 2 12 16,0 1-4-16,-1 3 9 0,0 1 5 0,0 1 9 16,0 1 1-16,2 0 2 0,0 1-3 0,2 0 3 15,-1-1-2-15,4 0 3 16,1 0-5-16,1-2 4 0,2-2-3 16,1-3 2-16,3-1-12 0,0-3 13 0,1-2-8 15,3-2 11-15,-1-1 0 0,4-3 11 0,-1-3 0 16,3-3 2-16,-1-2-8 0,3-2-5 15,0-2 2-15,1 0-2 0,-1-1-2 0,-2 1 1 0,1 0 2 0,-3 1 0 16,-1 1-1-16,-1-1 8 0,-1 2-8 0,-1-1 7 16,1 1-4-16,-3 2-3 0,0 1-1 0,-2 1-2 15,0 2-5-15,-4 5-2 0,0 0 2 0,0-1-5 16,0 1-9-16,0 0-3 0,0 0-2 0,0 0 1 16,0 0-1-16,-2 16 8 0,-1-6-1 0,-1 2 4 15,0 3 7-15,0-1-1 0,1 2 2 0,1 1 0 0,0-1-1 16,1 2 0-16,1 0-3 0,1-3-4 0,1 0-83 15,1-2-111-15,0-2-33 0,1-1-55 0,2-2-474 0</inkml:trace>
  <inkml:trace contextRef="#ctx0" brushRef="#br0" timeOffset="124953.86">10033 1010 2808 0,'0'0'92'0,"-1"0"-194"0,1 0 16 0,-1 0-59 16,1 0 112-16,0 1 25 0,-1-1 3 0,-19 22 8 0,14-14 19 15,-3 3-23-15,-2 2 3 0,1 5-9 16,-2 1 6-16,-1 4 1 0,-2 2 0 0,1 0 1 0,-1 0 4 15,0 3-2-15,2 1 0 0,0 2-1 16,3-1 2-16,1-3 0 0,4-2 1 0,5-4-1 0,2-3-1 0,6-2-6 16,1-2-1-16,4-3-3 0,2 1-2 0,4-2 11 15,0-2-12-15,3-2 5 0,1 0-87 0,0-3-126 16,2 1-48-16</inkml:trace>
  <inkml:trace contextRef="#ctx0" brushRef="#br0" timeOffset="127253.59">2383 5853 9 0,'0'0'125'0,"0"0"119"15,0 0 22-15,0 0 12 16,0 0-103-16,0 0-133 15,0 1-2-15,0-1-12 0,0 0-6 0,0 1 13 0,-1-1 1 16,-14 17 6-16,15-17 17 0,0 1 27 16,-1-1-9-16,1 1 15 0,-13 15-4 0,13-16-23 0,0 0 7 0,0 1-16 15,0-1-10-15,-1 0-3 0,-6 20-1 0,7-20 0 16,0 0-5-16,0 1-4 0,3 16-3 0,-3-17 0 16,0 0-10-16,3 18-5 0,-3-17-3 0,2 14 1 15,-2-6-4-15,2 2-2 0,-2 1 0 0,1 0-3 16,-1 0-4-16,0 1 6 0,0 2-1 0,-1 0 3 15,1 1-3-15,0-1 2 0,0 1-3 0,1-1 2 0,2 0-13 16,-2 0 10-16,1 0-2 0,0 0 7 16,0 1-8-16,-2 1-2 0,2 2 2 0,0-1-1 0,-1 1 1 0,3 1 6 31,-3-2-8-31,-1 1 6 0,1 0-5 0,-1 0 1 0,0 0 0 0,0 0 0 0,0 0 0 0,0 0-1 16,-1 1 4-16,1-1-2 0,0 1 1 0,0 0-2 31,0-1 0-31,0-1 0 0,0 1 0 0,0-1 1 15,1 1 0-15,0 0 0 0,-1 1 2 0,0 1-1 16,0 1-1-16,-2 0 0 0,1 0-2 0,-1 0 1 0,0-1 1 16,0 1 1-16,-1 0-2 0,1-1 0 15,1 1 0-15,-1 0 0 0,0 0 3 0,1-1 0 0,-1 0-1 0,2-1 1 16,1-1-2-16,0 0-5 0,0-1 4 0,0 1-4 16,2-2 4-16,-3 3 2 0,0-2-1 0,1 3 2 15,0 1-1-15,-2-1-2 0,0 1 0 0,1-1-2 16,0 0 1-16,0 0 4 0,-1 0-3 0,0-1 2 15,0 3 0-15,0 0-2 0,1 0 4 0,-3 0-4 16,2-3 0-16,1 1 1 0,-2-2 0 0,2 1 0 0,0-1 2 16,-2 1-3-16,1-1 1 0,-1 3-1 0,0 0 0 0,0-1 4 15,2 1-3-15,-1-3 4 0,0 0-7 0,0-1 5 32,-1-2 1-32,1 0 1 0,1-1-4 0,0-1 3 0,0 1-4 0,0-3 4 0,0 1-1 0,0 0-1 15,-1-1 2-15,0 0-1 0,1-1-1 0,0-1 5 31,-1 0 0-31,1-1 3 0,0-2-1 0,0 1-5 16,0-1 2-16,0-2-3 0,0-5 1 0,0 1 2 16,0-1-2-16,-1 19 3 0,1-19-3 0,0 0 0 15,0 0 0-15,0 1 1 0,0-1-3 0,0 1-2 0,0-1-3 16,7 17 1-16,-7-17 2 0,0 0 0 0,0 0-1 0,0 1 1 16,0-1-1-16,1 1 0 0,-1-1 1 15,12 16-2-15,-12-16 0 0,0 0-2 0,1 1 2 0,-1-1-3 16,0 1 3-16,19 15-11 15,-19-16 3-15,1 0-5 0,-1 0 12 0,18 5-2 0,-18-5 3 0,1 0-2 16,17 3 0-16,-18-3 5 0,1 0-2 0,19 3 3 0,-20-3-5 16,0 0 4-16,21 6-3 0,-21-6 3 0,1 0 0 15,20 10 0-15,-21-10 2 0,15 7-2 0,-7-3-1 16,-1-1-1 0,0 0 0-16,1 0 1 0,1-1-2 0,-1 0 0 15,1 0-2-15,1 0 2 0,-1-1 0 0,2 1 5 16,-1-1 0-16,0 1 2 0,1-1-3 0,1 1-1 15,0 1 1-15,-1-1-1 0,0 0 2 0,1 1 2 16,1 0-4-16,-1 1 3 0,0-1-4 0,0 0 2 16,0 0 0-16,0 0-1 0,1 0 0 0,-1-1-1 15,1 0 4-15,1 0-3 0,-1 0 3 0,2 1 2 0,0-2-6 16,0 1 4-16,1 1 2 0,-2 0-6 0,1 0 2 16,1 0-2-16,-2 0 1 0,2 0 0 0,-2 1 1 0,1-1-2 15,0 0 6-15,0-1-8 0,2 1 5 16,0-1-5-16,2 0 5 0,1 0-3 0,-1-1-2 0,3 0 0 15,-2-1 6-15,-1 0-5 0,0 0 4 0,0-1-4 16,1 0 9-16,0 1-9 16,2-1 1-16,-1 1-3 0,2 0 6 0,-1 0 0 15,0 0-3-15,0 0 2 0,-2 0 2 0,0 0-7 0,0 1 6 0,2-1-6 0,0 2 16 16,1-1-4-16,1 0 3 0,0 0-2 0,-1 0 0 16,1 0 0-16,-2 0-4 0,0 0 2 0,0 0-1 0,0 0-6 31,1 0 4-31,1 1-4 0,1-1 1 0,0 0-2 15,-1-1 0-15,1 0 0 0,-2-1 5 0,2 0-5 16,-1-1 0-16,1 1-2 0,1-2 2 0,1-1 0 16,0 0 3-16,-2 0-2 0,1 0 12 0,-2 0-1 15,1-1 6-15,0 1-5 0,-1 0 2 0,2 1-2 16,-2 0-6-16,1 0 5 0,-1-1-3 0,-1 2-3 0,-1 0 7 16,0 0-5-16,0 0 5 0,3 0-7 0,0 0 0 15,0-1-1-15,1 1-3 0,-2-1 0 0,-1 0-2 16,0-1 1-16,-1 1 4 0,2-1-3 0,0 1 3 0,1-1-3 15,0 1-2-15,-2-1 2 0,0 1-2 0,-2 0 2 16,-1 0 0-16,0 2 4 0,-2 1-5 0,1 0 5 16,1 1-6-16,1 0 3 0,-1 1-1 0,-1 0 1 15,0 0-2-15,0 2-1 0,-2-2 4 0,-1 1-2 16,-1-1 1-16,0 1 0 16,-2 0-1-16,1 0 1 0,-1-1-3 0,2 1 4 0,-1-1-2 15,-1-1 3-15,-1 1-1 0,-2-1-8 16,0 0-21-16,0-1-2 15,-1 0-124-15,-1 0-132 0,0-1-25 0</inkml:trace>
  <inkml:trace contextRef="#ctx0" brushRef="#br0" timeOffset="127941.49">2475 5910 1518 0,'0'0'115'0,"-1"0"23"15,0 0 8 1,1 0-27-16,-1 0-53 0,1 0-46 0,0 0-1 0,0 0-6 15,0 0-12-15,-1 0-1 0,1-1-1 0,0 1 1 16,0-1-7-16,1 1 7 0,15-12-5 0,-16 12 5 16,0 0-8-16,0 0 8 0,19 0 4 0,-19 0 1 15,1 0-3-15,-1 0 3 0,19 6-1 0,-19-6 3 16,1 0-5-16,-1 1 8 0,22 12-5 0,-22-13 6 16,0 1-4-16,20 14-1 0,-12-10-3 0,2 0 2 15,2 1-4-15,0-1-1 0,1 1 0 0,1-1-1 0,0 1-3 16,2-2 3-16,0 1 1 0,0 0 0 0,1-1 4 0,-2 2-3 15,1 2 0-15,-1 1-1 0,0 0-1 16,-1 1 1-16,1 0 3 0,1 1-1 0,0 1 2 0,3 2-4 16,-2 0 1-16,0 1-1 0,1 0 1 0,0 1-173 15,1 0-69-15</inkml:trace>
  <inkml:trace contextRef="#ctx0" brushRef="#br0" timeOffset="129438.96">10155 1052 1081 0,'0'0'87'0,"0"0"18"15,0 0 10-15,0 0-18 0,0 0-22 0,0 0 28 16,0 0 0-16,0 0 6 0,0 0-25 0,0-1-4 15,0 1-5-15,0-1 0 0,0 1-20 0,0 0-9 16,0-1-4-16,1 1 0 0,21-9-4 0,-14 10-8 16,1 0 3-16,3-1-5 0,-1 1 1 0,2 1-6 15,1-1 1-15,3 0-3 0,1 1-9 0,0-3 7 16,3 1-5-16,0 1 6 0,-1-1-10 0,0 0 1 16,0 1 0-16,-1-1-1 0,1-1-4 0,-2 0 1 15,0 1-6-15,0 0 4 0,-1 0-2 0,0 2-3 0,0-2 4 16,-4 0-4-16,1 1 4 0,-4 0 1 0,0-1-4 15,-2 1 3-15,-1 0-5 0,-7-1-15 0,0 0-1 16,0 0-9-16,1 0-39 0,-1 0-21 0,1 0-5 0,0 0-7 16,-1 0-36-16,0 0-57 0,0 0-14 0,0 0-26 15,-17 3-190-15</inkml:trace>
  <inkml:trace contextRef="#ctx0" brushRef="#br0" timeOffset="129786.34">10403 1095 2055 0,'0'0'85'0,"0"0"-90"15,0 0 17-15,0 0-34 0,0 0 72 0,1 0 13 16,17-5-6-16,-18 5 4 0,0 0-32 0,0 0-11 16,0 0 1-16,1 1-5 0,-1-1-8 0,0 1-6 15,12 15-1-15,-12-16-2 0,0 0 1 16,-2 16-4-16,2-16 0 0,0 1 1 0,-6 21 11 0,3-13-5 15,-1 0 8-15,1 0-6 0,-2 1 13 0,0 1-4 16,1 0-1-16,0 0-2 0,0 1-4 0,0 2 4 0,0 0-2 16,0 1 2-16,1-1 0 0,-1 0-4 15,1 1 1-15,0-2-2 0,0 1-4 0,1 0 4 16,-1-1-4-16,1-1 4 0,0-1-4 16,1-1 0-16,-1 1 3 0,2-1-2 0,-2-1-1 15,1 1 1-15,0 0 0 0,0 1 2 0,1 0 3 16,0-2-6-16,0 0 4 0,1-2-4 0,0-1 1 15,-1-6 6-15,0 0-6 0,0 1 5 16,0-1-11-16,0 1-66 0,0-1-3 0,1 0-26 0,-1 1-58 0,0-1-91 16,0 1-94-16</inkml:trace>
  <inkml:trace contextRef="#ctx0" brushRef="#br0" timeOffset="130153.59">10519 1190 1863 0,'0'0'315'0,"0"0"-245"0,0 0 34 0,-1 0-111 16,1 0-27-1,-16 3 43-15,16-3-1 0,0 0 19 16,0 0 13-16,-12 19-26 0,12-19 8 0,0 0-16 0,-5 17-4 15,5-17 5-15,-3 14-3 0,1-6 4 0,1 1-1 0,0 0-5 16,0-2-1-16,0 2 0 0,-1 0 0 16,0 0 2-16,-1 0 2 0,1 0-1 0,0-1 0 15,0 1 9-15,1-1-6 0,-1 0 7 0,0 0-4 16,1 0-10-16,0-1 9 0,0 0-9 0,1 0 8 0,-2-1-1 16,1 0-7-16,1 0 5 0,-1 0-2 0,1 0 0 15,0-6 3-15,0 0-3 0,0 1 0 0,0-1 4 16,-3 18 0-16,3-18 1 0,0 0-7 0,0 0-9 15,0 1-18-15,0-1 0 0,0 0-82 0,0 0-67 16,-1 0-10-16,1 0-36 0,0 0-214 0</inkml:trace>
  <inkml:trace contextRef="#ctx0" brushRef="#br0" timeOffset="130505.08">10803 928 2839 0,'0'0'-99'0,"0"0"13"15,1 0 14-15,-1 0 10 0,22 14 104 0,-16-9-17 16,0 2 2-16,0 1-8 0,0 0-11 0,0 1-6 0,1 0-2 16,0 3 0-16,0 1-2 0,-1 4 2 15,-2 2 0-15,1 3 1 0,-2 2-1 0,-1 0 6 0,0 1-6 16,-2 0 5 0,-1 2-2-16,-1-1 2 0,-3 4 5 0,-3 1-3 0,-1 1-5 0,-4 0 5 0,1-1-5 0,-4-4 5 31,0 2-2-31,-3-2-83 0,-2-1-23 0,-5 1-39 15,-2-3-248-15</inkml:trace>
  <inkml:trace contextRef="#ctx0" brushRef="#br0" timeOffset="131020.05">8668 1607 255 0,'-7'-6'1110'0,"1"1"-461"0,6 5 575 0,0 0-1276 0,0 0 0 0,-1 0-35 15,1 0 41-15,0 0 29 0,0 0-16 0,0 0 43 0,0 0 1 0,0-1-2 0,0 1-1 0,0 0-28 0,1 0-5 16,23-2 4-16,-13 5-1 0,0-1 18 0,5 0-4 16,1 1 3-16,2-1-1 0,5 1 9 0,0-1 6 15,2-1 0-15,4 0 1 0,0 0-3 0,4 0 4 16,4-1 0-16,3-2 2 0,3-1 0 0,1 0 1 15,2 0-4-15,3-1 3 0,4 0-1 0,-2 0-7 16,1 0 6-16,1 1-6 0,0 0 1 16,0 0 0-16,-1 2-3 0,1 1 2 0,-1 0-6 0,0 0 2 0,-1 1 1 15,-2 1 0-15,-1 0-2 0,1 2 4 0,-2 0-4 16,-3 0 5 0,2 0-9-16,-2 0 5 0,-1-1-1 0,-3 1 3 0,-2-1-3 0,0 2 1 0,-1-2 3 0,-3 1-1 15,-1 1-1-15,-4-1 0 0,-4 0-1 0,-4-1 1 31,-1 2-7-31,-2-2 11 0,-1 1-14 0,-2 0 5 16,-2-2-91-16,-4 1-87 0,-2 0 4 0,-8-3-36 16,0 0-48-16</inkml:trace>
  <inkml:trace contextRef="#ctx0" brushRef="#br0" timeOffset="131709.6">8903 1835 2099 0,'-6'-1'74'0,"6"1"70"16,0 0-167-16,0 0 22 0,-1 0 2 0,-16 4 10 0,17-4 26 16,0 0 2-16,0 0 1 0,0 0 0 0,0 0-3 0,0 0-4 15,-1 0 3-15,1 0-3 0,-1-1-4 0,-11-16-20 16,12 17 2-16,0-1-7 0,-3-16 2 0,3 17-2 15,0 0 2-15,-10-21 0 16,10 21 7-16,-10-15 0 0,5 8-1 0,-2 0 0 0,0 0-1 0,1 1-8 0,-1 2 1 16,-1 1-4-16,1 1-1 15,0 1-3-15,-1 1-5 0,-1 2 1 0,1 2-23 0,0 0-10 0,1 3 1 16,1 1-2-16,-2 2 5 0,1 3 9 0,0 0-1 16,2 3 5-1,-1-1 14-15,0 0 10 0,2 0 0 0,0-2 3 16,1 1 9-16,1 1-6 0,1 0 5 0,0-2-6 15,1 0 2-15,3-3 1 0,-1-2-2 0,2-2 0 16,0 0-3-16,1-3-7 0,2-1 0 0,1-3-2 16,1 0-4-16,5-3-7 0,1-3 7 0,1-2-5 0,1-3 16 15,1-2 6-15,-1-1-5 0,-2 1 5 16,-2 2-9-16,0 1 2 0,-2 1 0 0,0 0 0 0,-1 0 7 0,-1 2-4 16,-1 0 3-16,0 1-4 0,-3 1 0 0,1 1 1 15,-1 1-2-15,-5 4 2 0,1 0 0 0,-1 0-2 16,0 0 2-16,17-1-3 0,-17 1-2 0,0 1 2 15,0-1 0-15,8 23 1 0,-8-12-3 0,0 0 6 16,1 1-3-16,0 2 4 0,-1 1-3 0,0 1 2 16,1 1-1-16,1-2 0 0,1 1-3 0,2-2 1 0,-1-3 0 15,2-1-2 1,-1-2-63-16,1-4-66 0,0 0-2 0,0-3-24 0,1-1-56 0,0-4-466 0</inkml:trace>
  <inkml:trace contextRef="#ctx0" brushRef="#br0" timeOffset="132022.07">9139 1710 2550 0,'0'0'5'16,"0"1"-61"-16,0 14-17 0,0-4 7 0,1 2 74 16,-1 1 12-16,0 1 10 0,-1 1-4 0,1 1 2 0,0 0-17 15,0-1 1-15,-2-1-5 0,1 1 1 0,-1 0-1 16,0 1 0-16,-1 0 0 0,0-1-3 0,1-1 3 15,-2-1-3-15,1-2 4 0,0-2 1 0,1-2 10 16,2-8 2-16,0 0 1 0,0 1 1 0,0-1-17 16,0 1-2-16,0-1-4 0,0 0 10 0,0 0 8 15,13-8 4-15,-6-3 1 0,3-1 8 0,1-3 11 0,1-1-2 16,2-3 5-16,1-1-17 0,-1 1-17 0,2 1 0 16,-4 1-7-16,1 2-7 0,-3 0 4 0,0 0 0 0,-1 2 2 31,0 0-3-31,0 1-57 0,-1 1-12 0,-1 1-22 15,0 2-88-15,-2 2-33 0,0 1-10 0,-5 5-13 16,1 0-93-16</inkml:trace>
  <inkml:trace contextRef="#ctx0" brushRef="#br0" timeOffset="132696.34">9322 1928 1219 0,'0'0'181'0,"0"0"241"15,0 0 218-15,0 0-626 0,0 0-69 0,0 0 55 16,0 0-6-16,0 0 25 0,0 0 10 0,0 0-13 0,0 0 6 16,1 0-8-16,-1 0 0 0,21 2 1 0,-13-3 0 15,1-2 1-15,2-1-3 0,0 0-5 0,1-2-6 16,1-1 3-1,-1 0 4-15,1 0 1 0,-1 1 7 0,-2-2-5 16,0 2 2-16,-2-2 1 0,-1 0-4 0,-2 0 4 16,1 0 3-16,-2 1-2 0,-1 1 1 0,-2 0-4 15,0 0-12-15,-1 0-2 0,-2 0-3 0,-1 0-1 16,-1 1-12-16,0 1 6 0,-2-1-1 0,0 2 2 16,-2 0 1-16,-1 1-6 0,-1 2-2 0,-3 1-2 15,1 2-2-15,-1 2 11 0,1 1-7 0,2 2 8 0,0 1-14 0,1 0 0 16,1 3 6-16,1 0-2 0,1 1 24 0,1 1 1 15,0 2 0-15,2 0-1 0,1 2-4 0,0 0 0 16,2-1-1 0,0 0 0-16,1-2-12 0,3-1-4 0,-1-1 1 0,2-1-1 0,4-3-3 0,-2-2-136 15,3-1 16-15,1-2-66 0,2-1-74 0</inkml:trace>
  <inkml:trace contextRef="#ctx0" brushRef="#br0" timeOffset="133103.9">9689 1835 1768 0,'0'-4'290'0,"0"4"-114"0,0-1 124 0,0 1-335 15,0-1 21-15,0 1 56 0,-4-17 2 0,4 17 19 16,0 0-6-16,-1-1-27 0,1 1-5 0,-22-10-6 16,15 8-18-16,-3 1-1 0,0 0 0 0,1 2-1 0,-2-1-12 0,1 3 1 15,0-1-6-15,0 1 3 16,1 1-11-16,1 1-5 0,0 2 6 0,-1 1-6 0,1-1 5 15,1 3 6-15,1 2-1 16,-1-1 5-16,2 4 8 0,1-1 8 0,-1 1-4 0,2 1 4 0,0-1-6 0,2-2 0 16,1-1-2-16,1-3 1 0,1-1-14 0,3-3-13 15,-5-5-12-15,0 0 2 0,0 0-6 0,20 4 41 16,-12-8 1-16,3-3 10 0,1-2-8 0,2-1 8 16,1-3 3-16,0 0 2 0,0-1 2 0,1 0 11 15,-2-1-2-15,0 3 6 0,-3 1-3 0,-1 1 0 0,-1 2-4 31,-1-1 3-31,-2 2 1 0,0 1 6 0,-2 0 0 16,-4 6 2-16,0 0-12 0,0 0-10 0,1 0-3 16,-1 0-1-16,0 0 1 0,1 1-9 0,8 16 2 0,-10-9-5 15,0 2 10-15,1 4-4 0,-1 1 3 0,1 5-4 16,-1 2 4-16,1-1 0 0,0-1 0 0,0-1 0 16,2-1 6-16,0-3-103 0,1-1 1 0,-1-4-49 15,2 1-105-15</inkml:trace>
  <inkml:trace contextRef="#ctx0" brushRef="#br0" timeOffset="133419.72">9967 1775 2544 0,'0'0'51'0,"0"0"-110"0,-1 0 14 15,1 0-36-15,0 0 74 0,-19 2 24 0,19-2-4 0,0 1 11 16,-16 14-13-16,10-9-11 0,-1 3 0 0,0 0-2 16,-1 2 2-16,0 1 0 0,-1 1-2 0,0 3 2 15,-1 3 4-15,0 3 11 0,2 3 4 0,0 1 1 16,3 0 13-16,1 0-12 0,1-2-3 0,2-1-5 0,1-1-18 15,1 0-1-15,1 0 3 0,2-3-1 16,1-1-10-16,0-3 0 0,4-1-12 0,-1-4 2 0,1 0-70 0,1-4-108 16,1-1-60-16</inkml:trace>
  <inkml:trace contextRef="#ctx0" brushRef="#br0" timeOffset="134437.44">10098 1841 2070 0,'0'0'82'0,"0"0"163"0,0 0-308 0,0 0 53 31,0 0-5-31,0 0 24 0,0 0 28 0,0 1-9 16,3 17 2-16,-3-18-8 0,0 0-19 0,0 0-3 16,6 18-1-16,-5-10 0 0,0 1 9 0,1 1-5 0,-2 0 1 15,0 0-2-15,0 2-2 0,0 1 8 0,-2 0 0 16,1 0 2-16,-1 1 4 0,-1 0-6 0,0 0 2 16,1-1-4-16,-1-1 1 0,1-1-6 0,0-1 2 0,0 1-2 15,1-1 6-15,1-1-1 0,0 2-2 0,1-3 0 16,0 1-8-16,0 1 5 0,0-4 5 0,0 2-1 15,0-2 4-15,-1-6-4 0,0 1 1 0,0-1-1 16,0 1 4-16,5 16-7 0,-5-17-2 0,0 0-4 16,0 0-41-16,0 0-27 0,0 0-12 0,0 0-4 15,1-1-48-15,0 1-163 0,14-24 843 0</inkml:trace>
  <inkml:trace contextRef="#ctx0" brushRef="#br0" timeOffset="134953.06">10095 2105 1218 0,'0'0'-67'0,"0"0"37"0,0 0-10 0,0 0 27 15,-1 0 38-15,1-1-20 0,-17-15 4 0,17 16-15 0,0 0-39 16,-1-1-226-16</inkml:trace>
  <inkml:trace contextRef="#ctx0" brushRef="#br0" timeOffset="135769.94">9901 2036 186 0,'0'0'300'0,"0"0"-166"16,-1 0-16-16,-18 9-33 0,19-9 34 0,0 0 14 0,-1 1-9 15,0-1 7-15,-15 13-41 0,16-13-3 0,0 0 0 0,0 0 0 16,0 0 2-16,-1 0-7 0,1 1 0 0,0-1-2 16,-7 18 6-16,7-18 5 0,0 0-6 0,0 0 2 15,1 1-31-15,-1-1-16 0,23 15 4 0,-23-15-11 16,16 4-12-16,-7-1 1 0,2-3-5 0,1 1 5 0,0-1 4 16,0 0-8-1,1 1 8-15,0-1-8 0,1 0 10 0,-1 0-15 16,0 0 3-16,-1 0-6 0,2 1 4 0,-2-1-9 15,1 0 0-15,-1 1-2 0,-1-1 6 16,2 3-6-16,-3-1 0 0,0 0-2 0,-1-1 5 0,-1 2 0 16,-3-2 1-16,-5-1-1 0,1 0-6 0,0 0 14 15,15 3-5-15,-16-3 8 0,0 0-4 0,0 0 8 16,0 0 5-16,1 0 0 0,-1 0 9 0,0 0-7 16,0 0-6-16,0-1 0 0,0 1-19 0,1-19-6 0,-1 19 4 15,0-1-5-15,-11-16 4 0,11 17-3 0,-10-15-1 16,6 7-1-16,-2 0 7 0,0-1-2 0,1 0 0 15,-1 0-1-15,2-1 0 0,0 1 4 0,0-1-1 16,1 0 1-16,-1 0-2 0,2 0 2 0,-1 1-3 0,0 0 1 16,2 1-1-16,-1-1 0 0,1 1 0 0,0 1 0 15,1 1 3-15,0 0-2 0,-2 0 2 0,2 0-3 16,0 6 0-16,0-1 0 0,0 1-3 0,0-1 2 16,7-15 1-16,-7 16-4 0,0 0 2 0,0 0-4 0,20-13 2 15,-12 9 2 1,1 0 2-16,1 0-1 15,0 0 4-15,3 0-1 0,-1 0-1 0,2 1 1 0,-1 1-5 16,0 0 2-16,-1 0 1 0,-1 2 0 0,1 0-2 0,-3 3-6 16,-1-1 0-16,1 1-1 0,-2 1-3 0,-1 0 4 15,0 1-2-15,-2 2 2 0,-1 0 2 0,-3 0 0 16,2 2 1-16,-4 2 0 0,0 0 7 0,-3 3-1 16,-2-1 4-16,-1 2-3 0,0 2 1 0,-2-2 6 15,0 0-3-15,0 0 5 0,-1-2-5 16,2 0-5-16,0-1 3 0,2-3-4 0,2 1 4 0,1 0 3 15,0-4-6-15,4 1 4 0,0 1-5 0,0-3-5 0,2 3 3 16,1-3-6-16,1 0-4 0,3 0 15 0,0 0 0 16,2 0 7-16,0-2 1 15,1 0-1-15,3 0-2 0,1-2 3 0,0 1-2 16,2-2-6-16,-1 1-1 0,0-1-1 16,1 0 1-16,-2-1-2 0,0 1 6 0,0-2-4 0,-1 1 7 0,0-1-10 0,-1-1 4 15,-2 1-4-15,-1-1 6 16,-1 1-46-16,-1 0-11 0,-1 0-19 0,-1 0-96 0,0-4-69 15,0 0-24-15,1-2-40 16,1-3-351-16</inkml:trace>
  <inkml:trace contextRef="#ctx0" brushRef="#br0" timeOffset="136003.87">10682 1788 2774 0,'3'7'47'0,"1"4"-132"0,4 2 48 0,2 3 20 0,1 1 2 16,0 0 8-16,-3 3 19 0,0 2 4 0,-1 2-4 0,0 0 1 15,1 2-14-15,-2 0 4 0,1-2 1 0,-3 2 2 16,0 1-2 0,-4 4-1-16,0 4 3 0,-2 1-3 0,-3 0 6 0,-3-1-3 0,-2 1 1 0,-2 2-3 31,-5 2 0-31,-1 3-5 0,-4-3-41 0,-3 0 4 0,-3 1-208 0,-4 1 863 15</inkml:trace>
  <inkml:trace contextRef="#ctx0" brushRef="#br0" timeOffset="138254.57">11094 1672 1647 0,'-8'-6'94'0,"1"1"-6"0,1 0-1 0,6 5-55 0,0 0-20 15,0 0 0-15,-12-17-2 0,12 17-1 0,0 0-19 16,0 0 10-16,0-1 0 0,0 1 6 0,0-1 5 0,0 1-6 16,0 0 2-16,0 0-2 0,0 0 8 0,0 0 8 15,0 0 2-15,9 18 3 0,-9-18 27 0,0 1 6 16,15 16 4-16,-7-10-1 0,2 0 9 0,0-1-3 0,3-1-1 15,0-2-3-15,2 0-18 0,0-1-5 16,1-1-3-16,2 1 0 0,-1-2-9 0,0 0-4 16,-1-2 2-16,0 0-4 0,-1 0-9 0,0 1 3 0,-2-1-7 15,-1 2 5-15,-2-1-4 16,-4 0 1-16,-6 1 0 0,1 0-3 16,0 0-24-16,-1 0-15 0,17-8-3 0,-17 8-4 15,0 0-11-15,0 0-27 0,0 0-3 0,-7-18-10 16,3 10-43-16,0 2-28 0,-1-2-4 0,0 0-12 15,-1 1-48-15</inkml:trace>
  <inkml:trace contextRef="#ctx0" brushRef="#br0" timeOffset="138486.73">11018 1823 2319 0,'0'0'50'0,"0"0"-46"16,0 0 16-16,0 0-19 0,0 1 68 0,0-1-21 15,13 17 5-15,-5-13-11 0,0 0 0 0,2 0-1 16,0 1 0-16,3-2-3 16,0 0-15-16,2 2-1 0,0-2-5 0,2 0 3 0,1 0-2 0,0-2 1 15,-1 0-1-15,0 0 0 0,-2-1-3 0,0 1-3 0,-1-1 1 16,0 1-1 0,-2 0-5-16,0 2 0 0,-2-1 0 0,-1 0-3 15,-1 0-16-15,-2-1-64 0,-6-1-6 0,0 0-26 16,1 0-95-16,20 10-152 0,-21-10 790 0</inkml:trace>
  <inkml:trace contextRef="#ctx0" brushRef="#br0" timeOffset="140186.14">2461 5897 789 0,'0'0'177'0,"0"0"59"0,-1 0-5 0,1 0-148 16,0 0-72-16,-1 0-24 0,1 0-6 0,-1 0-2 0,1 0-46 15,0 0-7-15,-1 0 1 0,0 0-1 16,1 0 20-16,0 0 1 0,0 0 5 0,0 0 0 0,0 0 34 0,0 0 8 16,0 0 5-16,0 0 0 0,0 0 14 15,0 0 18-15,0 0-4 0,0 0 9 0,0 0 4 0,0 0 14 16,0 0-2-16,0 0 5 0,0 0-8 0,1 0-17 15,0-1-4-15,-1 1-6 0,0-1-17 0,1 1-9 16,-1 0 3-16,1-1-10 0,15-9-27 0,-16 10-77 16,0 0-5-16,0 0-39 0,0 0-172 0</inkml:trace>
  <inkml:trace contextRef="#ctx0" brushRef="#br0" timeOffset="142570.41">2492 5855 68 0,'0'0'375'0,"0"0"-95"0,0 0 49 0,0 0-90 15,0-1-91-15,0 1-36 0,0 0-3 0,0-1-13 31,0 1-38-31,0-1-25 0,-2-15-6 0,2 16-5 16,0 0-23-16,0 0-12 0,0 0-6 0,0 0-4 16,0 0-32-16,0 0 0 0,0 0-5 0,0 0 3 15,0 0-25-15,-1 0-53 0,0 0 9 0,1 0-23 0,0 0 13 16,-17 4 65-16,17-4 2 0,0 0 27 0,0 0 44 16,0 0 31-16,0 0 2 0,0 0 15 0,0 1 42 0,0-1 2 15,-1 0 1-15,1 1-1 0,0-1-12 16,-1 1 2-16,0-1-7 0,-6 18 4 15,7-18-14-15,0 0-10 0,0 1 3 0,0-1-5 0,-5 18-3 0,5-18 3 16,0 1-8-16,-3 16 5 0,3-17-18 0,0 0-10 16,-4 19-2-16,4-19-4 0,-3 16-2 0,2-7-2 15,0-1 8-15,0 2-5 0,1 0 16 0,0 0 4 0,0 1 4 16,0 0-1 0,2 0 0-16,-1 0-6 0,0 1-6 0,2-2 2 0,-2 1-6 0,2 1-5 0,-1 0-2 15,1 1-1 1,-1 0-7-16,0-1-7 0,0 1 7 0,-1 0-7 0,0 0 0 0,-1 2 0 0,0 1-3 0,0-2 2 31,-1 2 6-31,0 2-6 0,-1-1 5 0,0 1-5 16,0-1 5-16,-1 1-4 0,1 0-1 0,-1 0 0 15,1 1-1-15,-1-2 1 0,1 0 0 0,0-1 1 0,0-1 8 0,0 1-8 16,2 1 4-16,-2 0-6 16,1 1 3-16,1 0 2 0,-1 0-2 0,0 1 2 15,-1 0-2-15,1 1-5 0,0 0 2 0,-1-1-2 16,0 1 7-16,-1-1-6 0,1 2 2 0,-1 1-2 0,-1-1 7 0,1 0-3 15,0-1 0-15,1 0-2 0,0-1-1 0,0-1 0 16,2 1 2-16,0-1-1 0,0 1-1 0,1 0 4 16,0-1-4-16,-1 0 4 15,1-1-5-15,0 0 6 0,1 0 1 0,-1-1 2 16,1 0 4-16,1 1 5 0,-1-1 0 16,-1 0 1-16,1 0-7 0,1 0 5 0,-2 0-2 0,2 2 2 0,-2-1-13 0,1 1 4 15,0-1-5-15,0-1 6 0,0 0-4 0,0-1-4 0,0 0 3 16,0 0-3-1,0 0 9-15,1-1-9 0,-1 1 4 0,1-1-4 16,-2 1 10-16,1 0-10 0,0 0 3 0,0 0-4 16,-1 1 6-16,0 0-1 0,0-1-2 0,0 0 0 0,-1 1 0 15,2 0 0-15,-2-1 0 0,1 1 0 16,0-1-2-16,0 1-1 0,0 1 3 0,0 0-2 16,1 0 4-16,-1-1-1 0,-1 0-2 15,1-1 0-15,-1 1 2 0,1-1 0 0,-1 0 0 0,1 0 1 16,-1-1 1-16,0-1-4 0,1-2 3 0,-1 2-4 0,0-1 5 0,0 0 0 15,1 1-2-15,0-3 2 0,0 1 1 0,0-1 0 16,0-1 1-16,0 0-2 0,1 0-3 0,-2-1 1 16,2 1-1-16,-1-2 0 0,1 0 5 0,-2 1-1 15,0-1 4 1,1 0-2-16,0-1 2 0,-1 0-7 0,1-1 1 16,-1-5-3-16,0 1 5 0,0-1 0 0,1 17 0 15,-1-17-1-15,0 1-2 0,0-1 1 0,1 18-2 16,-1-18 1-16,0 0-3 0,0 0 5 0,0 1-4 0,0-1 4 15,3 18-5-15,-3-18 2 0,0 0 2 16,0 0-2-16,0 1-4 0,0-1-4 0,0 1 3 0,0-1-2 16,0 1 1-16,0-1 3 0,0 0-5 0,0 1 4 15,0-1-4-15,0 1 5 0,0-1-2 0,0 1 2 16,0-1-17-16,0 1 2 0,0-1-2 0,0 0 3 16,0 1 3-16,0-1 8 0,0 1-2 0,0-1 4 0,0 0-4 0,0 0 5 15,0 0 1-15,-1 1 1 0,1-1 0 0,0 0 0 16,-1 1-2-16,0-1 1 15,1 0 4-15,-1 0 0 0,1 0-4 0,0 0 1 0,-1 0-8 0,1 0-13 16,-1 0 2-16,1 0-6 0,0 0 0 0,0 0 6 16,0 0 4-16,-1 0 0 0,0-1 6 0,1 1 2 15,0-1 4-15,0 1-1 0,-1-1 8 0,-6-15 0 0,7 16-5 16,0 0 3 0,0 0 1-16,0 0-4 0,0 0 4 0,0 0-4 15,0 0 6-15,0 0-3 0,0 0-1 0,0 0 1 0,0 0 6 0,0 0-1 16,0 0 2-16,0 0-1 15,0 0 0-15,0 0 28 0,0-1-8 0,0 1 11 16,0 0-26-16,0-1-6 0,0 1-2 16,0-1-1-16,0 1 0 0,0-1-5 0,0 1 5 15,1-1-5-15,-1 1 13 0,1-1-11 0,0 1 4 0,-1 0-6 16,0-1 6-16,0 1 7 0,1-1 1 0,0 1 2 16,16-8 7-16,-17 8-1 0,0 0-5 0,0 0 1 15,0 0-9-15,0 0 5 0,0 0 1 0,1 0 0 16,-1 0-5-16,1 0-2 0,-1 0 2 0,18-2-2 0,-18 2 2 15,0 0-2-15,0 0-5 16,0 0 3-16,1 0-3 0,-1 0 7 0,1 0-2 0,17 3 3 0,-18-3-7 16,0 0 8-16,0 0-4 15,0 0 4-15,1 0-12 0,16 2 7 0,-17-2-2 16,0 0 3-16,0 0 1 0,0 0 0 0,1 0-2 0,-1 0 1 0,19 4-8 0,-19-4 7 16,0 0-6-1,0 0 7-15,1 0-9 0,16 3 5 0,-17-3-1 16,1 0 1-16,0 0-3 0,16 3 4 0,-17-3-2 15,0 0 2-15,0 0-5 0,1 0 2 0,18 4 2 16,-19-4-2-16,0 0 0 0,0 0 0 0,1 0 4 16,17 5-1-16,-18-5 3 0,1 0-3 0,-1 0 2 15,0 0-2-15,20 5 6 0,-20-5-7 0,0 0-1 16,1 0 0-16,17 3 3 0,-18-3-6 0,1 0 2 0,-1 0-2 16,0 0 6-16,18 5-4 0,-18-5 2 0,0 0-4 15,0 0 0-15,1 0 2 0,-1 0-1 0,18 8 2 16,-18-8-3-16,0 0-1 0,1 0 1 0,-1 0 0 0,17 7 2 0,-17-7 2 15,1 0-2-15,-1 0 2 16,1 0-6-16,18 2 2 0,-19-2-2 0,1 0 2 0,-1 0 0 16,0 0 2-16,17 3 1 0,-17-3-1 0,1 0 2 0,-1 0-4 31,19 5 4-31,-19-5-3 0,0 0 3 0,0 0 5 0,20 3-3 0,-20-3 4 0,0 0-4 0,19 1 1 16,-19-1 0-16,1 0-1 0,17 1 5 0,-18-1-6 15,0 0 3-15,20 3-5 0,-20-3-4 0,0 0 5 31,19 2-4-31,-19-2 5 0,0 0-7 0,20 1 3 16,-20-1-2-16,0 0 3 0,18 3-1 0,-18-3-3 0,0 0 6 16,18 3-4-16,-18-3 2 0,1 0-2 0,19 2-1 15,-20-2 0-15,1 0 5 0,18 1-3 0,-19-1-1 16,1 0 0-16,20 0 2 0,-21 0-2 0,1 0 2 16,22 1-2-16,-14-1-2 0,0 1 3 0,0-1-2 0,-1 2 3 15,0-1-2-15,1 0-5 0,-1 1 3 0,1-1-3 16,0 2 6-16,0-1 2 0,1 0-2 0,-1 0 1 15,1 0-2-15,-1 0-1 0,1 0 1 0,1 0-3 16,0 0 7-16,-2-1-5 16,0 1 5-16,1 0-6 0,0-1 3 0,2 2 1 0,1-1 0 0,-1 0 0 0,0 0 0 0,0 0 0 31,1 0 3-31,-1 1-1 0,1-2-1 0,-1 1 1 16,1 0-6-16,0 1 3 0,0-1-8 0,-1 0 9 15,-1 0-2-15,0 1 5 0,1-1-4 0,0 0-4 0,3 1 4 0,0-1-2 0,0-1 6 0,0 1-4 31,0-1 1-31,-1 0-2 0,2 1 0 0,-1-1-1 16,0 0 0-16,1 0 0 0,0 0 2 0,0 1 4 16,-2-1-4-16,1 0 3 0,0-1-5 0,1 1 0 0,0-1 3 15,2 1-2-15,-1 0-5 0,1 0 8 0,-1-1-1 0,-1 1 4 16,2-1-8-16,-2 1 1 0,1 0 1 0,-1-1 2 16,1 1 0-16,-1-1 1 0,1-1 0 0,1 1 1 15,-1 0-6-15,1 0 5 0,-1 0-3 0,0 0 5 16,-1 0-5-16,1 0 3 0,0-1-2 0,-1 1 3 15,0 0-4-15,-1-1 0 0,0 1 1 0,0 0 0 16,2 0 8-16,-1 0-9 0,1 0 2 0,0 0-4 16,-1-1 2-16,1 1 7 0,0-1-7 0,-2 0 5 15,0 1-5-15,1-1 0 0,0 0 5 0,-1 0-2 16,2-1 2-16,-1 2-3 0,2-2 2 0,-1 0-2 0,-1 2-5 16,0 0 4-16,1-1 1 0,-2 1 2 0,1 0-4 0,-1 0 0 15,0 1-2-15,-1 0 2 0,0 0 7 0,0 1-6 31,0-2 0-31,1 0-1 0,0 0 1 0,1 0 2 16,0 0 0-16,-2 0-2 0,2 0-2 0,-3-1 6 0,2 0-3 16,-1-1 4-16,0-1-10 0,-1 2 6 15,1-1 2-15,-2 0 1 0,0 2-1 0,1-2 0 0,0 0-4 16,0 1 4-16,1 0-2 0,-1 0-2 0,0 1 4 16,-1-1-3-16,0 1-1 0,0-1 6 0,-1 1-6 15,1-1 5-15,-2 1-9 0,0-1 4 0,0-1 3 0,0 1 1 16,-1 0 1-16,0-1-5 0,0 0 3 0,-1 0-2 15,3 0 8-15,-2 0-5 0,3 0 0 0,-2 0-1 16,0-1-2-16,1 0 2 0,-1 1-3 0,1-1 3 16,-1 1-2-16,-1-1 2 15,0 2 0-15,-1-1 0 0,1 0-4 0,-1 2 4 0,-1-1-2 0,0 0 3 0,0 0-1 16,0 0-2-16,0 0 5 0,-1 0-6 16,-6 1-1-16,1 0 4 0,-1 0-3 0,20-3 4 0,-20 3 1 0,0 0-3 15,0 0 2-15,17-4-2 0,-17 4-2 16,0 0 3-16,1 0-2 0,-1 0 2 0,18-5-4 0,-18 5 1 31,0 0 0-31,0 0 0 0,1 0 0 0,-1 0-18 16,16-3 2-16,-16 3-9 0,1 0-18 0,-1 0-23 15,1 0-9-15,16-1-9 0,-17 1-83 0,0 0-211 16,0 0-39-16</inkml:trace>
  <inkml:trace contextRef="#ctx0" brushRef="#br0" timeOffset="145606.07">11925 968 917 0,'0'0'19'0,"-1"0"-22"0,0 0 2 15,1 1-1-15,-1-1 3 0,1 1 6 0,-17 15 4 0,17-16 3 16,0 0 47-16,-1 0 86 0,-17 5-14 0,18-5 35 15,0 0-33-15,0 0-19 0,-1 0-6 0,1 0-5 16,-18 5-22-16,18-5 1 0,0 0-3 0,0 0 0 16,-1 0-19-16,1 0-20 0,-1 0 3 15,1 0-10-15,0 0-17 0,-1 0-13 0,0 1-4 0,1-1-1 16,0 1-6-16,0-1 6 0,-14 20 0 0,14-20 3 0,0 1-4 16,-1 19 8-16,1-20-3 0,0 1 6 0,-1 20-8 15,1-13 6-15,0 2 1 0,0-1 5 0,1 0 12 0,0 0 8 31,0 0-7-31,-1 0 6 0,0-1-18 0,1-1-3 16,-2 0 1-16,1 0-1 0,-2 0-2 0,1-1 2 16,-1 0-3-16,2-6 3 0,0 1-1 0,0-1-3 15,0 1 2-15,-9 16-2 0,9-17 0 0,0 0 2 16,0 0-4-16,0 0 2 0,0 0-12 0,0 0-16 16,0 0-8-16,0 0-6 0,0 0-66 0,0 0-60 0,0 0-17 15,0 0-21-15,0-1-137 0</inkml:trace>
  <inkml:trace contextRef="#ctx0" brushRef="#br0" timeOffset="146090.1">12007 842 3029 0,'0'0'-47'0,"0"0"-1"0,0 0-6 0,0 0 11 16,0 0 31-16,0 1 9 0,1 19 0 0,-1-20 3 16,0 0 3-16,2 18-1 0,-2-18 0 0,3 16-1 15,1-7-6-15,-1 1 3 0,-1 1 2 0,1 0 0 16,1 2 0-16,-1-1 3 0,1 1-3 0,-2 1 2 0,0-1 1 16,-2 3 1-16,0-1 2 0,0 3-1 0,-1 1 4 15,-1 0 3-15,-1 0-3 0,1 1 2 0,-3 0-9 0,3-2-1 31,-1 1 1-31,-1-1-1 0,3-1 6 16,-1 1-7-16,1 1 2 0,0 1-4 0,1-1 2 0,0 0 0 16,-1-1 1-16,1-1 0 0,0-1 3 0,1-1-1 15,0-1 0-15,-1 0 0 0,0-2 6 0,-1-2-4 0,1 0 1 16,-1-1-1-16,1-1 4 0,-2-1-28 16,2-7-15-16,0 0-14 0,0 1-121 0,0-1-92 0,0 1-26 15</inkml:trace>
  <inkml:trace contextRef="#ctx0" brushRef="#br0" timeOffset="146535.97">12214 983 2600 0,'0'0'68'0,"0"0"63"0,0 0-215 0,0 0 44 31,0 0-2-31,0 0 18 0,0 1 18 0,0-1 23 16,10 17-4-16,-10-17 10 0,0 0-20 0,17 13 6 16,-9-8-3-16,2-1 5 0,0-1 3 0,2 3 0 15,-1-2 0-15,0 0-1 0,1 2-2 0,-1-2 0 16,-2 1-2-16,-1 0 0 0,0-1-5 0,-3 0 7 16,0-1-2-16,-5-3 3 0,0 1-3 0,0-1 0 0,1 1 3 0,7 16-1 15,-8-17 8-15,0 0-3 0,0 1 1 16,-17 19-3-16,9-14-3 0,-3 1-1 0,-1-1-1 15,-1 0 0-15,-1 0 1 0,1 0-5 0,1 0 3 0,1-2-4 16,1 0-2-16,2 1 3 0,0-1-3 0,3 0 2 16,5-4-4-16,0 0-1 0,0 0 0 0,-1 1-2 15,1-1 0-15,-9 16-1 16,9-16 3-16,0 1-2 0,0-1-2 0,1 1 6 0,11 17-6 0,-12-18 6 16,1 1-2-16,21 10-3 0,-11-8 7 0,0 0-4 0,1 0 6 15,1 0-5 1,0-1 2-16,-1 1-3 0,1 1 1 0,-3 0 0 15,2-1-3-15,-2-1 2 0,0-1-3 0,0 1-3 16,-2 1-24-16,-1-1 0 0,0 1-159 0,-1-1-158 16,1 1-70-16</inkml:trace>
  <inkml:trace contextRef="#ctx0" brushRef="#br0" timeOffset="148987.31">11616 1645 993 0,'0'0'76'0,"0"0"7"0,0-1 1 0,0 1-73 0,0 0 11 0,13-17 59 15,-13 17 6-15,0 0 8 0,0 0 5 0,0 0-30 16,0 0-9-16,0 0-9 0,0 0-33 0,0 0 16 16,0 0-3-16,0 0 7 0,0 0-8 0,0 0 13 15,0 0-4-15,0 0 6 0,0 0-8 0,-1 1 4 0,-5 15 3 16,6-16-1-16,0 0 2 0,0 0-17 16,0 0-2-16,1 1-6 0,-1-1 0 0,21 18 8 0,-14-16 6 31,2 1-1-31,0 0 4 0,3-2-7 0,0 1-10 15,1 0 3-15,0-1-6 0,3 1-5 0,0-1 6 0,1 0-7 16,0 1 5-16,3-1-5 0,1 0 1 0,1 0-3 16,0 0 2-16,0 0-2 0,-1-1 8 0,1 0-4 15,0 3 11-15,1-2-7 0,1 0-3 0,3-1 1 0,1 0 1 0,0 1-6 16,0-1 8-16,-2 0-8 0,0 1 15 16,-2-1-4-16,1 0 1 0,1 1-1 0,1-1-5 15,-1 1 2-15,-1-1-5 0,-1 1 5 0,-2-1-2 0,-2 0-4 16,0 1 4-16,-2 0-4 0,2 0-5 0,0 0 2 15,-1 1-3-15,2-1 3 0,-2 0 3 0,-4 1-7 16,0-1 2-16,-3 1-5 0,0 1 5 0,-4-1-2 16,1 0 2-16,-3 0-2 0,0 1 2 0,-6-3-4 15,0 0 2-15,1 0-2 16,0 0 2-16,-1 0-7 0,17 10-12 0,-17-10 0 0,0 0-49 0,0 0-40 16,0 0-1-16,0 0-19 15,0 0-51-15,0 0-55 0,0 0-14 0,0 0-26 16,0 0-196-16</inkml:trace>
  <inkml:trace contextRef="#ctx0" brushRef="#br0" timeOffset="149519.46">12040 1839 2807 0,'0'0'10'15,"0"0"-17"-15,0 0 5 0,-1 0-51 0,1 0 18 16,-1 0 5-16,-17-1 33 0,18 1 4 0,0 0 3 0,0 1-3 16,-25 10-4-16,17-6 1 0,0 1-2 0,1 1-4 15,0-2-9-15,2 4 2 0,-2 0-3 0,1 0 15 16,-1 3 4-16,1-2-3 0,0 1 2 0,2 1-6 15,0 0 5-15,-1 0 1 0,3 0 3 0,2 1-3 0,-1-2-3 16,2 0 1-16,3-1-1 0,0-2 4 0,2 0-4 16,2-1 1-16,1-1-1 0,2 1 5 0,1-3 7 15,3-1-3-15,0-2 2 0,3 1-5 0,0-2-2 16,3 0 4-16,0 0-4 0,-2 0 2 0,-1-3-5 0,-1 0 1 16,-2 1-3-16,0-1 6 0,-2 1-5 0,2 2 2 15,-3-2-4-15,1 0-1 0,-3 0 3 0,-1-1-5 16,1 0-3-16,-2 1-79 0,-1-1-53 0,-1 0-12 15,-6 3-12 1,0 0-49-16,0 0-106 0,0-1-151 0</inkml:trace>
  <inkml:trace contextRef="#ctx0" brushRef="#br0" timeOffset="149752.6">12124 1893 2242 0,'0'0'382'0,"0"0"-352"16,-1 0 42-16,1 0-115 0,-19 2 4 0,19-2 43 16,0 1-2-16,-12 14 19 0,7-6 7 0,-2 2-19 15,-1 1 5-15,1 0-10 0,-1 2 0 0,-1 1-1 16,2 1-4-16,-1 1 1 0,1 0-4 0,-2-1 4 16,2 1 1-16,0 0 0 0,0-1-2 0,2 1-4 0,-1-1-37 15,0-2 10-15,2 1-142 0,0-2-146 0,-1 2-132 31</inkml:trace>
  <inkml:trace contextRef="#ctx0" brushRef="#br0" timeOffset="150453.78">11149 2552 2692 0,'0'0'54'0,"0"0"-98"16,-1 0-18-16,1 0-9 0,0 0-4 0,0 0 83 16,0 0 2-16,0 0 16 0,0 0 1 0,0 0-11 15,0 0-5-15,19 7 0 0,-11-5-5 0,0-2 4 0,2 0 5 16,0 2-4-16,0-1 0 0,1 0-4 15,0 0-2-15,-1 0 0 0,2 0 3 0,-2 0-3 0,0 0 1 16,-1 1-3-16,1 0-4 0,-2-2 1 0,1 2 1 0,0-2 0 16,-2 0 2-16,0 0 0 0,-1 0-6 0,1-1-7 15,-1 1-118-15,0 0-93 0,-6 0-29 0,0 0-26 16,1 0-191-16</inkml:trace>
  <inkml:trace contextRef="#ctx0" brushRef="#br0" timeOffset="150670.97">11154 2743 2612 0,'0'0'61'0,"0"0"-94"16,0 0-6-16,0 0-21 0,11 9 39 0,-3-5 33 16,2-2 6-16,2 2 8 0,-2-1 4 0,3-1-23 15,1 0 3-15,1-2-9 0,0 0 5 0,0 1-2 16,1 0-2-16,0 0 0 0,-2 0-2 0,3-2 1 0,0-1 0 15,-1 1 1-15,2 0 3 0,-2-1-6 0,1 0 5 16,-2-1-6-16,-2 0 2 0,-1 0-83 0,-2-2-19 0,0 2-29 16,0-2-125-16,-1-1-105 0</inkml:trace>
  <inkml:trace contextRef="#ctx0" brushRef="#br0" timeOffset="151002.81">11752 2221 3170 0,'0'0'-25'0,"0"0"-41"0,0 0 3 16,0 1-6-16,-3 19 61 0,4-11 6 0,-1-1 2 15,1 2 0-15,-1-2 3 0,0 1-2 0,1 1-1 16,0-1 0-16,0 1 0 16,-1 1-2-16,1 0 7 0,0-1-5 0,-1 1 0 15,-1-1-23-15,1 0-23 0,-1-1-2 0,1-1-102 0,-2 0-17 0,0-2-19 0,-1 0-5 31,-1-1-134-31</inkml:trace>
  <inkml:trace contextRef="#ctx0" brushRef="#br0" timeOffset="151285.34">11557 2526 2668 0,'0'0'55'0,"0"0"-4"0,0 0-136 0,0 0 52 16,1 0 1-16,19 8 19 0,-19-8 19 0,15 5 20 0,-8-3-8 16,3 1 9-16,-1-2-21 0,2 0 4 0,0 1 3 15,3 0-1-15,-2 0-8 0,4-1 2 0,-2 0-2 16,1 0 1-16,1 1-3 0,1-2 4 0,1-1-6 0,1-1 3 16,0 0-2-16,2 0 6 0,-2-1-1 0,-2 1 1 31,0 0-3-31,-3-1-4 0,-1 1 1 0,-1 0-2 15,-1-1 6-15,-1 3-5 0,-1-1 2 0,-1 0-8 16,1 1-46-16,-4-1-108 0,1 0-15 0,-1 0-37 16,-1-1-115-16</inkml:trace>
  <inkml:trace contextRef="#ctx0" brushRef="#br0" timeOffset="151955.87">11761 2875 2356 0,'0'0'328'16,"0"0"-319"-16,0-1-28 0,5-18-54 15,-1 11 117-15,0 0 10 0,0-1 6 0,-2 0 2 0,1 0 9 0,-1-1-37 0,-1 1-3 0,0-2-10 16,0 1-7-16,-1-1 5 0,-1 1-3 0,-1 2 3 31,0-2-8-31,-1 2 4 0,1 0 0 0,-2 1 1 16,1 0-10-16,0 2-12 0,-2-1 1 0,0 0-4 15,-1 2 5-15,0 0-18 0,0 1 4 0,-1 2-9 0,0 0 0 16,0 1 7-16,0 1-7 0,1 1 6 16,1 1-14-16,-1 1 4 0,1 1 2 0,0 0 1 0,1 0 3 0,0 1 12 15,0 1-3-15,2 1 6 0,0 1 3 16,1-1-1-16,0 1 1 0,1 0 0 0,0 2 4 0,1-1 3 0,0 0-1 15,1-1 0 1,0 1-8-16,1 0 9 0,0 0-4 0,1 1 4 0,-1 0-1 0,3 0-6 0,-1 0 2 16,1-1-4-16,1 1 1 0,1 1 6 15,0-2-4-15,0 2 4 0,-1-2 0 0,2 0-1 0,-1 1 5 16,-1-1-2 0,0 1 1-16,-2 0 2 0,-1 0-1 0,1 0 1 0,-1 0 4 0,-3-1 3 0,1 0-4 15,-2-1 2 1,0 0-8-16,0-1 6 0,-3 1 2 0,2-1 2 0,-3-1 4 0,0 0-3 0,0-1 0 0,-1 1 1 31,0-2 6-31,-3 2-5 0,1-2 0 0,-2-1-1 16,-3 0 6-16,2-2 1 0,-3 0 2 0,1-2 0 15,-1 0 17-15,2-2-9 0,0 0 5 0,1 0-7 16,1-3 1-16,2 0 6 0,0-2-5 0,1-1 3 0,2 0-25 16,1-1-12-16,2-1 4 0,3-1-6 0,0 0 6 15,3 0 7-15,1 0-6 0,1-2 8 0,1 1-8 0,2 1-1 16,1-1-2-16,0 1 0 0,1 1-1 0,1-1 5 15,-1 1 0-15,1 1 1 0,1 0-8 0,0 0 3 16,0 0 3-16,2-1-1 0,0 0-1 0,2 1 5 16,2 0-4-16,-3 1 5 0,0 0-4 0,-1 2 3 15,-2 0 0-15,-3 0 1 0,0 2-1 0,-3 1-3 16,-1-1-16-16,-1 2-3 0,-6 2-136 0,0 0-192 16,0 0-80-16</inkml:trace>
  <inkml:trace contextRef="#ctx0" brushRef="#br0" timeOffset="153372.26">3482 2739 2209 0,'0'0'96'0,"0"0"-37"0,0-1-13 0,0 1-54 16,0-1-40-16,0 1 25 0,0 0-4 0,0 0 19 16,0 1 15-16,0-1 8 0,0 1 1 0,12 20 1 15,-8-14-8-15,0 2 5 0,-2 1-1 0,1 0 3 16,0 1 1-16,0 1 5 0,-1 0-3 0,0 0 4 0,1 1-12 16,-1 0-2-16,0 1-3 0,0 0 2 0,0-2-1 0,-1-1-3 15,2 0 1-15,-2-3-1 0,0 1 0 16,0-3-52-16,-1-6-29 0,0 1-15 0,0-1-158 15,0 1-204-15</inkml:trace>
  <inkml:trace contextRef="#ctx0" brushRef="#br0" timeOffset="153919.64">3407 2646 2059 0,'-5'0'62'15,"5"0"8"-15,-1 0-86 16,1 0-16-16,-1 0 3 0,-16 12-5 16,17-12 27-16,-6 14 17 0,4-5 5 0,-1 1 2 15,0 0 2-15,0 1-6 0,0 1-3 0,-1 0 1 0,0 1 7 16,0 2 5-16,-1 1 4 0,0 2 0 16,-1-1 16-16,1 1-8 0,0-1 8 0,2 1-10 15,-1 0-10-15,3-1-11 0,1-1-1 0,0 0-2 0,3-2-2 16,1 1 0-16,2 2-4 0,2-2 4 0,1 1 2 0,2-2-3 15,1-1-1-15,0-1-2 0,2 0-3 0,0-2 0 16,0-1 7-16,1-1-3 0,-1-1 1 0,2-3 0 16,-1 0-1-16,1-1 2 15,3-1 7-15,-3 0 1 0,1-1-3 16,0-1 2-16,-1-2 3 0,1-1-1 0,1 0 7 0,-1-2-7 0,0-2 5 0,2-1-9 16,0-1 4-16,1-3-5 0,0-1 5 0,-1 0 9 15,-2-2-2 1,-1-2 7-16,-2-1 16 0,-1 1 7 0,-3 0 1 15,-2 1 2-15,0 0 5 0,-3-2-9 0,-1 1 1 16,-1 0-6-16,-2-1-17 0,-1 1-5 0,0 1 1 16,-1-1-2-16,-1 1 0 0,-2 1-4 0,-1 0-6 0,-2 0 2 15,0 2-10-15,-1-3-1 0,-1 2-2 0,-2 2 0 16,-1-3-7-16,-1 1-3 0,0 1-2 0,-2-1 0 16,-2 1-5-16,1 2 8 0,-2 0 0 0,1 1 2 15,1 1-1-15,1 1-9 0,0 1 6 0,-2 3-7 16,1 0-1-16,-1 2 14 0,1 2-10 0,0 1 13 15,1 2-8-15,-1 1-4 0,0 2 5 0,0 1-5 0,0 1 5 16,2 1 1-16,0 0 1 0,3 1-1 0,0 1-1 0,1 1-5 16,0 2-30-16,0 0 1 0,-1 1-195 0,2 1-226 15</inkml:trace>
  <inkml:trace contextRef="#ctx0" brushRef="#br0" timeOffset="163351.87">8184 2546 2241 0,'0'0'60'0,"0"0"-25"16,0-1 25-16,0 1-113 0,0 0 15 0,0 0-7 15,0 0 31-15,0 0 1 0,0 0 3 0,16 10 8 16,-16-10 4-16,0 0 2 0,0 0 0 0,19 19-4 16,-14-8 7-16,0 0 4 0,1 1 0 0,-2 1 0 15,1 0-1-15,-1 1-8 0,0 0 5 0,2 0-10 0,-1 0 6 16,0-1 2-16,0-1 2 0,-1 0-1 0,1-2-6 16,-2 0-21-16,1 0-1 0,0-1-129 0,0-1-104 15,-1 1-85-15</inkml:trace>
  <inkml:trace contextRef="#ctx0" brushRef="#br0" timeOffset="163585.26">8436 2561 2598 0,'0'0'43'0,"0"0"-62"0,0 0-1 0,0 0-19 16,-1 0 14-16,1 0 9 0,-1 0 2 0,1 0 4 31,-20 19 9-31,15-11-3 0,-1 0 1 0,-1 1-2 16,0 0 5-16,0 1-1 0,-1 1 1 0,1-1-2 0,-1 0 6 15,-1 0-4-15,0-1-25 0,1 0 3 0,-1 0-97 16,0-3-25-16,0 0 4 0,1-2-12 0,0-1-2 0,2-2-30 16,-1 0-25-16,1-2-29 0,6 1-387 0</inkml:trace>
  <inkml:trace contextRef="#ctx0" brushRef="#br0" timeOffset="163792.73">8241 2702 667 0,'0'0'131'0,"0"0"334"0,0 0-315 0,0 0-31 15,0 0-6-15,0 0-6 0,0 0-17 0,0 0-9 16,0 0-6-16,0 0 0 0,0 0-14 0,0 1-14 16,0-1 2-16,-4 19-7 15,4-19-13-15,3 14-7 0,-2-5-4 0,0 2 0 0,1-1-6 0,-2 4 0 0,1 1-3 16,0 1 2-16,-1 1-6 0,0 2 2 0,1-1-3 16,-3 1 3-16,2-1-5 0,-1-1 5 0,0-1 1 0,0 1 0 31,0 1-2-31,-1-1 1 0,0 2-1 0,1-2 0 0,-1-1 3 0,1 0-7 0,0 0 6 0,-1-2-7 31,0-2 3-31,1 0-35 0,0-2-23 0,0-2-10 16,0 0-130-16,1-8-118 0,0 0-171 0</inkml:trace>
  <inkml:trace contextRef="#ctx0" brushRef="#br0" timeOffset="164067.62">8299 2894 2453 0,'0'0'91'0,"0"0"88"0,0 0-228 0,0 0 17 15,0 0-2-15,0 0 13 0,0 0 22 16,1 0 3-16,-1 0 2 0,19 5 2 0,-19-5 13 0,0 0-13 0,20 5 3 0,-12-4-6 16,1 0 7-16,2-1-6 0,1 1 3 15,0 1-4 1,-1-2 1-16,1 1 4 0,0 0-4 0,-2-1 3 0,1 2-4 15,-1-2 1-15,0 1-1 0,-2-1 1 16,1 0 1-16,-1 0-6 0,1-2 4 0,-1 2-4 16,-1-2-1-16,-7 2-49 0,1 0-7 0,15-5-17 15,-16 5-52-15,1 0-69 0,-1 0-2 0,1-1-31 16,15-19-94-16</inkml:trace>
  <inkml:trace contextRef="#ctx0" brushRef="#br0" timeOffset="164301.09">8578 2760 2301 0,'0'0'155'0,"0"0"-130"0,0 0-5 0,0 0-33 0,0 0 24 0,0 0 8 16,0 0-1-16,0 1 2 0,20 11 6 0,-20-12-14 15,14 13 4-15,-7-6-9 0,2 0 0 0,0 1-5 0,0 1 2 16,0 0-4-16,1 1 2 0,1 1-3 0,0-1 1 16,0 2-2-16,1-1 8 0,-1 1-1 0,2-1-1 15,-1 0 0 1,0-1-6-16,-2 1 2 0,1 0 5 0,-2 0-1 15,-1 0 1-15,-1 0-2 0,0-1-1 0,-2 1 2 16,0-2 6-16,-2-2-46 0,1 0-5 0,-4-7-21 16,0 0-58-16,0 1-22 0,0-1-14 0,0 1-11 15,0-1-135-15</inkml:trace>
  <inkml:trace contextRef="#ctx0" brushRef="#br0" timeOffset="164519.47">8803 2691 2026 0,'0'0'165'0,"0"0"-126"16,0 0 7-16,0 0-44 0,0-1 19 0,0 1 3 16,0 0 4-16,0 0-1 0,-1 0 0 0,1 0-12 15,0 0-2-15,-1 0-3 16,-16 21-9-16,12-12-1 0,-1 0-1 0,-2 3-1 0,-1-1-1 0,-1 5 3 0,-2 2 1 16,-1 1 0-16,-3 1 6 0,1-1-4 15,0 2-1-15,0-2-1 16,0-1-1-16,2-2 6 0,0-2-3 0,2-1-1 15,1 0-65-15,2-2-110 0,1 0-21 0,2-1-48 16,1-1-277-16</inkml:trace>
  <inkml:trace contextRef="#ctx0" brushRef="#br0" timeOffset="164756.13">8937 2816 2446 0,'0'0'79'0,"0"0"170"0,0 0-389 0,12 2 63 15,-3 0 0-15,2 0 29 0,0 0 62 0,1 0 5 16,0 0 4-16,-1 0-3 0,1-1-7 0,0 1-5 16,-1 0-5-16,1 0 1 0,0 0-3 0,-2 0 2 0,1 1 2 15,-2 0-1-15,1 0-2 0,-3 0-27 16,1 0-12-1,-2 0-12-15,-6-3-91 0,0 0-98 0,1 0-40 0</inkml:trace>
  <inkml:trace contextRef="#ctx0" brushRef="#br0" timeOffset="165002.14">8920 2952 2672 0,'0'0'51'0,"0"0"-15"0,0 0-178 0,0 0 140 16,1 0-25-16,15 5 68 0,-16-5-9 0,17 1-2 16,-7-1-6-16,3 0 3 0,1 0-17 0,1-2-9 15,0 1 1-15,0-1-2 0,-1 1 4 0,0 1-2 16,0 0 3-16,-1-1-3 0,0 1-2 0,-2-1 1 16,0 0-2-16,-1 0-2 0,0 0-45 0,-3 1-44 15,1 0-19-15,0-2-12 16,-1 0-94-16,-1 0-212 0</inkml:trace>
  <inkml:trace contextRef="#ctx0" brushRef="#br0" timeOffset="165226.26">9351 2620 2949 0,'0'0'-52'0,"0"0"-8"0,0 0 10 0,8 19 3 0,-4-9 78 0,-2 3-4 16,3 1 3-16,1 2-3 0,-1 1 8 0,3 3-14 16,-1 4 0-16,0 3-5 0,0 2-3 0,-1 4 0 15,0 0 2-15,-2 0-1 0,0 3-1 0,-1 3-9 16,-1 3 0-16,1 2-3 16,-1-2-4-16,0-1-127 0,1 1-37 15,0 0-55-15,1 1-354 0</inkml:trace>
  <inkml:trace contextRef="#ctx0" brushRef="#br1" timeOffset="172885.34">8145 3309 1610 0,'0'0'46'0,"0"0"-20"0,0 0 21 0,-1 0-69 0,0 0 5 32,1 0-3-32,-1 0 5 0,1 0 7 0,0 0-4 15,-1 0 13-15,0 0-1 0,1 0 4 0,0 0-2 16,-1 0 16-16,1 0 22 0,-1 0-4 0,1 0 11 16,0 0 11-16,0 0 10 0,0 0-4 0,0 0 5 15,0 0-7-15,0 0-6 0,0 0 9 0,1 0-9 16,-1 0-1-16,1-1-5 0,-1 1-7 0,17-8 2 0,-17 8-22 15,0 0 1-15,0 0-8 0,0 0 3 0,16-6-14 0,-16 6-3 16,1 0-1-16,-1 0-1 0,19-2 2 0,-19 2-2 16,0 0 3-16,1 0-3 0,20-4 3 0,-21 4-2 0,0 0 4 15,19-3-3 1,-19 3 13-16,1 0-8 0,18-4 4 0,-19 4-5 16,1 0 9-16,17-4-3 0,-18 4-4 0,1 0 1 0,19-4-5 0,-19 4 0 15,-1 0 5-15,22-4-5 16,-22 4-4-16,1 0 4 0,23-4-5 0,-24 4 4 15,17-2 2-15,-17 2-6 0,17-2 1 0,-17 2-2 0,0 0 3 0,22-2-3 0,-21 2 3 16,-1 0-4 0,22 3 2-16,-22-3 1 0,0 0 0 0,21 2 3 15,-21-2 10-15,0 0-4 0,20 3 6 0,-20-3-5 16,1 0 7-16,20 3-6 0,-21-3-1 16,16 2-1-16,-8-1 4 0,0 0-8 0,1 1 1 0,0-1-4 15,1 1-2-15,0 0 1 0,0 0 3 0,-1-1-1 0,1 1-3 16,0 0 2-16,-1 0-2 0,0 0 5 0,1-1 1 15,-1 1-2-15,0-1 2 0,0 1-3 0,-1 0 1 16,1-1 5-16,-1 0-3 0,-1 0 4 0,2 1-8 16,0-1 5-16,1 1-7 0,0-1 6 0,1 1-2 0,0-1-4 15,0 1 5 1,1 0-5-16,0-1 0 0,1 1 2 0,-1-1-2 0,2 0 1 0,-1-1-1 0,0 0 3 16,0 0 0-16,-1 0 2 0,1 1 1 0,1-1-6 15,-3 1 3-15,0 0-3 0,0 0 0 16,1-1 5-16,0 0-1 0,1 0 3 0,1 1-6 0,-1 1 1 15,0-1-2 1,-1 1 2-16,1 0 4 0,-2-1-9 0,1 1 7 16,0 0-7-16,0-1 2 0,-1 1 1 0,0-1-1 15,1 0 3-15,0 0 0 0,0 1 0 0,1-1-1 0,-1 1 1 16,1-2 0-16,0 1 2 0,1-1-3 0,0 1 3 16,-1 0-2-16,-1 0-2 0,1 0 2 0,-1-1-2 15,-1 2 1-15,0-2 2 0,0 1 2 0,1 1 0 16,-1-1 2-16,0 1-3 0,0-1-1 0,1 2-1 0,-2-2 1 15,2 2-3-15,-1-2 1 0,0 0-1 0,2 1 5 16,0-1-5-16,-1 1 1 0,0 0-4 0,0 0 1 16,-1-1 7-16,1 0-2 0,-2 0 5 0,1 1-4 0,-1-2-2 15,1 2-1-15,0 0 0 0,-1-1 8 0,2 1 10 16,-2-1 1 0,0-1 3-16,1 1-1 0,0-1-13 0,0 0 7 0,1 1-8 0,-2-1 2 0,2 1-2 15,-2-1-2 1,0 1 3-16,0 1-3 0,-2 0 2 0,1 0-2 0,-1-1 2 0,0 0-2 0,0 0-2 15,-1 0 1-15,0-1-2 0,0 2 9 0,-1 0 1 32,1-1-1-32,-7-1 2 0,0 0-1 0,0 0 3 0,19 0 0 15,-19 0 0-15,0 0-3 0,1 0-7 0,-1 0 3 16,0 0-5-16,0 0 0 0,18-2 1 0,-18 2-3 0,0 0 3 16,0 0 2-16,0 0-5 0,0 0 5 0,1 0-5 15,0 0 0-15,-1 0-2 0,0 0 0 0,1 0-4 16,-1 0-19-16,1 0-58 0,-1 0-9 0,0 0-21 15,1 0-81-15,-1-1-144 0,0 1-38 16</inkml:trace>
  <inkml:trace contextRef="#ctx0" brushRef="#br1" timeOffset="178651.31">8690 3331 1033 0,'0'0'48'0,"0"0"-32"0,0 0-15 0,0 0-35 16,0 0-31-16,0 0-22 0,0-1-7 0,-1 1-2 16,0-1-19-16,1 1 71 0,0 0-5 0,0 0 31 0,-1 0 20 15,0 0-1-15,1 0 7 0,-1 0-6 0,1 0 9 16,0 0 7-16,-1 0-1 0,1 0 4 0,-1 0-6 0,1 0-10 15,0 0-1-15,-1 0-2 0,0 0-13 0,1 0-198 16</inkml:trace>
  <inkml:trace contextRef="#ctx0" brushRef="#br1" timeOffset="179551.71">8793 3342 1121 0,'0'0'193'0,"0"0"-193"16,0 0-10-16,0 0-41 0,0 0-81 0,0 0 54 0,1 0-9 15,0 0 15-15,17 0-85 0,-18 0 81 0,0 0-15 16,1 0 47 0,0 1 52-16,-1-1 7 0,16 11 5 0,-16-11 3 15,0 0 60-15,0 0 37 0,0 0-6 0,0 0 7 16,0 0-65-16,0 0-19 0,0 0-8 0,0 1-3 16,0-1-20-16,0 1-2 0,0-1 3 0,0 1-3 15,0-1 2-15,0 1-6 0,0-1 4 0,0 1-3 16,0-1 3-16,0 0-3 0,0 1-1 0,0-1 0 15,0 1 0-15,0-1-3 0,0 1 3 0,4 15-2 0,-4-16 1 0,0 0 9 16,0 0-6-16,0 0 8 0,0 0-11 16,0 0 4-16,0 0-1 0,0 0 5 0,0 0 5 0,0 0-13 15,0 0 8-15,0 0-10 0,0 0 6 0,0 0-5 16,0 0 2-16,0 0-3 16,0 0 3-16,0 0 1 0,0 0-2 0,0 0 1 0,0 0 0 0,0 0 2 15,0 0 1-15,0 0 1 0,0 0-1 0,0 0-4 0,0 0 2 16,1 0-1-1,0-1 3-15,-1 1-9 0,0-1-1 16,1 1-4-16,11-17-7 0,-12 17-21 0,0 0-9 16,0 0-6-16,0 0-55 0,0-1-149 0,0 1 12 15</inkml:trace>
  <inkml:trace contextRef="#ctx0" brushRef="#br1" timeOffset="180166.96">8879 3365 1213 0,'0'0'55'0,"0"0"-78"0,0 0-14 0,0 0-25 15,0 0-80-15,0 0 24 0,0 0-23 0,0 0 20 16,0 0-51-16,0 0 92 0,0 1-6 0,0-1 31 0,0 1-58 16</inkml:trace>
  <inkml:trace contextRef="#ctx0" brushRef="#br1" timeOffset="183167.79">5412 7923 379 0,'0'0'472'0,"0"0"-165"0,-1 0 230 0,1-1-464 15,-1 1-16-15,-16-14-36 0,17 14-19 0,0 0 2 16,0-1-5 0,-1 1-1-16,1-1-3 0,-1 1-1 15,-16-12-2-15,17 12-7 0,0 0-3 0,0 0 3 0,0 0-2 16,-1 0 8-16,1 0 3 0,0-1-1 0,-1 1 1 16,1-1-3-16,-1 1 5 0,1 0-2 0,0-1 4 15,-1 1 6-15,0-1-4 0,1 1 3 0,-1-1-4 16,1 1 1-16,0-1 5 0,-1 1-5 0,1 0 3 0,0-1-9 15,0 1 3-15,0-1-3 0,0 1 2 0,0-1-14 16,0 1-76-16,0-1-8 0,0 1-33 0,0 0-134 0</inkml:trace>
  <inkml:trace contextRef="#ctx0" brushRef="#br1" timeOffset="183800.81">5424 7922 1747 0,'0'0'299'16,"0"0"-161"-16,0 0-17 0,0 0-10 0,-1 0-101 0,1 0 0 16,0 0 2-16,-1 0 0 0,1 0-2 0,-1 0-6 15,1 0-1 1,0 0-1-16,-1 0-3 0,0 0-9 0,1 0 0 0,-1 0-3 15,1 0-2-15,0 0 7 16,0 0-2-16,-1 1 5 0,0-1 6 0,1 1-1 0,0-1 0 16,-1 1-2-16,0-1 6 0,-15 17 7 15,16-17 3-15,0 0-1 0,0 0-5 0,0 0 3 0,0 0-5 0,0 0 5 16,0 0-5-16,0 0-9 0,0 1 3 16,0-1-6-16,0 1 1 0,0-1-4 0,0 1 2 0,0-1-2 15,0 1 9-15,0-1-4 0,0 0 1 0,0 1 0 16,0-1 4-16,0 1-6 0,0-1 7 0,0 1-7 15,0-1 5-15,0 1 0 0,0-1-3 0,1 0 2 16,8 17 9-16,-9-17-7 0,0 0-1 0,0 0-4 16,0 0-2-16,0 0 2 0,0 0 4 0,0 0-2 15,0 1-1-15,0-1-5 0,0 1 0 0,0-1-1 0,0 1 8 16,0-1-2-16,0 1 4 0,0-1-3 0,0 0 2 16,0 1 0-16,0-1-2 0,0 1 0 0,0-1-5 0,0 1-21 15,0-1-1-15,1 1-7 0,-1-1-3 0,0 0 5 16,0 1-4-16,0-1 5 15,9 16-1-15,-9-16 10 0,0 0 1 16,0 0 3-16,0 0 7 0,0 0 3 0,0 0-4 16,0 0-1-16,0 1-40 0,0-1-58 0,0 1-19 15,0-1-23-15,0 1-189 0</inkml:trace>
  <inkml:trace contextRef="#ctx0" brushRef="#br1" timeOffset="187267.36">5465 3826 165 0,'0'0'116'16,"0"-1"89"-16,0 1 17 0,0-1-67 0,0-16-52 0,0 17-77 0,0 0-8 15,0 0-4-15,0-1-11 0,-1-19 1 16,1 20 2-16,0 0 0 0,0 0 21 15,0 0 10-15,0 0 7 0,0 0-1 0,0 0 10 0,0 0 19 0,0-1-13 16,0 1 12-16,0-1-34 0,0 1-11 16,0-1 0-16,0 1-4 0,0-1-1 0,0 1-9 0,0 0 3 15,0 0-6-15,0 0-9 0,0 0 3 0,0 0-3 16,0 0 3-16,0 0-2 0,0 0 0 0,0 0 2 0,-6 17-1 16,6-17-2-16,0 1 1 15,-1-1 2-15,0 1-1 0,-10 16 0 16,11-17 10-16,0 0-9 0,0 0 9 0,0 1-5 15,-1-1-2-15,-5 16 7 0,6-16-5 0,0 0 12 16,0 0-3-16,0 0-1 0,0 0-1 0,0 0 2 0,0 0 1 0,0 0 5 0,0 0-3 31,0 0 3-31,0 0 3 0,0 0-2 0,0 0 3 0,0 0-4 16,0 0-2-16,0 0-1 0,0-1 1 0,8-16 5 16,-8 17-5-16,0 0-1 0,0-1-2 0,0 1-6 0,0-1-3 15,5-15 1-15,-5 16-2 0,0-1 1 0,0 1 1 16,0-1 1-16,0 1-1 0,0-17-1 0,0 17 6 15,0 0-5-15,0 0 5 0,0 0-4 0,0 0 1 16,0-1 1-16,0 1-1 0,-1-1-6 0,0 1-8 16,1 0-6-16,-1 0-1 15,1 0-14-15,0 0 7 0,-1 0 3 0,-16 2 2 0,17-2 13 0,0 0-6 0,0 1 2 16,0-1-4-16,-7 18 10 0,7-18-4 0,0 1 0 16,0-1-3-16,0 1 6 0,0-1 4 0,1 18 2 0,-1-18-2 15,0 0 0 1,0 0 4-16,0 0-1 0,0 0 1 0,1 0 6 0,0 0-4 0,-1 0 1 0,18-2-3 15,-18 2 3-15,0 0 0 0,1-1-2 0,20-16 0 16,-21 17-9 0,0-1 5-16,18-12 3 0,-18 13-1 0,0-1-2 15,1 1 10-15,-1-1-5 0,18-14 6 16,-18 15-4-16,0 0-11 0,0 0 3 0,0 0-6 0,0 0-1 0,0 0-2 16,0 0-2-16,0 0 1 0,0 0-9 15,0 0 1-15,0 0 1 0,0 0 0 0,0 0 9 0,0 0 1 16,0 1 1-16,0-1 0 0,-15 20 5 0,15-20-5 0,-1 0-1 15,0 1-1-15,-19 15 6 0,20-16-3 16,-1 1 1-16,1-1-2 0,-12 17-2 0,12-17-1 16,0 0 2-16,0 0-2 0,0 1 4 0,0-1 3 0,0 1-1 15,0-1 2-15,2 18 4 0,-2-18-7 16,0 0 4-16,0 0-4 16,0 0 11-16,1-1-6 0,17-8 2 0,-18 9-4 15,0 0 2-15,1 0 2 0,0-1-3 0,16-13 3 0,-17 14 1 0,0-1-10 0,1 1 6 0,-1-1-6 16,11-17 5-16,-11 18 0 0,0 0 3 0,0-1-2 31,0 1-4-31,0-1 6 0,-6-15-6 0,6 16 6 16,0 0-10-16,-1-1 0 0,1 1-1 0,0-1 0 15,-19-8-4-15,19 9-1 0,0 0-4 0,-1 0 1 16,-17 4-8-16,18-4-2 0,0 0 5 0,-1 0-4 16,-18 13 2-16,19-13-2 0,0 1-2 0,-1-1 2 0,-13 22 7 0,12-13 4 15,0 0 1-15,0-1 0 0,1 1 8 0,-1-1-1 16,0 0-1-16,1 0-1 0,1 0 2 0,0 1 0 15,1-2 1-15,2-1 0 0,-1 0 1 0,-2-6-1 16,0 0 8-16,0 1-5 0,0-1 4 0,1 1 2 16,0-1-6-16,17 16 5 0,-18-16 1 0,0 0 3 15,17-2 3-15,-17 2-2 0,1 0 2 0,15-6-5 0,-16 6 5 16,0 0-5-16,1 0 8 0,-1-1-5 16,19-15 3-16,-19 16-3 0,0-1 2 0,0 1 1 0,8-18-3 15,-8 18 3 1,0-1-7-16,3-15-1 0,-3 15-3 0,0 1 3 0,-1-19-2 0,1 19-4 0,0-1 6 0,-5-16-6 15,5 17 5-15,0 0-5 0,0-1 0 0,-12-16-1 32,12 17-3-32,-1 0-2 0,1 0-4 0,-20-11 1 15,20 11-2-15,-1 0 1 0,-17-5-3 0,18 5 0 16,0 0-11-16,-20 1 1 0,20-1 1 0,0 0-1 0,-17 8 4 16,17-8-1-16,0 1-1 0,-16 15 0 0,11-9-1 0,0 1 3 15,2 2 7-15,-1 0-2 0,1 0 6 0,2 0 2 16,0-1-1-16,-1 0 2 0,2-2 3 0,2 0-3 15,-1-1-1-15,3 0 1 0,-4-6 10 16,0 0 0-16,0 0 2 0,16 10-1 0,-16-10 4 16,0 0 2-16,18-2 4 0,-17 2-2 0,-1-1 0 0,23-10 0 15,-14 5-5-15,-1 0 3 16,2-1-1-16,-1 0-3 0,-1-1 0 0,-1 0-2 0,0 0 1 0,-2 0 1 0,0 0 4 16,-2 1-3-16,0 1 0 0,-1 2 3 0,-2 4-3 15,0-1 2-15,0 1-2 0,1-18 1 0,-1 18-4 16,0-1 2-1,0 1-9-15,-1-1 1 0,-11-16 0 0,12 17-1 16,-1 0-10-16,1 0 1 0,-20-7-3 0,19 7 1 16,1 0-11-16,-22-2 1 0,14 3 6 0,-2-1-2 15,2 1 9-15,0 0-3 0,1 0-1 0,0 2 1 16,2-1-3-16,0 2-2 0,5-4 1 0,0 0 0 16,0 0 1-16,0 1-9 0,-12 18 1 0,12-19-3 0,0 1 13 15,-3 16-4-15,3-17 3 0,0 0-2 16,6 20 15-16,-6-20-4 0,0 0 2 0,9 19-4 15,-9-19 5-15,0 1 0 0,14 15 1 0,-14-16 1 0,0 1 5 0,1-1-3 16,21 12 4-16,-22-12-4 0,0 0 5 0,23 1 9 16,-22-1-4-16,15-4 5 0,-8 1-3 0,1-1-3 15,-2 0 3-15,-1-1-3 0,1 0 5 0,0-2-11 16,-1 2 5-16,-1 0-6 0,0-2 4 0,-2 2 4 16,1-2-4-16,-2 1 4 0,1 0-10 0,-3 6 6 0,0 0-1 15,0-1 3-15,0 1-11 0,3-21 6 16,-3 21-5-16,0 0 4 0,0-1-6 0,-5-16-2 0,5 17 1 15,0-1-2-15,-1 1-5 0,1-1-3 0,-16-16 5 0,16 17-2 32,0 0 8-32,0-1 0 0,-1 1-8 0,-15-12 3 15,16 12-2-15,0 0-1 0,-1 0 3 0,1 0-3 0,0 0-1 16,-1 0-1-16,0 0-2 0,1 0 0 16,-1 0-3-16,1 0 2 0,0 0-1 0,-1 0 0 15,1 0-6-15,-1 0 7 0,1 0-4 0,0 0 6 0,-1 1-2 16,-10 17 2-16,11-18-1 0,0 1-1 0,0-1-1 0,4 20 10 15,-4-20-1-15,0 0 4 0,5 17 1 0,-5-17 5 16,0 1-1-16,0-1 1 0,8 17-5 0,-8-17 8 16,0 0 2-16,0 0 2 0,0 0 0 0,0 1 5 15,1-1 1-15,-1 1 1 0,17 7 8 0,-17-8 2 16,0 0-5-16,0-1 3 0,0 1-7 0,16-18-4 16,-16 18 3-16,1 0-4 0,11-18-4 0,-12 18-1 15,0 0-4-15,12-17 3 16,-12 17-2-16,0-1 1 0,8-19 2 0,-8 19-2 0,0 1 1 0,5-21-5 15,-5 21 3-15,0-1-3 16,1-19-1-16,-1 20 4 0,0 0-6 0,-1-18 5 16,1 18-6-16,0-1-4 0,0 1 4 15,-10-17-2-15,10 17-8 0,0 0-9 0,0 0-1 0,0 0-1 16,-17-6-3-16,17 6-4 0,0 0 4 0,0 0-3 16,-18 9 15-16,18-9-1 0,0 0 1 0,-1 0-1 15,-15 20 2-15,16-20 1 0,0 0 1 0,-8 19 2 16,8-19 9-16,0 1-4 0,-5 16 1 0,5-17-3 0,0 1 2 0,0-1 3 15,0 0 1-15,3 18 1 16,-3-18-3-16,0 0 7 0,1 0-3 0,-1 0 3 0,1 0-1 0,18 7-1 16,-19-7 5-16,0 0-3 0,17-6 8 15,-17 6-3-15,0 0-4 0,20-8 2 0,-20 8-5 0,1 0 2 16,17-13-1-16,-18 13 2 0,0 0-4 0,0-1 2 16,19-11-1-16,-19 12 0 0,0 0 2 0,0-1-2 15,1 1 7-15,-1-1-6 0,0 1-1 0,0 0 5 16,8-16-5-16,-8 16 6 0,0 0-3 0,0 0-11 0,0 0-1 15,0 0-4 1,-1 0-3-16,-19-4-15 0,20 4 7 0,0 0-8 16,-21 8 14-16,13-4 7 0,0 2 0 15,-1 0 4-15,1 0 1 0,-1 1 1 0,1-1-1 16,2 0 1-16,-1 1-3 0,2-1-1 0,0-1 3 0,0 0-1 16,5-5 2-16,0 0 0 0,0 1-3 0,0-1 3 15,-1 1 1-15,-7 16-1 0,8-17 1 0,0 0-1 16,0 0 0-16,0 0 7 0,0 0 2 0,0 0 1 0,0 0 2 0,1 0-5 15,17 0-1-15,-18 0 0 0,0 0 9 16,0-1-6-16,20-15 3 0,-20 16-5 0,0 0 1 0,0-1-1 16,19-18 3-16,-19 19-2 0,0 0-2 0,1-1 3 15,9-19-3-15,-10 20 4 0,0 0-4 0,0 0-1 16,0-1-1-16,0 1 1 0,-1-18-5 0,1 18-8 16,0 0 2-1,0 0-4-15,-1 0-1 0,1 0-3 0,0 0-1 0,-1 0 1 0,-17-1 6 0,18 1-8 16,-1 0 6-16,1 0-6 15,-1 1 5-15,-16 12 7 0,17-13-2 0,0 0 4 0,0 0 6 0,-1 1-6 0,-16 13 1 16,17-14-4 0,0 0 1-16,0 1 3 15,-1-1 1-15,1 1 0 0,-1-1 0 0,1 1-1 0,-10 15 1 16,10-16 0-16,0 0-2 0,0 0 4 0,0 0 0 16,0 0 2-16,0 0 1 0,0 0-4 0,0 0-1 0,0 0 0 15,0 1 0-15,0-1-2 0,0 0 2 0,0 1-3 16,1-1 3-16,-1 0 2 0,1 0-2 0,-1 1 4 0,0-1-4 15,1 0 3-15,-1 0-1 0,1 0 1 16,0 0-3-16,-1 0 0 0,0 0 0 0,0 0 0 0,1 0 5 16,0 0-3-16,-1 0 2 0,0 0-2 0,1 0-2 15,-1 0 1-15,1 0-1 0,-1 0 1 0,1 0 3 0,-1 0-6 16,0 0 5-16,1 0-5 16,-1 0 3-16,1 0-3 0,-1 0 2 0,1 0-3 0,-1 0 2 0,1 0 2 15,-1 1-5-15,1-1 4 0,-1 1-3 0,0-1 1 16,1 0 1-1,-1 1 0-15,1-1-2 0,-1 1-53 0,0-1-3 0,0 1-26 0,6 15-110 16,-6-16-222-16</inkml:trace>
  <inkml:trace contextRef="#ctx0" brushRef="#br1" timeOffset="199184.21">2380 5830 1232 0,'0'0'118'0,"0"0"-30"16,0 0 54-16,-1-1-80 0,-15-10-13 0,16 11-14 0,0 0-24 15,0 0-1-15,0 0-6 0,-1 0-3 0,-17-9 4 16,18 9-3-16,0 0 3 15,-1 0-11-15,1 0-5 0,-16 0 5 0,16 0-4 0,-1 0 13 0,1 1 0 16,-16 10 1-16,16-11-1 0,0 0 4 0,-1 1 3 0,-19 16-3 31,20-17 6-31,0 1 21 0,-1-1 1 16,-13 21 3-16,14-21-4 0,0 0-8 0,0 1-9 0,-1-1-2 16,1 0-3-16,0 1-12 0,0-1 7 0,0 1-3 15,0-1 5-15,0 0 3 0,0 0 2 0,0 0 2 0,16-12-1 16,-9 4 2-16,0-2-4 0,1-1-2 0,0-1-1 0,1 1-9 15,-2-2 4-15,0 1-2 0,1 2 2 16,0-1 0-16,-1 2 1 0,1 0 0 0,-2-1 1 16,-1 3 2-16,-2 0-2 0,-3 7 6 0,0 0-5 0,0 0 4 15,0-1 1-15,6-15 0 0,-6 16 0 0,0 0-5 16,0 0-15-16,0 0 0 0,-1 0-5 0,1 0-1 0,0 0 0 16,-19 15-3-16,19-15 2 0,0 1-1 0,-13 20 10 15,8-12 2-15,3 0 0 0,-1 0-1 0,1-2 3 16,1 2-1-16,1-3 2 15,0 0 3-15,0-6-4 0,0 0 4 16,0 1-3-16,0-1 10 0,0 1 0 0,0-1 1 0,0 0 0 0,1 0 9 0,16-2-9 31,-11-3 2-31,1-2-4 0,-1 0 1 0,2-1-5 0,0 0 3 16,0-2-5-16,0 1 3 0,-1 0 0 16,0 0 1-16,-1 1 0 0,-1 0 0 0,-1 1 4 0,-1 1-2 0,-1 0 3 15,-2 6-8-15,0-1 7 0,0 1-4 0,3-16 5 16,-3 16 1-16,0 0-8 0,0 0 1 0,-1 0-5 15,1 0-5-15,-1 0-10 0,-19-3 1 0,20 3-4 16,0 0-1-16,-19 12 5 0,12-6 0 0,-2 2 1 16,1 0-2-16,0 2 1 0,-1 1 2 0,3-1 0 15,0 0 6-15,2 0 3 0,0-1-2 16,1 0 2-16,1-1-4 0,1-1-3 0,1 0 5 16,1-1-4-16,1 0 9 0,-2-6 0 0,0 0-1 0,1 0 0 0,-1 0 11 0,1 1 10 15,17 5-1-15,-18-6 3 0,0-1-3 0,0 1 0 16,19-19-2-16,-13 12 2 0,1 0-5 0,1-3-9 31,-2 1 5-31,0-1-7 0,0-1 4 0,-2 2 1 16,1 0-3-16,-2 1 2 0,-2 1 6 0,0 0-5 0,-1 0 6 15,-2 3-6-15,2 4-1 0,0-1-1 0,0 1-5 16,0-1 2-16,-19-14-5 0,19 15-12 0,-1 0 0 16,-18 3-5-16,10 0 3 0,-1 4 7 0,1 0 2 15,0 3 0-15,-1 1-1 0,1 2-6 0,1 2 6 16,-1 0-6-16,2 2 6 0,1 0 4 0,-1 0-5 0,5 1 6 15,-1-3-2-15,0-1-1 0,2-1 2 0,0-1-1 16,1-2 2-16,2-2 0 0,1-1 1 0,0-2 0 16,-3-5 7-16,0 0 0 0,1 0 3 0,15 7-1 15,-16-7 7-15,0 0 0 0,17-9-1 0,-9 2 0 16,1-1-5-16,1-4 4 0,1 1-3 0,-1-2 3 0,0 0-2 16,-1 0 2-16,-2-1 0 0,-2 0 0 0,0 2 3 15,-2 2 1-15,0 0 1 0,-3 2 0 0,0 0 2 0,-3 1-4 31,-1-1 2-31,0 2-4 0,-1 0-3 0,-3 1-5 0,0 1-2 0,0 1-2 0,0 1-10 0,1 1-3 16,-1 0 3 0,-2 2-3-16,1 1-4 0,-1 1-12 15,2 1 0-15,-2 2-3 0,1 0 8 0,1 4-4 16,-2 1 3-16,2 1-3 0,0 2 15 0,1-1 4 16,0 2-1-16,2-1 2 0,2 0 2 0,0 0-5 0,1-2 5 15,2-2-6-15,2 2-2 0,1-3 8 0,0-1-2 16,2 0 4-16,1-3 4 0,0-1 3 0,1-2-2 15,2 0 4-15,0-2 8 0,1-2 10 0,0-2 0 0,0-1 0 16,3-2-12-16,-1-3 2 0,1-1-3 0,1-3 2 16,1 0-5-16,-1-2 6 0,-1 0-6 0,0-2 6 0,-2 2-6 15,-1 0 2-15,-1 1 3 0,-2 2-1 0,-1-1 5 16,-1 1-4-16,0 0 2 0,-4 0-3 16,0 1 6-16,-1 1 2 0,-1 2-1 0,-2 0 1 0,0 1-13 15,-2 1-1-15,0 2 1 0,-1 0-2 0,-1 2-15 16,-2 0-11-16,0 2-1 0,-2 2-1 0,0 1 2 0,-2 4-10 31,-1 1-1-31,-1 2-3 0,0 1 8 0,1 2 15 16,3 2 1-16,-1 1 4 0,2 2 1 0,0-1-3 15,2 1-1-15,0 1 0 0,2-1-1 0,2 3 7 16,0-2-5-16,2 0 5 0,1-1-3 0,2-2 4 16,1-1 2-16,0-2 0 0,0-2-2 0,3-2 3 15,0-2 1-15,1-2 4 0,-1-1 5 0,0-2-2 0,1-1 0 16,0-3 1-16,2-1 10 0,-1-3-5 15,1-1 4-15,2-3-5 0,0-1-1 0,2-2-4 0,1-2-1 16,-1 0 0-16,0-2 2 0,-2 1 1 0,-1 0 0 0,-1 0-1 16,-1 2-1-16,-2 0 8 0,-1 1-1 0,-2 1 3 15,-1 1-2-15,0 0-7 0,-2 0 4 0,0 3-4 16,-2 1 3-16,1 1-3 0,-2 3-5 0,-1 1 1 16,0 0-12-16,-1 3-12 0,-2 0-2 0,-1 2-4 0,0 2-22 15,-4 4 11 1,-1 2 0-16,-1 4 6 0,0 2 4 0,1 4 17 15,-1-2-5-15,2 2 11 0,1-1 6 0,0-1-5 0,4 1 3 0,1-1-3 0,1-3 0 0,2 0 2 16,1-4-1-16,2-1 2 0,1-2-1 0,0-8 0 31,0 0 0-31,0 0 0 0,1 1 9 0,-1-1 3 16,16 4 1-16,-9-10-1 0,0-2-6 0,3-3 2 16,1-2 0-16,1-4 1 0,1 0-1 0,1-2-4 15,1-1-2-15,0 2 1 0,-2 1 1 0,0 1 4 16,-2 0 2-16,-1 3 0 0,-3 0 0 0,-3 3 1 0,0 2 7 0,-4 8-3 15,0-1 12-15,0 1-14 0,0-1-2 16,-1 1-3-16,-16-10-9 0,9 13-35 0,-3 2 7 16,-1 4-16-16,-1 1 24 0,-1 4-37 0,1 0-28 15,0 3-16-15,0 0-219 0</inkml:trace>
  <inkml:trace contextRef="#ctx0" brushRef="#br1" timeOffset="214082.84">6472 3437 459 0,'0'0'248'16,"0"0"108"-16,0 0 6 0,0 0-291 0,-1 0-57 0,1 0-8 15,-1 0-5-15,1 0 3 0,0 0 3 16,0 0 8-16,-1 0 5 0,0 0 1 0,1 0 7 16,0 0 23-16,-1 0 22 0,1 0 2 0,-1 0 88 0,1 0-89 0,0 0 7 15,0 0-37-15,0 1-15 0,0-1-13 16,0 1 7-16,0-1-8 0,0 1 6 15,0-1 0-15,1 1-8 0,-1-1 6 0,20 12-7 0,-20-12-1 16,0 0 3-16,18 0-4 16,-17 0-3-16,0 0-1 0,23-2 0 0,-15 2 1 15,1-1 6-15,-1 1-6 0,0 0-3 0,2-1 0 16,-1 1-4-16,-1-1 7 0,0 1 0 0,0-1 2 16,0 1-1-16,0-1-3 0,0 1 4 0,1 0-2 0,0-1 1 15,-1 0-1-15,1 0-1 0,0 0 1 0,-1 1-2 16,1-1-3-16,0 0-2 0,0 1 1 0,1-1 9 0,-1 1-11 15,1-1 6-15,1 1-7 0,0 0 8 16,-3-1-6-16,3 0 3 0,0 0-3 0,-1 1 8 16,1 0-1-16,-1 0-2 0,1-1 0 15,0 0-1-15,1 0 2 0,-2-1 1 0,1 1-1 0,1 0 0 16,-1 1-5-16,1-2 4 0,1 2-5 16,0-1 1-16,-1 0 3 0,2 1-3 0,0-2 3 15,-1 2 0-15,2-2-3 0,-3 0 0 0,1 1-1 16,1-2 3-16,-1 3 10 0,1-1-3 0,-1 1 4 0,0 0-14 15,0-2 5-15,1 1 0 0,0 1 2 16,1-1-3-16,-1 0-1 0,2 1-2 0,-3-2 0 16,1 2 1-16,0 0-1 0,-1 0 3 0,1 0-2 15,-1 1-2-15,-1 0 1 0,1 0-4 0,0 0 4 16,-1 0 1-16,2 1 0 0,-1-1 2 0,1 0-3 16,0 0 1-16,-3 0-2 0,4-1 1 0,-3 0-1 15,0 1 1-15,0 0 2 0,0-1-2 0,0 2 2 16,0-2-2-16,0 1-1 0,0 2 0 0,-1-3 0 15,1 2 0-15,2 0 0 0,0-1 1 0,1 0-1 0,-1 1-1 0,1-2 5 16,0 3-6-16,-1-2 5 16,0-1-2-16,-1 2-1 0,-1-1 3 0,1 1-3 15,-1 0 1-15,1 0 4 0,-2 0-1 0,0-1 1 0,0 1 8 16,-3-1 0-16,2 1 3 0,1-1-4 0,-1 0 0 16,1 1 7-16,-2-1-5 0,0 1 4 0,0-1-6 0,0 0 2 15,0 0-1-15,-2 0 2 16,0 0-5-16,-1 0-2 0,0 0 4 0,0 0-2 0,-1 0 5 0,1 0-8 15,-2 0 2-15,1-1-4 16,-6 0 1-16,1 0 0 0,-1 0-2 0,17 2 2 16,-17-2-6-16,0 0 3 0,0 0 1 0,0 0 1 15,1 0 0-15,-1 0-7 0,1 0 2 0,15 4-5 16,-16-4-37-16,0 0-53 0,0 0-8 0,0 0-18 16,0 0-78-16,0 0-210 0</inkml:trace>
  <inkml:trace contextRef="#ctx0" brushRef="#br1" timeOffset="-212076.51">1346 6836 1522 0,'-8'0'127'0,"0"1"-40"16,1 0 61-16,7-1-109 0,-1 0-14 0,1 1-14 0,-1-1-9 16,1 1-1-16,-18 16 1 0,18-17-4 15,-1 0 4-15,-15 15 0 0,16-15 2 0,-6 16-2 0,3-4-2 16,1 0-1-16,-1 2-1 16,1 2-5-16,-1 3 4 0,2 0-4 0,0 5 4 0,0 2 3 0,1 2-6 15,-1 2 4-15,0 3-5 0,1 3 6 16,-1 1-3-16,1 3 3 0,1 2-4 15,0 3 5-15,-2 3 2 0,1 2 1 0,-1 0 0 0,-1 1-3 16,-2 1 1-16,1 0-1 0,0-1 2 0,-2 1-3 0,2 1 4 0,-1 1-3 16,0-1 3-1,1 0-3-15,0-1 2 0,1 0-2 0,0-1 3 16,1-1-2-16,1 1-2 0,-2-1 4 0,2 0-4 16,0-1 4-16,2 1-4 0,-2-1 0 0,2 0 0 0,0-1 4 15,-1-1-2-15,2-2-1 0,-2-1 0 16,0 0 12-16,0-2 5 0,0-1 4 0,-1 0-2 15,2-1-7-15,-1-1-7 0,1-3 0 0,-1-1-3 0,1-2-4 16,1-2 0-16,-1-2 0 0,2-5 1 16,1-3-5-16,2-4-130 0,1-2-39 0</inkml:trace>
  <inkml:trace contextRef="#ctx0" brushRef="#br1" timeOffset="-211500.32">1794 6545 2292 0,'-7'9'14'0,"1"1"-7"0,2 4 4 15,2 3-43-15,2 3 2 0,2 3-8 0,1 2 13 16,2 2 8-16,0 2 0 0,2 1 14 0,-8 0 2 16,8 5-4-1,0 2 4-15,-2 3-1 0,2 1 2 16,-2 1-1-16,0 3 0 0,3 1-1 0,-2 2 0 0,1 3 3 16,-1 0-1-16,0 0 0 0,-1 2 1 0,2 0-4 15,0 0 2-15,0 0-6 0,1 0 7 0,0 1 0 0,-1-3 2 16,1 2 1-16,0-2-6 0,-1 0 2 0,0 0-3 15,1-2 7-15,-2 0 1 0,1-1-1 0,1 1 1 16,-2-1-8-16,1 0 5 0,0-1-2 0,-1 1 3 16,0 0-2-16,0 0 1 0,0-3-1 0,1 1 0 15,-1 0 4-15,0-4-4 0,1-1 3 0,-1-4-3 0,1 0 1 16,-1-2-1-16,0-1 1 0,0-4-1 0,-1-1 2 16,2-2-2-16,-1-2 1 0,1-1-1 0,-1-1-5 15,2-2 1-15,0-2-28 16,0-3 5-16,1-2-141 0,0-3-188 0</inkml:trace>
  <inkml:trace contextRef="#ctx0" brushRef="#br1" timeOffset="-210774.22">2173 6140 1910 0,'-7'5'45'0,"1"3"-45"0,2 1-7 0,2 2-1 15,2 2-13-15,2 3 7 16,1 0-1-16,0 3 4 0,2 0 2 0,-8-2 4 0,5 5-1 0,0 0 3 0,1 2 7 16,-1 1-5-16,3 2 2 0,-1 1-4 0,0 1-1 15,1 0 3-15,0 1 0 0,0 0 1 0,0 2-1 0,0-2 1 16,1 4 0-16,0 1 0 0,0 1-2 0,1 2 2 31,1 0-3-31,1 1 3 0,-2 2-4 0,1 1 3 0,0 1 1 0,-1 2 0 0,1-1 2 0,0 1-2 31,-1 1 2-31,1-1-2 0,0 1 2 0,0 0-2 16,1 1 0-16,0 2-2 0,2 1 0 0,1 2-1 16,0 1 0-16,0 1-1 0,-2 1 6 0,1 0-6 0,0 0 2 15,-1 0-3-15,-1-1 11 0,1 3-6 0,-1-2 1 16,0 0-3-16,0 0 1 0,-1 1 4 0,-1-2 2 0,0-1 0 15,1 1-5-15,-1-2 2 0,1 0-4 0,0 0 4 16,0-3 1-16,1 0-5 0,0-2 4 0,1-1-4 16,0-1 2-16,0-1 1 0,0-2-1 0,-2-3 0 15,2 1 5-15,-2-3-2 0,0-2 4 0,-1-3-4 16,1 0 5-16,0-3-7 0,2-3-4 0,0 2-1 0,1-3-6 16,1-2-213-16,1 0-153 0</inkml:trace>
  <inkml:trace contextRef="#ctx0" brushRef="#br1" timeOffset="-209679.84">3038 5399 2218 0,'-10'5'44'0,"0"3"-59"0,3 1-9 0,1 3 7 0,3 1-13 0,3 3 8 15,0 3-1-15,2 3 5 0,2 2 7 0,-8-1 4 32,8 6 4-32,1 1-2 0,0 2 5 0,0 1-3 15,1 1-3-15,1 3 2 0,1 3 4 0,-1 3-4 16,0 0 4-16,1 3-5 0,0 3 8 0,-1 2-5 15,1 2 2-15,-2 4-3 0,1 2 8 0,-1 2-5 16,-1 2-2-16,0 2-1 0,0 1 7 0,0-2-5 16,1 3 1-16,-1-1-3 0,1 1 4 0,0-2-3 15,0 2 2-15,1-2-4 0,0 0 6 0,1 2-2 0,0-1 1 0,0-1-1 16,0 0 2-16,0 2-4 0,2-1 5 16,-1 0-5-16,1 3 6 0,-1-2 0 0,0 1 1 0,1 0-1 15,-2 0-4 1,1-1 6-16,1 1-5 0,-2-2 7 0,1-2 1 0,-1 0-5 15,-1-1 4-15,1-4-5 0,0-2 9 0,-1-2 8 16,0-1-5-16,-1-3 6 0,1-1-5 0,-2-1-8 16,0-4 4-16,-1-1-6 0,0-2 3 0,0-3-7 15,-2-3 2-15,1-1-4 0,1-2-11 0,0-2-69 16,0-2-33-16,1-6-33 0,1-3-334 0</inkml:trace>
  <inkml:trace contextRef="#ctx0" brushRef="#br1" timeOffset="-209062.13">3914 4847 42 0,'-8'3'988'0,"0"1"-419"0,2 1 507 0,2 2-1099 0,3 1-3 16,1 5-19-16,2 3 17 0,0 2 0 0,2 5 6 15,0-1 12-15,-8 2 4 0,8 7 3 0,0 3-1 16,-2 2-2-16,4 5 4 0,-2 3 0 0,2 3 2 16,-2 2-3-16,0 3 3 0,0 3-2 0,1 2 2 15,-1 3 4-15,-1 3-5 16,1 2 2-16,0 2-2 0,1 2 4 0,0 1-3 0,1 2 0 0,0 3 0 0,1-1 0 15,1 2 0-15,1 3 0 0,0 2-2 0,1 1 6 0,-1 1-5 16,1-1 1-16,1 3-2 0,1 1 5 0,-1 0-2 16,1 2-1-1,0-4-1-15,0 2-5 0,0 0 1 0,1-2 1 16,1 2-1-16,-1-5 4 0,0 3 2 16,-1-2 1-16,-1-4 2 0,1 2-4 0,-1-4 1 15,0-1-1-15,-1 0 0 0,3-3-1 0,-3-2 0 16,0 2 1-16,0-4-1 0,0-2 0 0,1 1 4 0,-2-5 1 15,1-4 2-15,0-2-4 0,-2-5 34 0,1-2-16 16,0-6 19-16,-1-2-35 0,1-4-2 0,-1-5-1 16,0-2-1-16,0-4-1 0,-1-4-136 0,2-3-16 0,0-6-65 15,1-2-278-15</inkml:trace>
  <inkml:trace contextRef="#ctx0" brushRef="#br1" timeOffset="-208497.08">5061 4313 2333 0,'-9'1'142'16,"1"2"-10"-16,2 1-13 0,2 2-143 0,1 3-27 0,2 5 12 15,1 3 2-15,1 7 9 0,1 3 17 0,-6 1 10 16,5 8-6-16,-1 3 7 0,0 3-1 0,-1 2-4 15,0 3 1-15,2 3-3 16,-1 2-4-16,0 3 4 0,1 3-2 16,-1 3 3-16,1 0-6 0,0 3 10 0,-1 1-4 15,0 2 6-15,0 1 0 0,-1 4 3 0,1 0-3 16,0 1 2-16,0 4-9 0,0-1 6 0,1 2 1 16,-1 2 3-16,1 0-3 0,1 3 0 0,0 2-1 15,1 0 1-15,0 5-3 0,3-2 3 0,-1 2-3 0,3 0 3 16,0-1-3-16,-1 3 1 0,2-5-2 0,-1 3 2 15,1-1 4-15,1 0-2 0,-1 1-1 0,1-3-1 16,0 3 2-16,0-4 0 0,-2-1 3 0,1 1-2 16,-1-4 3-16,1 0-1 0,0-1 0 0,0-7-1 0,0 1-3 15,1-5 3-15,1-2-4 0,-1-3 4 16,2-4-6-16,-2-4 7 0,0-1-2 0,-1-4 4 0,0-3-2 16,0-3-3-16,0-3 3 0,0-4-3 0,-1-2 3 15,0-5-7-15,-1-1 3 16,0-5-13-16,0-1-82 0,1-6-75 0,-1-3-34 0,1-5-23 0,2-3-264 0</inkml:trace>
  <inkml:trace contextRef="#ctx0" brushRef="#br1" timeOffset="-207896.85">6075 3654 2842 0,'-8'0'64'16,"2"0"-88"-16,6 0-19 0,0 0 11 0,0 1-41 0,-4 23 23 15,10-10 2 1,1 5 14-16,1 4 25 0,-6 2 6 16,4 6-2-16,0 7 2 0,0 2-2 0,-2 2-4 15,2 3 6-15,-2 4-5 0,1 2 5 0,0 4-4 16,-1 2-3-16,1 5 2 0,-2 1 4 0,2 0 3 15,0 3-2-15,-1 2 1 0,2-1 0 0,-1 1 0 0,1 3 2 16,0-3-1-16,1 3 3 0,0 2-1 0,0-2 0 16,2 4-1-16,-1 0 0 0,0 0 2 0,0 3 2 15,-1 1-1-15,1-1-2 0,1 2-1 0,-2 0 0 0,2 0-2 16,-1 2-1-16,2 0 3 0,0 2 0 0,1 1 1 16,1 1-3-16,2 4 2 0,-1-1 0 0,0 0 0 0,-1 1 0 15,1-5 3 1,0 2-3-16,0-2 2 0,0-2 0 0,-1 1-2 15,-1-2-1-15,1-1-1 0,-2 0 2 0,1-5 6 16,-2 3-3-16,-1-5 4 0,1-2-7 0,0 0 2 16,-2-4 3-16,3-2-2 0,-1 0 6 0,1-3-4 0,0-2 1 0,0-3-1 0,0 0 4 0,1-6-7 31,-1-1 0-31,1-4-2 0,-1-5-4 0,1-1 2 16,1-2 1-16,-2-6-3 0,2-1-45 0,-2-6-140 15,1-2-11-15,2-5-72 0,1-2-337 0</inkml:trace>
  <inkml:trace contextRef="#ctx0" brushRef="#br1" timeOffset="-197142.97">2771 5581 2049 0,'-7'0'91'15,"0"0"-28"-15,7 0 2 0,0 0-4 0,-1 0-40 0,0 0-22 16,1 1-1-16,-1-1-5 0,1 1-12 0,-18 8 11 16,18-9 0-16,0 0 4 0,0 1 4 0,0-1 3 15,6 19-3-15,-6-19 1 0,0 0-1 0,0 0-4 16,0 1 4-16,8 15-1 0,-8-16 9 0,0 0 7 15,0 0 2-15,0 0 2 0,0 0 22 0,0 0 31 16,0 0-12-16,0 0 17 16,0 0-26-16,0 0-20 0,0 0 4 15,0 0-12-15,0 0-23 0,0 0 3 0,0 0-4 0,0 0 2 16,0 0-1-16,0 0-10 0,0 0 3 16,0 0-5-16,0 0 10 0,0 1-4 0,0-1 2 0,0 1-1 15,0-1 0-15,-1 19 1 0,1-19-3 0,0 0 2 16,0 0 4-16,3 18 4 0,-3-18 0 15,0 1 3-15,0 21-5 0,0-12 3 0,1 2-2 0,-2 2 1 16,-1 0 0-16,1 3 1 0,-2 2-1 0,1 4 0 0,-2 0-4 16,-1 3 1-16,-1 1 2 15,0 1 1-15,-1 0 1 0,0 2-3 0,-2 1-1 0,0 2-1 0,-1 2 0 16,-1 0 1-16,1 0 2 0,0 0 0 0,-1 0 0 0,1 2-2 16,-1 1 0-16,1 0-2 15,2 1 6-15,-2-2-3 0,2 1 2 0,0 0-2 0,0-1 11 0,2 1-6 16,-1-2 6-1,3-2-5-15,0 0 5 0,-1 1-2 0,1-1 0 16,1 0-1-16,-1 0-1 0,2-3-1 0,0 0-2 16,0-1 1-16,1 0-6 0,1 0 0 0,-1-1 1 0,1-1 1 15,0-1 6-15,0-4-7 0,1-1-1 16,-1-3 0-16,2-2 0 0,-1 0-20 0,1-2-20 16,0-3-5-16,-1-2-113 0,-1-10-34 0,0 1-24 15,1-1-5-15,0 1-101 0</inkml:trace>
  <inkml:trace contextRef="#ctx0" brushRef="#br1" timeOffset="-196513.62">3308 5097 1582 0,'0'0'125'0,"0"0"-84"0,0 0 2 0,0 0-25 16,0 0 17-16,0 0-10 0,0 0 1 0,0 0-4 16,1 1 4-16,8 15 24 0,-9-16-4 0,2 13 9 15,-2-3-7-15,0 2-4 0,-1 1 0 0,0 2-1 16,0 1 3-16,-1 1-5 0,1 1 0 0,-1 2-2 16,0 0-4-16,-1 1-7 0,1 1 3 0,-1 3-5 15,-1 3-4-15,1 4 0 0,-1 4-5 0,0 1 2 0,-1 0-13 16,0 4 3-16,-1 3-2 0,-1 3 2 0,-1 2-2 0,-1-1-7 15,2 3 1-15,-2 0-1 0,2 1 1 0,1 0 5 16,-1-2-5 0,1 2 4-16,-1-1-5 0,2 2 1 0,0 1 2 15,0 0-3-15,0 1 2 0,-1-1-3 16,1 0 2-16,0-1-1 0,0 1 3 0,0-2-2 0,0 1 1 16,-1-1-1-16,0 0 3 0,1 1-4 15,-1-2 1-15,1 0-1 0,-1 1 8 0,1 0-1 0,0-2 3 16,0 0-3-16,-1-1 9 0,1 0-8 0,1 0 6 15,-1-5-6-15,1-1 10 0,-1 1-8 0,1 0 5 0,1-5-3 16,0-2 19-16,0-1-7 0,1-1 1 0,-1 0-3 16,0-2-7-16,1-2 4 0,0-3-1 0,1-3-1 15,0 1-17-15,0-2 2 0,1 2-3 0,2-3 3 16,-1-2-2-16,1-2-8 0,1-3 0 0,1-3-10 16,-1-2-67-16,2-4-105 0,1-2-22 0,0-3-37 15,3-3-193-15</inkml:trace>
  <inkml:trace contextRef="#ctx0" brushRef="#br1" timeOffset="-196031.53">3938 4815 2783 0,'-5'-5'50'0,"0"0"-13"0,5 5 17 16,0 0-93-16,0 0-17 0,0 0-27 0,0 0 14 15,0 13 9-15,2 4 8 0,-1 5 50 0,-7 0 7 16,4 9 5-16,-2 4 0 0,0 2-1 0,-2 4 0 15,2 1 0-15,0 1 2 0,-2 1 16 0,0 3 0 16,0 1-1-16,-1 1 1 0,1 2-5 0,-1 0 7 0,-1 4 5 16,1 0 0-1,-2 2 12-15,-1 0-17 0,0 1 2 0,-2 4-7 0,0 1 2 0,-1-2-11 0,1 2 1 16,0 3-3 0,0-1-2-16,0 1 9 0,0 3-4 0,-1 0 5 15,2 0-5-15,-2 3-3 0,2-1 1 0,1-3-3 16,2 5-4-16,1-2-6 0,-2-1 2 0,3 1-2 15,-2 0 8-15,1-4-11 0,2-1 4 0,-1 1-5 16,1-2 4-16,1-1 0 0,-2 1 3 0,1-4-3 16,0-3 5-16,1-2-3 0,-1-2-2 0,1-5 1 0,1 0-2 15,-1-5-1-15,2-4 1 0,0-5-1 16,1-3 4-16,1-4-3 0,0-2 0 0,2-6-7 0,1-4-71 0,1-5-124 16,0-3-8-1,1-4-45-15,2-4-111 0</inkml:trace>
  <inkml:trace contextRef="#ctx0" brushRef="#br1" timeOffset="-195547.28">4658 4325 2626 0,'0'0'241'0,"0"0"-109"0,0-1 112 0,0 1-391 16,0 0 33-16,0 6-17 0,5 6 92 0,3 5 2 0,-1 9 16 15,-2 5 18-15,-5-2 0 0,5 10 3 0,-1 2-1 16,0 4 2-16,-4 2 0 15,0 2-1-15,0 2-1 0,0 2 0 0,-3 1 19 0,1 2 0 0,-2 3 8 0,0 0 3 16,-1 4 6 0,-2 2-1-16,2-1 4 0,-3 2 4 0,1 1-4 15,-1 3-1-15,1-2-3 0,-1 5-15 0,-2 1-2 16,1-4-2-16,-1 6-1 0,1-2-9 0,0-3 5 16,-1 4-2-16,2 0 3 0,-1-2-10 0,0 4-1 15,1-1 3-15,0-3-2 0,0 3 1 0,1-3 4 16,0-3-6-16,-1 4 5 0,0-3-6 0,0-3 1 15,1 3 3-15,1-4 0 0,-1-3 4 0,2-1-8 16,0-2 2-16,1-5-3 0,-1 0 3 0,2-6 1 0,0-3 1 0,1-2 1 16,1-3 3-16,0-3-1 0,1-6-3 15,0-5 2-15,0-3-5 0,2-3-3 0,0-1-40 16,1-4 6-16,1-3-204 0,1-3-148 0,2-3-75 16</inkml:trace>
  <inkml:trace contextRef="#ctx0" brushRef="#br1" timeOffset="-194980.22">5702 3919 2815 0,'0'0'72'0,"0"0"-111"0,0 0-20 15,5 12-43-15,0-1-4 0,0 5 86 0,1 3 6 0,0 5 9 0,-1 3 9 0,-6-4 11 32,4 8-1-32,-2 4 4 0,0 2 3 0,-1 4 5 0,0 1 1 0,-1 4 3 15,1 2 21-15,-2 2-7 16,0 1 1-16,1 3-5 0,-1 0-9 0,1 0-1 16,-1 2-1-16,0-2 0 0,0 2-6 0,-1 0-5 15,-1 0-2-15,0 3-1 0,0 0-7 0,0 3-1 16,0 1 1-16,-1 1-2 0,0-1-3 0,0 5-4 15,0 0 1-15,0-2-1 0,0 3 9 0,1 2-6 0,0-4 3 16,2 3-5-16,0 0 2 0,0-2-2 0,1 0 3 16,-2 1-3-16,3-2 0 0,0 0 0 0,0 1 2 15,1-3-1-15,-1-2 3 0,-1-1-3 0,0-1-1 0,2-3 0 16,-1-1 0-16,0-2 1 0,0-3 2 0,-2-1 1 16,2-2 3-16,0-4-8 0,2-3 1 0,0-5-2 15,0-2 5-15,1-3-69 0,1-4-17 0,-1-6-26 16,1-5-110-16,-1-5-35 15,1-1-29-15,-4-11-15 0,0 0-244 0</inkml:trace>
  <inkml:trace contextRef="#ctx0" brushRef="#br1" timeOffset="-194480.49">5419 4043 2416 0,'-9'-8'416'0,"2"2"-365"0,-1 0-14 0,8 6-7 16,-1 0-92-16,1 0-51 0,-1 0 10 0,1 0-20 0,0 0 24 0,-14 8 29 15,14 6 5-15,-1 6 12 16,1 4 46-16,-2 5 7 0,-1 3 0 0,1 3 4 0,-1 1 19 16,1 4-3-1,0 2 8-15,0 5-7 0,0 2 17 0,1 4 6 0,0 4-1 0,0 2 3 0,0 3-9 0,-1 6 6 32,1 1-2-32,-1 4 3 0,-1 5-11 0,1-3-9 15,0 3-1-15,0 3-4 0,-1-3-6 0,1 4-8 16,1 0 1-16,-1-3-4 0,0 5 4 0,1-3-2 15,1 1-1-15,-1 3 0 0,0-3 0 0,0 5 3 16,-1-1-2-16,0 1 3 0,0 3-5 0,1-4-3 16,-2 2 3-16,2-2-2 0,0-5 31 0,-1 3 35 0,2-6-11 15,0-3 15-15,-1 0-37 0,1-7-4 16,-1-3-4-16,2-1-2 0,0-6-16 0,-1-3 7 0,0-4-5 0,0-6 4 16,2-2-14-16,-1-5 3 0,0-1-3 0,2-7 2 15,-1-5-6-15,1-4-2 16,-1-2-28-16,-1-5 6 0,1-2-124 0,-1-4 0 15,-1-8-12-15,0 0 2 0,0 0-64 0,0 0-42 0,9-5-54 0</inkml:trace>
  <inkml:trace contextRef="#ctx0" brushRef="#br1" timeOffset="-194065.63">5152 4786 3408 0,'-13'-6'101'16,"-2"0"-34"-16,2 2-69 0,1 3-81 0,4 2-14 0,3 3-26 15,2 4-61-15,2 7 84 0,1 6 6 0,0 8 30 16,2 7 53-16,-2 10 4 0,0 7-1 0,1 3 2 15,-1 5 6-15,-1 5 0 16,1 0 0-16,-2 5 0 0,1 1 0 0,-1-2 0 0,-1 3 1 0,0 1-1 16,0-2 0-16,1 3 0 0,-1 1 1 0,2-2 0 15,-1 4 0-15,0 1 18 0,2 2-3 0,-1 6 8 0,1-1-10 0,1 4-3 32,0 1-3-32,0 1 3 0,0 4-2 0,0-1-7 15,-1 3 3-15,0-3-5 0,1 1 3 0,-1-1 5 16,0-1-3-16,-1 0 4 0,1-5-2 0,-1 2 8 15,1-4-3-15,0-4 3 0,0 1-9 0,1-8-3 16,0 0 1-16,1-6-2 0,0-6 1 0,1-6-3 16,-1-4-3-16,3-8-6 0,-2-3-63 0,1-7-226 0,2-5-17 15</inkml:trace>
  <inkml:trace contextRef="#ctx0" brushRef="#br1" timeOffset="-193547.25">6375 4127 2881 0,'0'0'93'16,"0"0"-106"-16,-4 8-15 0,6 5-9 0,2 7-39 0,1 9 61 15,1 6 5-15,-1 5 7 0,-1 3 3 0,-6 1 0 16,3 7-3-16,0 7 2 15,-1 4-8-15,0 0 6 0,-2 5 3 0,0 3 1 0,0 0 6 0,-1 4 12 16,-2 0-2-16,1-2 7 0,-1 4 14 0,-1 0 1 0,1-1 1 16,-2 3 0-16,-2-2 5 0,2-4 9 15,-2 2-6-15,2-1 5 0,1-3-19 0,-2 3-4 0,1-2-3 16,2-3 0 0,0 3-7-16,0-3-8 0,1 0 0 0,-2 3-4 15,2 0-1-15,0-2-3 0,0 1 2 0,2 1-3 16,1-3-3-16,-1 2 0 0,1 1 1 0,0-5 0 15,1 0-1-15,0 0 1 0,1-3-1 0,0-3 2 16,1-1 0-16,-1-5 0 0,0-3-1 0,2-3 0 16,0-6-2-16,0-4-1 0,1-5-1 0,-1-3 0 0,1-2-9 15,0-5-108-15,2-3-1 0,0-5-49 0,1-2-96 16,1-5-107-16,0-3-58 0</inkml:trace>
  <inkml:trace contextRef="#ctx0" brushRef="#br1" timeOffset="-193043.14">7118 3946 3104 0,'0'0'83'16,"0"0"-118"-16,-1 0-32 0,-11 10-25 0,10 7-40 0,2 8 82 16,0 6 6-16,-1 8 18 0,-1 4 19 0,-5 3 7 0,2 7-1 0,-1 7 1 15,0 1 0-15,-2 0-2 0,1 4 1 0,-1 2-1 0,-2 0 5 16,0 4 21-1,-1 1-2-15,1-3 10 0,-2 5 3 0,0-1 7 0,0-2-1 16,1 7 4-16,-1-1 0 0,0 1-5 0,0 5-5 0,1-2-1 0,-1 0-13 16,-1 4-4-16,1-5 2 0,0 6-2 15,1 0-5 1,-1-2 4-16,1 6-1 0,0-4 4 0,-2 3 7 0,1 0-1 0,0-3 6 0,0 4-4 0,-1-6 5 0,2 1-9 31,-1 1-3-31,2-7-2 0,-1 4-10 0,2-5-4 16,0-2 3-16,1 0-3 0,1-3 0 0,1-6-4 15,-1 3 0-15,2-8 0 0,0-4 7 0,1-2-5 16,0-4-1-16,2-5 1 0,-1-2-2 0,1-4-2 16,1-4 1-16,1-4-1 0,0-3 1 0,0-2-18 0,0-1-28 15,1-5 0-15,1-3-118 0,-1-4-36 16,3-3-6-16,-1-4-19 0,1-3-108 0,2-3 1024 0</inkml:trace>
  <inkml:trace contextRef="#ctx0" brushRef="#br1" timeOffset="-192546.72">7722 4532 2145 0,'-1'-13'370'0,"-1"2"-331"15,2 0-9-15,1 3-12 0,0 2-85 0,-1 6-17 0,0-1-11 16,0 1 2-16,1 0-7 0,16 6 55 0,-13 6 5 16,-1 7 22-16,-1 3 61 0,-2 4-5 0,0 5 7 15,-2 4-10-15,-1 2-16 0,-2 6 4 0,1 4-8 16,-2 3 6-16,1 3-10 0,-1 4 4 0,0 1 3 0,-3 2 1 15,0 5 14-15,-2 1 15 16,-2 0 2-16,-1 6 5 0,0-1 26 0,-1-2-11 0,1 4 3 0,1-1-8 16,-2-1-24-16,1 6-5 15,0-1-3-15,-1-4 0 0,0 4-4 16,0-1 3-16,1-2-2 0,-1 6 2 0,0-2-10 0,1-3-7 16,0 3-3-16,0-3-2 0,1-4-8 0,2 5 10 15,0-2 0-15,2-5 3 0,0 2 0 0,2-3-1 16,-1-3 2-16,1-2-3 0,1-1-2 0,0-4-6 15,1-1-2-15,2-4 0 0,-1-3-5 0,1-3 6 16,0-3-3-16,0-4 4 0,2-3-9 0,0-6 1 16,0-1-1-16,0-4-3 0,1-1-43 0,0-4-109 15,1-3 2-15,0-5-44 0,1-2-41 0,0-3-91 16,-2-7-63-16</inkml:trace>
  <inkml:trace contextRef="#ctx0" brushRef="#br1" timeOffset="-192014.1">8374 4437 3302 0,'0'0'79'0,"0"0"-136"0,0 0-22 0,2 18-35 16,3-2-15-16,0 9 104 0,0 4-7 0,0 8 25 16,-3 4 2-16,-4 0 0 0,1 9 3 0,-2 3-2 15,0 1 2-15,-2 0 2 0,0 1 1 0,-2 1 1 16,0-1-2-16,-2 0 2 0,1 0 2 0,1 1 3 15,-2 0 43-15,-1 1-10 16,1 2 9-16,-2 0-11 0,1 3 0 0,0 2-7 0,0 1-1 0,0 0-3 16,0 4-14-16,-1 0 0 0,0-1-4 0,0 3 3 15,0 1-5 1,0-4-3-16,0 4 3 0,-1 0-3 0,1-1 3 0,0 0-3 16,-1-2-2-16,-1-1-1 0,1-1-1 0,0 1 7 15,-1-1-4-15,0-3 4 0,2 2-2 0,0-4 14 16,3-4 2-16,1-1 4 0,-1-2 5 0,1-3-4 15,-1-2 0-15,3-2-2 0,-1-4-7 0,2-4-4 16,0 0-2-16,1-2-1 0,0-4 1 0,1-3-11 16,0-3 4-16,1-5-6 0,-1 0 3 0,2-2-1 15,-1-3-1-15,0 0-1 0,1-3-1 0,-1-2-4 16,0-3-18-16,1-3 3 0,0 1-84 0,0-8-12 0,0 0-10 16,0 0-4-16,0 1-69 0,0-1-131 0,0 1-38 15</inkml:trace>
  <inkml:trace contextRef="#ctx0" brushRef="#br1" timeOffset="-191646.88">8304 6188 3316 0,'0'0'102'0,"0"0"-31"0,0 0-76 0,-18-4-75 15,18 4-1-15,0 0-26 0,-9 18-14 0,5-1 58 0,0 5-3 16,-2 8 26-16,-2 6 32 0,0 5 7 0,-1-1 3 16,-1 6 1-16,0 1 3 0,-1 4-1 0,-2 2 6 15,1 3-2-15,-3 2 10 0,1 1 0 0,-1 1-7 0,-1 2 5 16,-2-1-11-16,1 0 4 0,0 2 4 0,2-2 1 0,1-1 24 31,1-2 10-31,0-1 2 0,1-4 2 0,-1-1 6 0,2-6-1 0,0-4-6 0,1-3 1 16,-1-3-24-16,2 0-17 0,0-3 4 0,0-6-9 15,1-3-5 1,1-4-2-16,1-2-2 0,0-4-2 0,1 0-28 0,0-3-86 16,0-1-4-16,0-2-34 0,0-1-64 0,5-7-68 15,0 0-36-15</inkml:trace>
  <inkml:trace contextRef="#ctx0" brushRef="#br1" timeOffset="-191362.32">7632 6517 3339 0,'-4'6'56'0,"-1"2"-78"0,0 4-10 0,2 5-21 0,0 4-21 15,2 6 39-15,-1 3-1 0,-1 6 15 0,0 4 17 16,-2 6 1-16,-1 2-1 0,0 2 1 0,-1 0 3 31,-2 1 0-31,0-1 2 0,-3-4-3 0,0 0 2 0,0-4-37 16,-2-2-21-16,0-4-15 0,-1-6-143 0,-2-4-161 15,-3 0 756-15</inkml:trace>
  <inkml:trace contextRef="#ctx0" brushRef="#br1" timeOffset="-190714.86">3134 5485 2816 0,'-14'0'82'0,"2"0"-56"0,-1 1-4 0,2 3 2 0,2 1-35 0,1 3-47 32,0 3 2-32,2 3-7 0,-1 3 25 0,-8 1 19 15,6 6 2-15,-1 5 6 0,1 2 10 0,0 1-8 0,1 1 3 16,0 2-4-16,1 1-2 0,0 2 0 0,1 3-2 15,0-1 3-15,1 0 25 0,0 3 6 0,1 1 10 16,0 2-6-16,1 2 15 0,0 1-7 0,1 1 2 0,0 3-5 16,0 0 2-16,1 1-6 0,-1 0 0 0,2 0-3 15,-2 0-9-15,1-1 1 0,0-2 0 0,0-1 1 0,-1-2-7 16,1-2-3-16,-1-4-5 0,1-2 2 16,0 0-3-16,1-3-1 0,-1-1 2 0,1-5 0 0,0-2 1 15,0-5-5-15,0-1 4 0,0-3-4 16,0-3 4-16,0-2-57 15,0-2-1-15,0-3-22 0,0-4-36 0,0-6-47 0,0 1 5 0,0-1-24 0,0 0-52 16,0 0-382-16</inkml:trace>
  <inkml:trace contextRef="#ctx0" brushRef="#br1" timeOffset="-190413.94">2839 5938 2400 0,'-7'6'91'15,"0"1"29"-15,1 2-111 0,2 5-19 0,0 5-5 0,2 4-1 16,0 4 16-16,2 4-5 0,-1 3 4 0,0 3-4 16,1 3 9-16,-2 2 0 0,0 1 3 0,-2 3-2 15,0-2-1-15,1 0 22 0,-1 2-4 16,1 1 12-16,-1 2-1 0,0-2-3 0,0 1 2 0,0 1-2 0,-1 0 3 15,2 1 10-15,-1-3-6 0,1-4 8 16,0 0-8-16,2-4-1 0,-2-2-4 0,2-5 0 0,1-4-23 0,-2-2-4 16,1-1 1-16,1-2-3 0,1 0-6 0,0-4-3 31,0-2-39-31,0-3 6 0,1-2-196 0,2-2-140 16,-1-2-65-16</inkml:trace>
  <inkml:trace contextRef="#ctx0" brushRef="#br1" timeOffset="-187065.49">8005 4078 2544 0,'0'0'97'0,"0"0"-73"0,0 0-27 0,-1 0-37 16,0 0-65-16,-15 12 50 0,16 0-1 0,-1 4 28 16,0 2 22-16,-4-2-21 0,3 8-17 0,-2 3-8 0,0 2-109 15,-4 3-249-15</inkml:trace>
  <inkml:trace contextRef="#ctx0" brushRef="#br1" timeOffset="-184265.22">2234 3850 102 0,'0'0'119'16,"0"0"-56"-16,0 0 63 0,0 0-138 0,0 0-2 0,0 0 2 16,0 0-16-16,0-1-13 0,1 1-6 0,0-1-97 15</inkml:trace>
  <inkml:trace contextRef="#ctx0" brushRef="#br1" timeOffset="-183763.15">2312 3744 800 0,'0'0'36'0,"0"0"78"16,0 0-123-16,0 0 9 0,0 0 1 0,0 0 2 15,0 0-3-15,0 1 4 0,6 20-5 0,-6-20 1 16,0-1-14-16,2 25-96 0,-2-15-27 0,-1-1-32 16,0 2-153-16</inkml:trace>
  <inkml:trace contextRef="#ctx0" brushRef="#br1" timeOffset="-182998.36">2332 3791 1229 0,'0'0'64'15,"-1"0"119"-15,1 0-187 0,-1 0-14 0,1 0-2 0,0 0-3 0,-1 0 1 0,1 1 7 32,0-1 2-32,-1 20 2 0,1-20 9 0,0 0 25 15,6 20-6-15,-6-20 13 0,4 17-8 0,-3-7 2 16,1 1 1-16,0 1 1 0,-1 0 1 0,1 0 3 15,-1 1-3-15,0 0 1 0,0 1-11 0,-1 1-2 0,1 1 1 16,-2 0-2-16,0-1-1 0,0 2-6 0,0 2-3 16,1 0-1-16,0 1-2 0,-1 1 2 0,-1 0-1 15,1 0 1-15,0 1-3 0,0 0 2 0,1 1 1 0,-1 0 0 16,0 2-2-16,1-1-1 0,-3 2 1 0,2-1-1 16,-2 0 0-16,1 0 2 0,1 0-1 0,-1-1 1 15,1 1 1-15,-1 1-3 16,1 0 0-16,0 0 0 0,-1-1-3 0,1 0 3 0,1-1 1 0,-1 1 2 15,0-1-4-15,1 1 3 0,0 0 1 0,0 1 2 16,0-1-1-16,-1-1-5 16,0 0 0-16,1 0-2 0,0-1 6 0,2 1-4 15,-2 0 1-15,1-1-3 0,-1 1 4 0,1-1 0 16,1-1 2-16,-1-1-2 0,1-2-1 0,-1 1 2 16,1 0-2-16,0 0 5 0,0 2-10 0,1 0 5 15,-3 0-1-15,2 0 3 0,-1-1 0 0,1 0 0 16,0 2-2-16,0-1 1 0,-1 2 1 0,0 1 1 15,1 0-2-15,-2 1 0 0,0 0-4 0,0 1 4 0,-1-2 4 0,1 0 0 16,0 0-8-16,0 0 5 16,0 0-2-16,1-1 3 0,0-1 1 0,1-1-6 0,0-2 0 15,-1 0-1-15,2 0 10 0,-2 1-10 0,2 0 4 16,-2-1-7-16,2 1 9 0,-1-1 2 0,0-2-1 0,1-1 0 16,-1-1-2-16,0 0 0 0,0-1-2 0,0-2 1 15,-1 0-2-15,1-2-4 0,1 0-5 0,1-1-10 16,0-2-130-16</inkml:trace>
  <inkml:trace contextRef="#ctx0" brushRef="#br1" timeOffset="-181978.28">2352 3743 1863 0,'0'0'15'0,"-1"0"-20"0,1 0 5 16,0 0-79-16,0 0 17 0,0 0 4 0,0 0 36 15,0 0-5-15,20 0 11 0,-19 0 12 0,0 0 12 0,16 0 1 16,-17 0 3-16,16 3-10 0,-6-2 13 0,0 0 6 0,1 0 3 15,-1-1 19 1,1 1-14-16,-1-1 2 0,1 0-4 0,1 0 13 0,0 0-6 0,0-1 1 0,0 0-5 16,2-1-11-1,2 1-1-15,2-1-9 0,2-1 4 0,0 0-14 0,0 0 2 16,1 0 3-16,0 0-2 0,-1 0-2 0,-1 0 1 16,-1 1 1-16,1-1 0 0,0 2-2 15,3-1 0-15,1-1 2 0,1 2 0 0,1-1-2 16,0 1 0-16,-1-1-2 0,0 0 2 0,0 2 0 0,1-1 0 15,2 1 0-15,2 0-1 0,0 0 5 0,1 1-4 16,-2 2 2-16,-1 0-3 0,-2 0-2 0,2 1 4 16,1 0 1-16,0 0 0 0,3 1 3 15,-2 0-5-15,-2 0 0 0,-2 0-2 0,1 0 0 0,0-1 2 16,0 2 0-16,3-1 1 0,0-1-4 0,-1 2 2 16,1-2-2-16,-4 0 3 0,3 0 0 0,-2-1 0 15,3 1 3-15,1-1-1 0,-1 0 5 0,1 1-5 0,-2-1-3 16,-1 1 1-16,0 0 1 0,1 1-2 0,1-2 0 15,0 2-1-15,1-1 0 0,-1 0 2 16,-2 0 3-16,-1 0-2 0,-1 1-6 16,3-1 4-16,1 0 0 0,1-2 3 0,2-1 5 15,-4-1 7-15,1 1-3 0,-1-2 4 0,1 1-6 16,0 0 6-16,0-2-3 0,1 2 4 0,-2-3-4 16,-2 2 0-16,0 1-2 0,-2 0 1 0,-1 3-4 15,3-2 0-15,0 0-3 0,1 2 1 0,0 0-2 16,-3-2 0-16,0 2-1 0,0-1 1 0,0 1-4 15,1 0 1-15,0-1 4 0,2 0-2 0,1-1 5 0,-1 0-7 16,-2-1 3-16,-2 0-3 0,0 0-1 0,-1-1 1 16,0 1 0-16,1-1 0 0,1 0 1 0,-1 1 23 15,1-2-8-15,-4 2 11 0,0 0-14 16,-2 0 0-16,0 0-2 0,-2 0 0 0,0 1-7 0,0-1-3 16,0 2 1-16,1-1 0 0,-1 0 5 0,1-1-7 0,-2 1 4 15,0-1-4-15,-2 1 9 0,0-1-1 0,-1 1-5 16,-1-1 3-16,-2 0-9 0,0 0-3 0,0 0-8 15,-2 0-6-15,2 0-116 0,-1 0-173 0</inkml:trace>
  <inkml:trace contextRef="#ctx0" brushRef="#br1" timeOffset="-180978.3">5305 3973 3319 0,'-7'-5'5'0,"7"5"-14"0,0 0-57 0,-1 0-5 0,1 0 56 0,-6 9-60 0,9 4 37 0,1 2-98 0,-6 1 97 0,5 8 31 0,-1 4 2 16,-1 6 4-16,0 3-6 16,-2 4 5-16,1 3-5 0,0 2 4 0,-1 4-2 0,-1 2 0 0,1 3-1 15,1 4 5-15,-1 1 0 16,0 2-1-16,1 5 2 0,-2 1 7 0,1 3-7 16,0 2 3-16,0 0-4 0,1-3 3 15,-2 2 4-15,2-1-2 0,-3-2 2 0,1 4-5 16,-1-1 0-16,1-1 0 0,0 4 0 0,-1-1 2 15,0-1-2-15,0 4 4 0,-1-2-4 0,1-2 7 0,-2 3-7 16,1-1 6-16,0-1-1 0,-1 4 47 0,1-1-26 16,0-3 14-16,1 1-20 0,1-2 1 15,-1-4-3-15,3 3-4 0,0-4 1 0,0-2-8 16,0-1 1-16,2-4-2 0,-2-4 2 0,1-2-2 16,1-5-4-16,0-2 2 0,0-5-3 0,0-2 8 0,1-4-6 0,-1-3 3 15,1-5-4-15,0-2-3 16,0-6-64-16,-2-1-10 0,0-6-26 0,0-3-105 0,-1-11-53 0,0 0-20 15,0 1-19-15,0-1-149 16</inkml:trace>
  <inkml:trace contextRef="#ctx0" brushRef="#br1" timeOffset="-180581.23">4965 4318 3073 0,'-12'-15'530'0,"3"5"-520"16,0 1 5-16,9 9-44 0,0 0-71 0,-1 0-4 15,0 0 10-15,-6 21 1 0,9-3 60 0,2 12 17 0,-1 6 2 16,0 9 6-16,-1 6 3 0,0 7 5 0,-1 4-3 15,1 8 4-15,-1 2-5 0,2 7 7 0,-2 5-6 16,1 1 6-16,-1 4-8 0,0 4 1 0,0 1 4 16,0 4-1-16,-2 0 2 0,-1 1 1 0,1-2-2 0,-2 1 1 15,2-1-3-15,0-1 6 0,1 0-2 0,0-2 3 32,0 1 1-32,0-2-6 0,0 1 5 0,1-6-4 15,0-1 6-15,-1-2 2 0,1-4-5 0,-1-1 3 16,1-3-7-16,0-5 6 0,-1 1-2 0,0-6 3 15,0-3-7-15,1-5 1 0,0-3 3 0,1-8-1 0,-1-2 1 0,2-7-63 16,-1-5-25-16,1-6-21 0,0-4-148 0,-1-6-77 16,0-5-28-16</inkml:trace>
  <inkml:trace contextRef="#ctx0" brushRef="#br1" timeOffset="-180177.88">4745 4394 3229 0,'-15'-9'575'0,"1"0"-621"0,0 0-97 0,3 3 201 0,1 3-103 15,10 3-50-15,0 0 9 0,-8 13-19 0,8 0 41 16,1 10 36-16,0 7 4 0,0 11 10 0,-1 7 9 0,-1 9-1 16,0 5 1-16,0 7-1 0,1 5 4 0,0 7 0 15,1 3 0-15,1 5 0 0,0 4-1 0,0 1 3 16,1 3 0-16,-2 3 2 0,1 3 0 0,-1 2-2 16,0 2 1-16,-1 0-1 0,2 0 8 0,-1 0-5 0,-1 0 2 15,2-3-4-15,0-1-7 0,1-2 10 16,-1-3-4-16,1 0 8 0,1-3-6 0,-1 0-2 0,0-1 3 15,1-3-2-15,-1-2 1 0,2-3-2 16,-2-1 0-16,1-5-3 0,0-2-29 0,0-5-88 0,0-3 4 16,-1-8-36-1,0-4-33-15,-1-8-26 0,0-6-6 0,-2-8-13 0,0-7-93 0</inkml:trace>
  <inkml:trace contextRef="#ctx0" brushRef="#br1" timeOffset="-179798.34">4366 4993 1694 0,'-14'-6'280'0,"1"1"1104"0,4 3-1379 0,1 2-77 15,1 2 2-15,4 6-28 0,1 5 12 0,2 8 45 0,-1 7 5 0,2 11 13 32,-1 8 20-32,0 10 1 0,2 5 0 0,-2 7 1 15,0 2 1-15,2 5-1 0,-1 5-3 0,3 3 2 16,1 4 3-16,0 4 0 0,1 1 2 0,0 4-3 0,0 2 7 0,1 5-5 16,-2-1-1-16,0 3-1 15,0-3-4-15,0 0 10 0,-2-1 0 0,1-4 3 16,1 0-5-16,-1-5 14 0,0-2 13 0,1-5-1 15,0-1 32-15,-2-2-9 0,0-4-9 0,0 0 3 16,0-3-23-16,-1-5-6 0,0 0-4 0,0-3-1 16,1-4-10-16,0-1-1 0,0-4 3 0,2-5-3 15,1-4-2-15,1-5-20 0,-1-4-27 0,2-5-4 0,0-5-147 0,0-2-176 16,1-4-49-16</inkml:trace>
  <inkml:trace contextRef="#ctx0" brushRef="#br1" timeOffset="-176628.61">3043 3954 1784 0,'-9'-1'113'0,"1"1"-15"0,0 0 1 0,1 2-68 16,-1 1-32-16,0 1-10 0,-1 3 0 0,-1 2-5 16,-3 3-2-16,-4-3 16 0,2 6-3 0,0 2 6 15,-1 1 4-15,-2 1 5 0,0 2 4 0,-1 1 0 0,-1 1-4 32,-1-1-9-32,1 2 0 0,0-2-2 0,2-1 1 15,0-1 1-15,1-2-1 0,1-1 2 0,0-2-4 16,3-3-20-16,1-3-24 0,3-4-4 0,-2-3-133 15,2-3-120-15</inkml:trace>
  <inkml:trace contextRef="#ctx0" brushRef="#br1" timeOffset="-176414.81">2636 4030 814 0,'4'-14'189'0,"1"0"-53"16,0 3-7-16,0 1-15 0,0 3-22 0,1 3-34 0,0 3-4 16,0 1-13-16,1 0-33 0,1 4 4 0,0 0 3 15,1 3-1-15,1 2-5 0,0 2 5 0,2 1-2 16,0 3 3-16,1 0-4 15,0 3-7-15,1 0-1 0,-1 2 1 0,1 0 14 0,-3-1 16 0,1-1-1 0,-2-1 5 16,0-1-3-16,-3-1-6 0,1 0-3 0,-2-2-3 16,0 2-12-16,-2-2-2 15,0 0 1-15,0 0-2 0,0-1-4 0,-2-2-55 0,0 0-18 0,0-2-24 16,-1-2-158 0</inkml:trace>
  <inkml:trace contextRef="#ctx0" brushRef="#br1" timeOffset="-176215.33">2770 4418 2376 0,'-4'7'59'0,"-2"2"-68"0,1 2-4 15,2 5-13-15,0 1 37 0,-1 3-7 16,0 2 4-16,-2 1-7 0,-2 1-1 0,0 0 6 0,1-1-1 0,-4-2 3 15,1 0-4 1,-2-2-16-16,0-1-33 0,0 1-3 0,-1-3-188 0</inkml:trace>
  <inkml:trace contextRef="#ctx0" brushRef="#br1" timeOffset="-176031.23">2564 4405 1005 0,'6'6'93'0,"2"2"344"0,4 4-448 0,3 3 44 16,3 3 2-16,1 2 15 0,1 1-8 0,-1 1-20 15,-1 0 3-15,0 0-3 0,-1-1 30 0,-2 0-26 16,2-1 3-16,-2-2-12 0,0-1-11 0,0-1 7 16,-1-1-5-16,0 0 5 0,-2-1-9 0,-2-3-149 15,0-1-28-15</inkml:trace>
  <inkml:trace contextRef="#ctx0" brushRef="#br1" timeOffset="-175781.96">3234 4409 2983 0,'-9'1'311'0,"-1"3"-265"16,2 1-44-16,-2 3-41 0,1 2 3 0,0 1 1 0,-2 4 3 15,-2 7-1-15,-3 2 11 16,-2 7 8-16,-1-1-14 0,0 0 0 0,0-1-118 0,-1-4-94 16,2 1-11-16,-2-1-34 0,2-1-127 0</inkml:trace>
  <inkml:trace contextRef="#ctx0" brushRef="#br1" timeOffset="-175581.51">2976 4374 1866 0,'0'0'321'0,"0"0"-333"0,10 12 24 0,0-1-62 16,5 4 51-16,1 2 14 0,2 0 3 0,1 4-3 0,-2-2-9 15,0 3-5-15,0 1 3 0,-1 0-2 0,-1-1 11 16,-2-2-6-16,0 0 3 0,0-3-10 0,-1-1-56 16,-1-2-109-16,0-2-8 0,-2 0-44 0,1-4-148 0</inkml:trace>
  <inkml:trace contextRef="#ctx0" brushRef="#br1" timeOffset="-175348.04">2919 4885 2602 0,'-9'4'122'0,"-2"3"257"0,1 3-421 0,0 3 15 0,0 3 0 0,2 1 7 16,-2 0 14-16,0 0-2 0,0 1-1 0,-1-2 2 31,1 0 6-31,1-4-101 0,0-3-3 0,1-1-45 15,0-2-100-15,2-2-83 0,-2-2-73 0</inkml:trace>
  <inkml:trace contextRef="#ctx0" brushRef="#br1" timeOffset="-175181.39">2601 4753 1881 0,'0'0'19'0,"0"0"-31"0,0 0-5 0,11 12-5 0,-1-4 6 0,4 5 9 16,1 2-2-16,2 3 5 0,2 2 0 0,0 2 4 15,0 1-2-15,0 3 3 0,-1 0 1 0,1 2 0 0,0-2 1 32,1-4-1-32,0-2-2 0,0-4-4 0,0-2-2 0,-1-3-4 0,1-2-21 0,-3-3-108 0,1-1-7 15,-1-4-72-15,1-2-432 0</inkml:trace>
  <inkml:trace contextRef="#ctx0" brushRef="#br1" timeOffset="-174948.23">3748 4258 3343 0,'-7'0'67'0,"1"4"-91"16,-1 2-3-16,0 6-28 0,-1 1 11 15,0 2 17-15,-2 4 4 0,-2 4 4 0,-1 2 10 0,-2 1 0 16,0-1-28-16,-1-1 6 0,1 0-130 0,-3-1-87 0,-1 1-18 0,-2-1-46 31,-1-4-301-31</inkml:trace>
  <inkml:trace contextRef="#ctx0" brushRef="#br1" timeOffset="-174798.42">3412 4220 1822 0,'0'0'315'0,"6"10"-351"0,1 1 23 0,5 8-52 15,3 3 32-15,5 5 22 0,2 2 3 0,1 0 6 0,0 0 7 16,-1 0 2-16,0-1-39 0,-2-1 5 0,2 1-223 0</inkml:trace>
  <inkml:trace contextRef="#ctx0" brushRef="#br1" timeOffset="-174543.37">4259 4086 1431 0,'3'10'77'0,"-1"3"-41"0,1 1 2 0,-1 3-5 16,-1 1 40-16,-1 1-10 0,-1 1-3 0,-1 1 0 15,-3 1 4-15,-1 1-9 0,-3 0-1 0,0 0-4 16,-1 0-22-16,0-1-6 0,-2-2-1 0,-1-2-2 16,-1-1-6-16,-3-2-2 0,-1-1-8 0,-1-3 1 15,0-1-45-15,-1-2-141 0,-1-3 6 0,0-3-54 16,2-3 7-16,2-5 195 0,3-4-60 0,2-5 219 0,3-4 1373 16</inkml:trace>
  <inkml:trace contextRef="#ctx0" brushRef="#br1" timeOffset="-174364.66">3948 4291 1509 0,'-9'-39'-128'0,"4"21"318"0,1 3-102 16,-1 1-8-16,3 3-27 0,-1 2-14 0,3 2-35 15,0 7-4-15,0 0-12 0,0-1-39 0,0 1 32 16,0 0-7-16,20 7 15 0,-10 3-5 0,3 6 14 16,2 1-6-16,3 5 8 0,1 2-4 0,2 4 2 15,1 1 5-15,0 0-2 0,-2 0 1 0,2-1-2 16,1-2-1 0,-1-1 0-16,1 1 2 0,-2-4-6 0,0 0-27 0,-1-6 2 15,-3-2-127-15,-2-3-24 0,-2-3 15 16,-1-2-7-16,-3-2 109 0,-3-4 49 0,-6 0 1 15,1 0 10-15,10-12-47 0</inkml:trace>
  <inkml:trace contextRef="#ctx0" brushRef="#br1" timeOffset="-173998.82">3900 4057 12 0,'-5'6'913'0,"-1"3"-397"0,0 1 475 0,-3 3-1011 16,1 3 8-16,-2 1-1 0,-2 2 18 0,0-1 0 0,-1 2 2 16,-2-1-9-16,-4-5 6 0,5 2-3 0,-1-3 3 15,0 1-24-15,-1-4-128 0,-1 0-14 0,-2-2-56 16,0-3-226-16</inkml:trace>
  <inkml:trace contextRef="#ctx0" brushRef="#br1" timeOffset="-173865.39">3532 3970 1777 0,'0'0'233'0,"0"0"-192"16,0 0 16 0,0 0-73-16,0 0 2 0,14 10 6 0,-4-2-1 0,3 3 3 15,2 3-1-15,0 3 10 16,0 5 1-16,2 3 4 0,-2 4 2 0,3 3-4 15,0-1 2-15,1-1-8 0,1 1-83 0,-1-1-229 16</inkml:trace>
  <inkml:trace contextRef="#ctx0" brushRef="#br1" timeOffset="-169270.47">8551 3516 2528 0,'0'0'116'0,"0"0"-45"0,-1 0-23 16,1 0-78-16,0 0-49 0,0 0 39 0,1 0 1 16,-1 0 21-16,22 0 9 0,-17 0 4 0,5 6-5 0,-1 1 5 15,-1 0 1-15,2-1 10 0,-2 3 6 16,3 1 0 0,-1 0 13-16,0 2 3 0,1-2-6 0,-1 1 5 15,2 1-1-15,-1-1-11 0,2 3 6 0,1 0-8 16,0 0 2-16,2 0-5 0,0 0 1 0,1 0-2 15,-1 2 5-15,2-2-2 0,-2 2 2 0,1-2-2 16,0 1 4-16,1 2-16 0,-1-1 6 0,1 3-8 0,0 0 10 0,1 1-1 16,-1 1-2-16,1 0-1 0,-2 1-4 0,0-1 0 15,-2 0 3-15,-1-1-1 0,0-2 5 0,-1 1-6 16,-1-2 3-16,-1 0-2 0,0 1 2 0,-2-2-1 16,1 0 0-16,-1-1-1 0,1-2 7 0,-2 1-6 15,1-2 3-15,0-1-4 16,0 1 0-16,-1-2 4 0,-1 1-3 0,1-2 2 15,-3-1-3-15,0-2 10 0,0 0-2 0,-1-1 4 0,-1-1-3 0,-3-4 1 16,0 0 6-16,0 0-3 0,0 1 6 0,0-1 8 0,0 1 1 16,0-1 4-16,0 1 7 0,0-1-17 0,0 0-3 15,0 0-6-15,0 0-27 0,0-1-11 0,0 1-5 16,0-1 0-16,-18-19-9 0,12 14 8 16,0 0-3-16,-1-1 5 15,0 1 2-15,-2-1-3 0,-1-1 9 0,1 0-5 16,-1 0 12-16,0 1 3 0,2 0-1 0,-1 1 3 15,1 0 7-15,0 0-1 0,0 0 0 0,1 1 1 16,2 0-4-16,-1 1-1 0,6 4 0 0,0 0 0 16,-1-1-2-16,1 1 1 0,-16-14-2 0,16 14 1 0,0 0-4 15,0 0 2-15,-1 0 2 0,1 0-1 16,-1 0 5-16,1 0 3 0,0 0-2 0,-1 0 3 0,1 0-1 0,-1 0-1 16,1 0 0-16,-17 3-1 0,17-3 2 15,0 0 3-15,0 0 1 0,0 1 0 0,0-1-2 0,0 0 10 16,0 1-2-16,-3 17 5 0,3-18-5 0,0 0-3 15,0 1 1-15,0-1-2 0,9 21-1 0,-9-21-2 16,1 0-3-16,11 18 1 16,-12-18-2-16,11 13 1 0,-4-5 1 0,0-1 0 15,2 1-3-15,1-1 3 0,1 0-2 0,0-1 2 16,1 1-1-16,1-2 3 0,1-1-1 16,1 1 0-16,-2-1-1 0,1 1-1 0,-1-1 5 0,0 1-3 15,0-1 4-15,-2-1-3 0,1 0 0 16,-1 0 0-16,1 0 3 0,-1-1 0 0,-1 0 1 0,-1-1 1 15,-1 0 7-15,-1 0 17 0,-1-1 1 0,-6 0 5 16,0 0 3-16,1 0 12 0,0 0-4 0,-1 0 10 0,0 0 7 16,0 0-12-16,1 0 0 0,0 0-7 15,-1 0-17-15,0-1-8 0,3-20 1 0,-6 12-3 0,1-1 1 16,1-2-39-16,-1-3-3 0,1-5-18 0,0-3-52 16,3-7-115-16,1-5-38 0,4-7-49 0,3-3-354 0</inkml:trace>
  <inkml:trace contextRef="#ctx0" brushRef="#br1" timeOffset="-167425.55">10005 4006 2059 0,'-3'-8'112'0,"1"1"-15"15,0-1 0-15,2 0-76 0,1-1-21 0,0-1-1 0,0 1 0 16,0 0 2-16,1 0 7 0,-7-4 1 0,5 5-2 16,-1 0 2-16,-1 1 5 0,0 0-6 0,-1 0 4 0,-1 0-4 15,-1 0 2-15,0 1-5 0,-1 1-2 0,1-1-1 16,0 2-2-16,0 0-3 0,5 4-2 0,-1 0-1 15,0 0-7-15,-19-6-6 0,20 6 5 0,0 0-5 16,-17 12 8-16,11-5-6 0,-1 1 2 0,0 2-2 16,2 1 14-16,-1 4 2 15,1 0-3-15,-1 4 3 0,1 0 1 0,0 2 0 0,2-1 1 0,2-1-1 0,-1-2 0 16,3-1 7-16,0-1-2 0,2 0 3 0,0-2-7 16,1-3 2-1,1-1-1-15,1-3 2 0,1-1-2 0,0-3 6 16,1-2-1-16,1-1 3 0,1-3 0 0,1-3 6 15,1-3-3-15,1-4 3 0,0-2-20 0,1-1-16 16,-1 0 4-16,-1-1-5 0,-1 0 21 0,-1 0 7 16,-1 1 1-16,-1 0 2 0,-2 0 1 0,0 0-5 15,-1 0 3-15,0 0-4 0,0 2 4 0,-1 1-4 16,-1 1 1-16,0 4-2 0,-2-1 5 0,0 4 6 0,-1 6 2 16,0-1 0-16,0 1 7 0,0-1-15 0,0 1-2 0,0 0-6 15,0 0-14-15,-1 0-7 0,1 0 4 0,-1 0-4 16,-16 17 8-16,14-5 2 0,-1 1 4 0,0 4-2 15,-1 1 9-15,2 0-1 0,-1 2 0 0,1 0 0 16,0 0 1-16,1-1 0 0,1 0-3 0,1-1 2 16,1-3-7-16,2 0-22 0,0-3-23 0,2-1-7 15,-1-1-130-15,1-4-54 0,0-1-49 0</inkml:trace>
  <inkml:trace contextRef="#ctx0" brushRef="#br1" timeOffset="-167065.81">10161 3790 2589 0,'0'0'47'0,"0"0"-97"16,0 0-6-16,-8 16-21 0,9-7 48 0,2 1 31 15,-1 4 3-15,0 0 7 0,0 1-5 0,0 1-2 0,-1 0 0 16,1-1-2-16,0 2-3 0,-1-1-1 0,1 0 1 0,-1-2 0 15,-1 0 8-15,0-1-1 0,0 0 2 0,-1-2-1 16,-2-1 5-16,1-1 1 0,0-2 2 0,-2-1-1 16,0 0 5-16,4-6 6 15,0 0-4-15,0 0 4 0,0 0-18 0,-1 0-1 0,-15-3 2 0,16 3 0 16,0-1 11-16,-8-17 9 0,6 10-2 16,2-2 7-16,-2-1 13 0,2-2-7 15,0-1 1-15,2-2-6 0,1-1-18 0,2-2-5 16,1 1-3-16,2-1-1 0,2 2-10 0,1 3-3 15,-1 0 3-15,1 4-2 0,-1 1 4 0,-2 2-1 16,0 1-2-16,1 1 0 0,-3 1-4 0,1 2-29 16,0-1-9-16,-1 1-12 0,-1 0-75 0,2 0-41 0,0 1-8 0,-1-1-15 15,2 2-70-15</inkml:trace>
  <inkml:trace contextRef="#ctx0" brushRef="#br1" timeOffset="-166682.06">10318 3930 2365 0,'0'0'72'0,"0"0"65"16,0 1-188-16,-3 19 39 15,3-20-2-15,0 0 16 0,10 18 13 0,-10-18 0 0,0 0 0 0,1 0 0 16,18 9-9-16,-19-9 2 0,1 0-1 0,23-5 2 0,-14 1 7 16,2-3-20-1,-1-1-2-15,1-2-9 16,-2-1-32-16,1 0 10 0,0 0 3 0,-3-1 6 0,0 1 30 0,1 0 9 15,-4 1-1-15,0 0 5 0,0 0 5 0,-3 0 5 16,-1 1 2-16,-1 1 0 0,-2 1 7 0,0 1 0 16,-1 0 1-16,-1 0-1 0,-1 1-4 0,0 0-12 15,-1 1-3-15,-1 1-4 0,-1 0-10 0,0 2-15 16,-1 0 3-16,-1 1-8 0,0 2-1 0,-1 2-6 16,1 0 0-16,0 2-3 0,0 1 4 0,1 3-1 0,0 1 4 15,-1 3-4-15,1 2 4 0,1 0 9 0,-1 1 0 16,3-1 6-16,-1 1 12 0,3 0-2 0,1 0-3 15,2-1 0-15,2-2-7 16,2 0 1-16,1 0 4 0,3-2-2 0,0-2 4 0,1-1 4 0,1-1-1 0,0-1 2 16,1 0-13-1,-1-1-78-15,1-1 7 0,1-2-34 0,1-3-30 0,2-1-147 0,0-3-118 0</inkml:trace>
  <inkml:trace contextRef="#ctx0" brushRef="#br1" timeOffset="-166165.56">10716 3813 2395 0,'-6'-5'72'0,"0"-1"12"0,2 2-96 0,0-1 7 16,4 5 3-16,0-1 2 0,-1 1 13 0,-16-15 6 0,17 15-3 15,-1 0 2-15,-16-5-16 0,17 5-7 0,0 0 0 16,-19-1-3-16,19 1 1 16,-1 0-2-16,-20 10-3 0,13-4 1 0,-1 1 2 0,0 2 1 0,0 1 4 0,-2 3-3 15,1 2 9-15,-1 3 1 16,-1 1 3-16,0 1-1 0,2-1 1 0,-1 0 2 0,3 1-4 0,2-3 3 31,0-1-7-31,3-2 1 0,2-3 3 0,0 0-3 16,3-3-1-16,1-2 7 0,0-1-4 0,3-3 6 0,0 0-8 15,1-2 16-15,1 0-5 0,1-3 8 16,0-1-7-16,1-1 8 0,2-2-6 0,-1-1 4 0,0-2-14 0,1-2-2 16,0-1 1-16,-1-1-1 0,1-1 6 0,-2 1-3 15,1-1 2-15,-2 0-1 0,1 1 2 0,0 0-3 16,-2 0 1-16,0 1-3 16,-1 1 8-16,-2 2-4 0,0 2 1 0,-1 1-1 0,-4 7 4 0,0 0 8 15,0-1 1-15,0 1 2 0,0-1-7 0,0 1-15 16,0 0 4-16,0 0-6 0,0 0 1 0,0 0 0 15,-10 12-1-15,6-3 1 0,0 2 2 16,3 2-2-16,-2 2 4 0,1 0-3 0,0 2 3 0,1 1-1 0,1-1-4 0,1 1 1 31,2-2-5-31,0-1 5 0,1 0 1 0,0-3 1 16,2 0-4-16,0-1-103 0,0 0 0 0,1 0-43 0,1-2-87 0,1-1-232 0</inkml:trace>
  <inkml:trace contextRef="#ctx0" brushRef="#br1" timeOffset="-165698.87">10983 3593 2359 0,'0'0'405'0,"0"0"-367"0,0-1 23 0,0 1-76 15,-1-1-31-15,0 1 46 0,1 0-8 0,-1 0 21 16,-16 2-2-16,17-2-7 0,-12 11 0 0,5-3-3 0,-1 1-1 16,0 3-6-16,-2 2 0 0,0 1-1 0,0 2 3 15,-1 3-3-15,-1 1 6 0,-1 4-4 0,0-1 11 0,0 2 0 16,0 1 0-16,1 3 1 0,-1 1-1 0,1 2-4 16,0 1-2-16,2-2-1 0,1-2 1 0,4 0 2 15,1-3-1-15,2 0-1 0,2-1-6 0,4-4 6 16,1-1-5-16,3-3 5 0,2-2-8 0,0-3 3 15,1 0 3-15,0-3 0 0,1 0 8 16,-1-2-13-16,0-2-8 0,0 0-4 16,0-1-32-16,-1 1-15 0,1-2-12 0,-3 0-5 15,2-2-74-15,0 0-115 0,0 1-34 0</inkml:trace>
  <inkml:trace contextRef="#ctx0" brushRef="#br1" timeOffset="-164115.33">11180 3639 964 0,'0'0'477'0,"0"0"222"16,0 0-8-16,0 1-711 0,0 16-23 0,3-6 55 0,-1 0 3 16,0 2 6-16,-1 1 6 0,-4-3-8 0,1 7 1 0,1 2-4 15,0 1-11-15,-2-2 0 0,0 1 0 0,0 0 0 16,-2-1 4-16,0 1-6 16,1 0 3-16,0-3-3 15,0 0 1-15,-1-3-26 0,1-2-15 0,1-2-8 16,2-2-83-16,1-8-44 0,0 0-11 0,0 1-16 15,0-1-92-15</inkml:trace>
  <inkml:trace contextRef="#ctx0" brushRef="#br1" timeOffset="-163905.46">11303 3569 2426 0,'0'0'77'0,"0"0"59"0,0 0-161 0,0 0 29 16,0 1-4-16,7 22 12 0,-5-13 4 0,-2 2 2 15,1 6-1-15,-1 0-1 0,-1 2-10 0,1 3 0 0,-2 0 3 16,-1 2-2-16,1 1 1 0,-1 0-4 0,0-1 3 16,-1 0-4-16,0 0-2 0,-1-1 5 0,1 1-3 15,-1-3 2-15,1-2-9 0,0-3-73 0,1-1-10 0,0-4-27 32,1-3-90-32,2-9-166 0,0 0-158 0</inkml:trace>
  <inkml:trace contextRef="#ctx0" brushRef="#br1" timeOffset="-163687.53">11434 3561 2970 0,'0'0'14'0,"0"0"-75"16,0 1 13-16,-5 13-25 0,6-4 78 0,1 2 18 0,-1 3 2 15,-1 3 5-15,1 1 0 0,-1 4-16 16,0 1-3-16,0 2-3 0,1 0-8 0,-1 1 1 15,0 0 2-15,0 1 0 0,-1 0 1 0,-1 2-3 16,0 0 0-16,-1-1-3 16,1-2-32-16,-1-3-97 0,1-2 4 0,0-1-37 15,0-2-18-15,1 0-56 0,0-2-37 0</inkml:trace>
  <inkml:trace contextRef="#ctx0" brushRef="#br1" timeOffset="-163165.68">11087 3370 2380 0,'0'0'412'0,"0"0"-422"0,0 0 12 0,0 0-47 0,0 0-5 16,0 0 36-16,-8 17-2 0,8-17 16 0,-4 15 15 0,3-5-14 16,-2 2 7-16,2 3-10 0,-2 1 3 0,2 4 3 15,0 3-4-15,-1 3 4 0,1 1-2 0,0 2 1 16,1 2 5-16,0 2-3 0,0 2 1 0,-1 2-3 0,1-1 1 15,0-2 0 1,0 1 4-16,-1 0-3 0,0-2-1 0,1 1 0 16,-2-3 3-16,1-4-5 0,0-2 3 0,0-2-3 0,1-1 2 0,-2-1-10 15,2-2-10-15,0-4-3 0,0-1-59 0,0-5-59 0,0-1-8 16,0-8-19 0,0 1-37-16,0-1-20 0,0 1-41 0</inkml:trace>
  <inkml:trace contextRef="#ctx0" brushRef="#br1" timeOffset="-162704.65">11128 3416 2452 0,'0'0'426'15,"0"0"-418"-15,0 0 4 0,0 0-32 0,0 0-39 0,0 0 45 16,0 0-8-16,0 0 22 15,0 0 6-15,0 0-9 0,1 0-4 0,-1 0-4 0,22 9-6 0,-13-7 3 16,1 1 7-16,2 1-3 0,1-1 10 0,2 2-5 16,1-1 4-16,0-1-2 0,1 1 11 0,1-2-7 15,0 1-1-15,-1-2-2 0,0 1 10 0,2-1-8 16,0 0 2-16,2 0-3 0,-2 0 7 0,1 0-4 0,-2 0 2 16,-1 1-4-1,-1 0-3-15,-1 1 4 0,-1 0-1 16,-1 1 1-16,-2-1 2 0,-1 1 0 0,-2 1 0 0,-1 0 1 15,-3-1 1-15,0 2-1 0,-2-1 4 0,1 1-3 16,-2 0 1-16,-2 1 2 0,1 0-3 0,-3 0 2 16,2 0-6-16,0 1 0 0,0 1-1 0,0 2 1 15,0-1-1-15,0 1-1 0,0-2 1 0,1 2-2 0,0 3 2 16,0-1-2-16,1 3 2 0,0-1-2 16,-1 0 2-16,1 1 0 0,1 1-4 0,0 0 3 0,-1 1-1 0,1 0 4 15,-2 0-1-15,2-1 1 0,-2 0-2 16,0 0-4-16,2 1 8 0,-2-3-6 0,0 1 8 0,-1 0-7 15,-2-2-20-15,2 0 3 0,-1-2-84 0,0-1-28 16,-2 0-14-16,0-2-12 0,-1-1-130 0</inkml:trace>
  <inkml:trace contextRef="#ctx0" brushRef="#br1" timeOffset="-162432.83">10987 4106 2689 0,'-7'3'81'0,"2"1"-97"0,5-4 7 0,0 0-29 15,0 1 61-15,0-1 4 0,0 19 1 0,0-19-2 16,15 6-8-16,-4-3-4 0,3-2-2 0,1 0 0 0,3-1-1 16,1 0-4-16,2 0 2 0,1-2-2 0,1 1 1 15,2-1-2-15,0 0 1 0,2-1-2 0,0 1 3 0,-2-1-3 16,1 0-2-16,-1-1 0 15,1 0 0-15,0 1 3 0,0-1 1 0,1 1-1 0,-2-1-6 0,-2 1 1 16,-2 1-4 0,0 0 0-16,-2 1-26 0,-1 0-44 0,-1 0-10 0,-1 1-16 0,0 1-77 0,0 0-111 15,-1 1-59-15</inkml:trace>
  <inkml:trace contextRef="#ctx0" brushRef="#br1" timeOffset="-162083.75">11895 3387 3269 0,'0'0'8'0,"0"0"-81"0,10 10 1 16,-2 0-17-16,0 2 64 0,1 2 21 0,1 3-2 15,-2 0 7-15,0 2-5 0,1 1 3 0,-2 1-2 0,0 1 3 32,1 1-3-32,-3 2 7 0,0 2-2 0,-2 2 4 15,-3 4-4-15,-3 1 2 0,-2 0 1 0,-5 1 0 16,-1 1 6-16,-5 2-2 0,-1 2 1 0,-4 1-2 15,-3 0-4-15,-3 0-7 0,-3 1 0 0,-1 0-3 16,-2-1-11-16,1-4-143 0,0 0-16 0,-1-1-64 0,-1 0-250 16</inkml:trace>
  <inkml:trace contextRef="#ctx0" brushRef="#br1" timeOffset="-160931.33">9525 4440 2667 0,'0'0'94'0,"0"0"-72"0,0 0-15 16,0 0-22-16,0 0-30 0,22-3 57 0,-12 2 5 0,0 1 9 15,1 0-4-15,-3-6-2 0,6 5-1 0,0 0 0 16,2-1-6-16,3 0 3 0,-1-1-7 0,3 1 6 31,0 2-5-31,0 0 6 0,2 0 1 0,0 1-1 0,0-1-9 16,2 0-2-16,1 1 2 0,2 0 0 15,1 0 6-15,2 0-3 0,0 0-4 0,1 0 2 0,1 0-7 16,5 1 3-16,0-1-1 0,1 1 1 0,0-1-2 16,1 1 2-16,0 1-4 0,2-2 4 0,1 0 8 0,1 2 11 15,-1-1 2-15,2 0 1 0,1 2-13 0,1-2 9 16,1 1-5-16,0 0 6 0,0-1-5 0,0 1 9 16,-1 0 2-16,-3 0 2 0,-2 1 6 0,1-1 1 15,-1 0-5-15,0 3 2 0,-3-2-10 0,-3 0-4 16,1 0-4-16,-1-2 1 0,0 1-13 15,-2 0-1-15,-3-1 8 0,-3 0-6 0,-2 1 1 0,-1-1-3 0,-1 0-2 0,-2-1 1 16,-2 1 9-16,-3-1-37 0,-1 0-3 16,-6 0-19-16,-1-2-62 0,-2 0-80 0,-7 1-21 0,0 0-29 15,0 0-173-15</inkml:trace>
  <inkml:trace contextRef="#ctx0" brushRef="#br1" timeOffset="-160381.89">9774 4836 2928 0,'-7'-8'116'0,"0"0"-57"0,2-1 58 0,2-1-145 16,1 1 19-16,-1-1 8 15,0 2 22-15,-1-1-2 0,0 0 1 0,-1 2-10 0,-4-5-1 0,4 5-3 0,0 1 0 16,0 1-12-16,-2 0-3 0,0 2-3 0,1 1 0 31,-1 3-8-31,1 1-30 0,-1 2 8 0,-1-1-16 16,0 2-2-16,0 2 29 0,0 3-5 0,0 3 14 15,0 1 4-15,0 3 14 0,0 0-3 0,2 4 7 0,-1-2 4 16,2-2 1-16,2 1-1 0,1-2 0 0,0 0-4 16,2-1-1-16,2-2-2 0,-1-3 1 0,2-1-7 0,0-3 1 15,2 0-5-15,1-3 0 0,3-2-22 16,2-3 22-16,4-2-7 0,2-5 11 0,2-3-11 0,2-4-11 16,1-1 9-16,-1-2-7 0,0 0 25 0,-1 2 5 15,-2-2 2-15,-3 4 2 0,0 0 4 0,-1 2 3 16,-1 1 0-16,-2 2 0 0,-2 1 1 0,-2 3 29 15,0 0-11-15,-7 6 16 0,0 0-21 0,1-1-7 0,-1 1 1 16,0 0-5-16,0 0-16 16,0 0-5-16,0 0-1 0,3 17 1 0,-6-6 0 0,1 3 3 0,-1 1-3 15,1 1 3-15,0 0 2 0,1 0 1 0,-1 0 3 16,2-2 0-16,0 1 1 0,2-1-7 0,0 0-4 0,2-1-3 31,0-2-31-31,0-2-90 0,0-3-10 0,1-2-30 16,2-1-42-16,-1-3-37 0,1-3-57 0</inkml:trace>
  <inkml:trace contextRef="#ctx0" brushRef="#br1" timeOffset="-160081.95">10068 4651 1743 0,'0'0'723'16,"0"0"-541"-16,0 0-72 0,0 0-107 0,0 0-13 0,0 0 4 15,0 0-4-15,1 0 5 0,-1 0-1 0,6 23 7 16,-8-12-3-16,-2 4 3 0,1 3 0 0,-2 3-2 15,0 2 1-15,-1 1-2 0,-1 0 1 0,0-1 1 16,0 1 3-16,-1-4-2 0,2 0 1 0,1-3 2 0,0-1-2 16,1-2 1-16,1-2-2 0,1-4 10 0,2-8-1 15,0 1 4-15,0-1 2 0,0 0-1 0,0 1-1 16,0-1-1 0,0 0-7-16,8-1 7 0,-1-9-3 0,1-2 4 0,2-2 2 15,2-2-4-15,4-1 6 0,1-1-4 16,2-2 10-16,1-3-3 0,-2-2-1 0,1-1-1 15,-1 1-13-15,0 1-8 0,-1 3-8 0,-2 2-2 16,-1 5-29-16,-2 2-25 0,-1 3-5 0,-1 1-11 16,0 1-53-16,0 3-81 0,0 2-11 0,-1 2-33 0,0 0-120 15</inkml:trace>
  <inkml:trace contextRef="#ctx0" brushRef="#br1" timeOffset="-159615.21">10315 4877 2754 0,'0'0'81'0,"0"0"25"16,0 0-158-16,0 0 24 0,0 0 0 0,0 0 11 15,18-1 22-15,-18 1-3 0,0 0-1 0,21-9-1 0,-12 3 2 0,0-1 2 16,1 0 0-16,0-1 0 0,-1-1-4 16,0-1-2-16,0 0-2 0,-1-1-2 0,0 1 0 15,-1-1 8-15,-2 0 1 0,0 0 4 0,0 0 1 0,-2 1 6 16,-3-1-3-16,1 3 3 0,-1 0-5 0,0 8 6 15,0 0-6-15,0 0 6 0,-11-18-10 0,11 18-6 16,-1 0-7-16,-18-1-2 16,8 3-39-16,-1 5-6 0,-3 2 7 0,0 3-2 0,-1 4 34 0,0 0 3 15,1 2 2-15,0 3 0 0,0 1 11 0,2 1 2 0,4-1 3 16,0 1-1-16,1-1 5 0,4 0-7 16,1 0 4-16,3-2-5 15,1-2-1-15,4-2 1 0,1-1-5 0,1-3 1 16,1-2-37-16,2-3-66 0,2-2-5 0,3-2-28 15,0-3-98-15</inkml:trace>
  <inkml:trace contextRef="#ctx0" brushRef="#br1" timeOffset="-159230.74">10681 4773 1890 0,'-1'-7'314'15,"-2"1"-79"-15,2-1 69 0,-2 0-225 0,0 0-72 0,0 1 13 16,-2 0-4-16,-1 0 8 0,0 1 5 0,-2 2-16 15,0-1-2-15,-3 3-9 0,0 0-35 0,1 2-2 16,-3 1-8-16,1 2 5 0,-1 1-17 0,-1 3 6 16,0 1-1-16,1 3 4 0,-1 1 5 0,1 2 9 15,1 1 7-15,1 1 1 0,3 1 29 0,0-1 0 16,3-1 4-16,1-1-3 0,1 0 7 0,3-4-2 0,0-1-3 16,2-2 1-1,1-2-2-15,0-1 4 0,-3-5 1 16,1 0 1-16,16 5 3 0,-7-9 2 0,1-1 4 0,3-2-2 15,-1-3 5-15,2-1-7 0,0-1-1 0,-1-2-2 16,0 2-1-16,0-1-2 0,-1 1 3 0,-2 1-2 16,1-1-3-16,-2 2-1 0,-1 1-2 0,-2 3 1 15,-1 1 2-15,-6 5-1 0,0 0-2 0,0 0 1 16,1 0-3-16,-1 0 8 0,0 0-3 0,0 0 3 16,5 19-12-16,-8-8-6 0,2 2 3 0,-1 2-3 0,0 0 5 0,2 1-5 15,0 0 1-15,-1 1-3 0,1-1 8 16,3 0-5-16,-2-1-51 0,3-1 12 0,1-2-185 0,0-3-122 15,2-1-45-15</inkml:trace>
  <inkml:trace contextRef="#ctx0" brushRef="#br1" timeOffset="-159015.24">10866 4655 2885 0,'0'0'158'0,"-1"0"-175"0,0 0 10 16,-18 16-57-16,15-7 61 0,-1 4 7 0,-2 3 3 0,0 4 0 16,-2 3-7-16,2 2 2 0,0 1 2 0,1 0-1 0,0 0 1 15,1-2-1-15,2 0-4 0,1-2 1 16,1 1-3-16,2-2-129 0,2-2 30 0,1-2-64 16,0-3 25-16,1-2-3 0,0-2-9 0,2-2-1 15,1-1-57-15,1-2-260 0</inkml:trace>
  <inkml:trace contextRef="#ctx0" brushRef="#br1" timeOffset="-158513.34">11028 5020 2303 0,'0'0'152'0,"0"0"-111"0,0 0-13 15,0 0-16-15,0 0 62 0,-1 0 22 0,0 0-8 16,1 0 6-16,-1 0-52 0,1-1-21 0,-14-17-3 0,14 18-7 16,-3-14-16-16,1 5-3 0,1-1-2 0,-1-1 2 15,0-2 6-15,0-2 3 0,-1 1 0 0,1-2 1 16,-1 3 0-16,1 3 7 0,1 0 7 0,0 2-2 16,0 1 19-16,1 1-11 0,0 6 1 0,0 0-5 0,0-1-7 0,0 1-7 15,10-18-3 1,-10 18 0-16,0 0 1 0,16-5 5 0,-15 5 1 0,15-3 0 0,-6 1 1 15,1 2-5-15,1-1 1 0,2 1-4 0,-1 1-7 0,0-1 3 16,0 3 1-16,-2-1 1 0,0 1 4 0,0 0-6 16,-2 1 1-16,-1 1-3 0,0 0 9 0,-1 0-13 15,-2 1 4 1,0 1-8-16,-2 0 6 0,-1 1-1 0,-2 0 0 16,-1 0-1-16,-1 3-3 0,-3-1 9 15,1 1-3-15,-2-1 5 0,1-1 2 0,0 1-3 0,1 0 1 0,1-2-2 16,0 0 5-16,1-2 4 15,2 1-5-15,0-2 4 0,0-5-9 0,0 0 20 0,0 1-6 16,0-1 11-16,15 18-6 0,-5-16 8 0,1 0 2 16,1-2 0-16,2 0-8 0,-1-1-7 0,2-1 2 0,-1-1-2 15,0 0 3-15,-2-1-8 0,1 0 0 0,-2 0-4 16,0-1-20-16,-1 0-10 0,-1-1-15 0,-1 0 1 16,0-1-61-16,1 2-46 0,-1-1-13 0,0 0-18 15,1-1-113-15,-3-2-266 0</inkml:trace>
  <inkml:trace contextRef="#ctx0" brushRef="#br1" timeOffset="-158332.8">11621 4700 2518 0,'0'0'86'0,"15"9"127"0,-7-3-260 0,2 4 54 0,2 1-4 0,-2 2 21 0,0 2-4 0,-2 1 2 31,-1 3 5-31,-2 1-1 0,-1 2 4 0,0 0-3 0,-3 1-1 15,-1 1 0-15,-1 1 0 0,-2 1-2 16,-2 1-6-16,-3 0 3 0,-2 1-14 0,-2-2-16 0,-3-1-22 16,-3-1-7-16,-1 1-151 0,-4 0-265 0</inkml:trace>
  <inkml:trace contextRef="#ctx0" brushRef="#br1" timeOffset="-157815.33">9025 5985 3178 0,'0'0'110'15,"0"0"-50"-15,-1 0 53 0,1 0-160 0,0 0 16 0,0 0-4 16,0 0 38-16,0 0 1 0,0 0 4 0,0 1-14 16,0-1 0-16,22 5 1 0,-10-4-2 0,3 1-1 15,1-1 8 1,0 0-5-16,1 2 6 0,1-3-1 0,1 3-26 15,0-2 1-15,2-2-13 0,-1 1-26 0,0-1 1 16,-1 2-6-16,-1-2 4 0,-2-1-12 0,0 1-28 16,-1-1-2-16,-2 3-15 0,-1 1-62 0,-1 0-166 15,-2 0 828-15</inkml:trace>
  <inkml:trace contextRef="#ctx0" brushRef="#br1" timeOffset="-157599.41">9069 6270 1290 0,'0'0'1619'15,"0"0"-1229"-15,0 0-307 0,1 0-104 0,16 3-16 0,-5-1 29 0,1-2-1 0,2 1 9 0,0 0 2 16,1-1 0-16,2 2-1 0,2-1 1 16,0-1 0-1,2 1-1-15,-1-1 2 0,1 0-2 0,-2 0 6 0,0 1-6 16,-2 0 0-16,-1 0-1 0,0 0 8 0,-2-1-34 15,1 0-8-15,0 0-16 0,0 0-78 0,0 0-107 16,-3-1-26-16,1-1-51 0,-1 1-342 0</inkml:trace>
  <inkml:trace contextRef="#ctx0" brushRef="#br1" timeOffset="-156463.09">9961 5328 3157 0,'-5'0'77'16,"-1"0"-44"-16,1 3 36 0,2 1-147 0,0 0 21 15,1 2 2 1,-1 0 39-16,0 2 0 0,-2 2 5 0,0 1-2 15,-4-4 0-15,4 6 3 0,0 0-2 0,0 1 3 16,0 1 2-16,2 0-4 0,-1 0 4 0,3-1-1 16,1-1-3-16,1-1 4 0,3 0-2 0,-1-1 11 0,3-3 8 15,0 1-3-15,3-1 4 0,0 0-3 0,2-1 2 16,1-1 1-16,3-1 0 0,0 0-2 0,2-2 2 16,0 0 0-16,0-1-1 0,2 0-1 0,-1-1-3 15,1-2 2-15,0 1-1 0,-2-2 7 0,-1 0-6 16,0 1 3-16,-1 0-5 0,-2 0-6 0,1 0-29 15,-1-1-7-15,-2-1-11 16,-1 0-44-16,-1-1-25 0,-1 1-14 0,-1-1-7 0,-2-1-91 0,0 0-293 0</inkml:trace>
  <inkml:trace contextRef="#ctx0" brushRef="#br1" timeOffset="-156232.29">10181 5335 2930 0,'-5'4'-4'16,"1"1"-38"-16,0 1 6 0,0 3-8 0,0 2 55 15,-1 3 0-15,-1 2 5 0,1 2-4 0,-2 2 8 0,1 1-20 16,-1 0 5-16,1 1-8 0,0 1 3 0,-1-1 7 16,1 2-4-16,0 1 4 0,-1 0-3 0,0 0 1 15,2-1-3-15,-1-3 0 0,0 0-3 0,2-4 4 16,0 0-1-16,1-2 3 0,0-1-5 15,1-2-96-15,1-2 0 0,1 1-44 0,0-3-94 0,1-3-173 16</inkml:trace>
  <inkml:trace contextRef="#ctx0" brushRef="#br1" timeOffset="-155980.09">10378 5576 2175 0,'0'0'370'0,"0"0"-223"0,1 0 45 0,0 0-161 0,22 3-46 16,-11-1 21-16,-1 0 1 0,0 0 7 0,-1 1-4 15,0-1-1-15,0 0 0 0,1 0-1 0,3 0-4 16,-1-2 4-16,2 0-4 0,-1 0 3 0,0 0-2 0,0 1 4 16,-2-1-2-16,1 1 1 0,-1-1-9 0,-2 0 11 15,0-1-1-15,0 1 4 0,-2 0-9 0,0 0 3 16,-8 0-1-16,0 0-1 0,16 1-21 0,-16-1-120 15,0 0-27-15,1 0-51 0,-1 0-297 0</inkml:trace>
  <inkml:trace contextRef="#ctx0" brushRef="#br1" timeOffset="-155248.68">11199 5225 906 0,'0'0'469'0,"0"0"210"16,0 0 4-16,0 0-608 0,0 0-77 0,0 0 29 15,0 0-1-15,0 1 14 0,-2 16 4 0,2-17-11 0,-3 12-8 16,3-2 0-16,-1 2-21 0,0 0 4 16,-1 0-4-16,-1 2 3 0,1-2-7 0,0 1 5 0,-1 0 0 15,-1 1 0-15,1-1-5 0,0-1-77 0,-1-1 3 16,1-2-34-16,1-1-53 0,0-2-93 0,0 0-34 0</inkml:trace>
  <inkml:trace contextRef="#ctx0" brushRef="#br1" timeOffset="-154977.66">10988 5416 2501 0,'0'0'127'0,"0"0"268"0,0 0-435 0,0 1 21 16,0-1-4-16,0 1 15 0,10 17 27 0,-3-13 2 16,1-1-6-16,3 1 3 0,0-1-16 0,2-1 5 15,1 1-1-15,2-2 1 0,-1 1-5 0,1-1 7 16,0 0-3-16,1 0 4 0,1-1-3 0,0 0 0 16,1 0 3-16,-1 0-4 0,-1-1 1 0,-2 0 3 0,-1-1-3 15,-1 0 2-15,0 1-5 0,-1-1-18 0,-1 0 3 16,-1 1-11-16,-2-1-31 0,-2 0-67 0,-6 1-10 15,0 0-23-15,1 0-79 0,-1 0-150 0,1 0 854 0</inkml:trace>
  <inkml:trace contextRef="#ctx0" brushRef="#br1" timeOffset="-154433.75">11170 5696 3052 0,'0'0'148'0,"0"0"-124"0,0 0-17 16,0-1-21-16,0 1 14 0,-5-16 16 0,5 16 0 0,0-1 4 16,0 1-11-16,-5-18-19 0,5 18-1 0,0 0-7 15,-6-17-4-15,6 17-3 0,0 0-4 0,-14-18 2 16,7 12-3-16,3-1 10 0,-1 2 5 0,0 0 0 31,-1 0 6-31,-1 2-5 0,1 1 1 0,-2 0-2 0,1 2 0 0,0 0-2 16,-2 0-2-16,1 1 1 0,0 0 5 15,1 1 7-15,0 1 1 0,1 2-1 0,1-1-14 16,0 0-2-16,0 1 4 0,0 0-1 0,2 0 15 0,1 0-7 16,2-5-1-16,0 0-2 0,0 1-4 0,-1 20 24 15,1-21-9-15,0 0 13 0,11 18-15 0,-11-18 2 16,0 0 1-16,18 15 0 0,-18-15 2 0,1 1 1 16,20 13 2-16,-21-14 0 0,0 1 5 0,20 11-1 15,-13-7 1-15,0-1-1 0,0 0-3 0,-7-4 4 0,1 0-4 16,-1 1 4-16,0-1-3 15,17 14-1-15,-17-14 0 0,0 0 0 0,0 0 3 0,0 1-7 16,0-1-3-16,0 1-3 0,1-1-18 16,-1 1-17-16,1-1-5 0,-1 1-7 0,0-1-40 0,0 1-27 0,0-1-22 0,0 0-11 15,0 0-166-15</inkml:trace>
  <inkml:trace contextRef="#ctx0" brushRef="#br1" timeOffset="-153982.97">11069 5357 2995 0,'-8'8'-32'0,"1"3"-20"0,0 2-5 16,0 4 5-16,0 4 41 0,-1 3 14 0,-1 1 2 0,1 1 4 15,0-1-4-15,1 1-1 0,2-1-4 16,0 0 1-16,1-1-5 0,2-4 3 0,0-1-2 0,2-4-2 31,0-2-38-31,3-3 30 0,-1-3-11 0,3-3 21 0,-5-4 14 16,1 0 16-16,17 2 0 0,-10-5 5 15,3-3 3-15,1-2 0 0,2-4 2 0,2-1-1 0,0-3 7 16,1-1-3-16,0-3 0 0,1 0 1 16,-3 1 15-16,1-1 79 0,-2 2-37 0,0-1 39 0,-3-1-129 0,-2 2 1 15,-3 0-3-15,-2 1 4 0,-1 1 3 0,-1 2-8 16,-2 2-1-16,0 3-4 0,-2 1-11 0,2 8-9 16,0-1-1-16,-1 1-3 0,1 0-17 0,-17-8-24 15,17 8-3-15,-15 9-10 0,4-1-18 0,0 2 36 16,-2 3-2-16,1 1 7 15,0 0-83-15,4 0-183 0,0 0-59 0</inkml:trace>
  <inkml:trace contextRef="#ctx0" brushRef="#br1" timeOffset="-153764.15">11722 5229 2980 0,'0'0'87'0,"0"0"-71"0,1 0-22 0,-1 0-1 0,17 5 8 16,-17-5-1-16,0 0 2 0,0 1-2 0,3 21 3 15,-5-11-6-15,-1 1-1 0,-2 2-2 0,-1 2 2 0,0 0-1 16,-1 2 2-16,1 1-3 0,-1-2 4 0,2 0-121 16,-2-1 14-16,3-2-53 0,0 1-16 0,-1-4-57 15,2 0-29-15</inkml:trace>
  <inkml:trace contextRef="#ctx0" brushRef="#br1" timeOffset="-153464.22">11490 5529 2271 0,'0'0'387'0,"0"0"-311"15,-1 0 29-15,1 0-105 16,0 0-15-16,-1 0 37 0,1 1 3 0,0-1 11 15,0 0-2-15,0 1-18 0,11 15 3 0,-2-13-8 16,2-2 8-16,1 1 0 0,1 0-3 0,-1-2 1 16,3 0-10-16,0 0 2 0,2 1 2 0,0 0 1 0,0-1 8 15,-1 0 14-15,-1 0-1 0,0-1 3 0,0 0-16 16,0 1-8-16,0 0 1 0,-2-1-2 0,1 1 0 0,-4-3 4 16,1 3-6-16,-2 0 5 0,0-2-7 0,0 2-1 15,-2-1-3-15,0 0-1 0,-7 1-26 0,1 0-22 16,-1 0-3-16,17-2-6 0,-17 2-17 0,0 0-16 15,0 0-3-15,0 0-6 0,0 0-24 0,0 0-32 16,0 0-6-16,0 0-15 16,0-1-80-16,0 1-173 0</inkml:trace>
  <inkml:trace contextRef="#ctx0" brushRef="#br1" timeOffset="-152915.33">11642 5635 2443 0,'0'0'339'16,"0"0"-268"-16,0 0-19 0,0 0-69 15,0 0-11-15,0 0 25 0,-1 0 1 0,1 0 7 16,0 1 3-16,-1-1-2 0,-14 18-6 0,15-18 1 16,-1 1-13-16,1-1 3 0,-16 17 1 0,16-17 2 15,0 1 4-15,-14 16 2 0,9-9 0 0,0 0 0 16,2 0 4-16,-1-1-3 0,0 1 4 0,2 0-3 0,2 0 4 16,-1 1 4-16,2-1-1 0,-1-1 4 15,1-1 6-15,2 1-6 0,0 0 1 0,3 1-1 0,1-2 6 0,1 0-3 16,2-1 2-16,1 0-4 0,2 1-3 0,-2-2 0 15,3 0-3-15,-1 0 3 0,0-1-2 0,0-1 0 16,-1 1 2-16,0-1-1 16,-1 0 3-16,0 0-3 0,-1-1 2 0,0 0-4 0,-2 0-8 0,1-1-32 15,-1 0-5-15,-1 0-13 0,2-2-52 0,-2 1-47 16,0-1-15-16,0 0-16 0,-1 0-107 0</inkml:trace>
  <inkml:trace contextRef="#ctx0" brushRef="#br1" timeOffset="-152732.28">11779 5711 2356 0,'0'0'382'0,"-1"0"-311"0,1 0-15 0,-19 10-77 16,19-10 38-16,-11 12 32 0,4-4 0 0,0 2 11 0,-1 0-16 16,0 2-29-16,0 2-2 0,-1 1-9 0,1 2-4 0,0 1 7 15,0 0-4-15,0 2 4 0,0 0-5 16,2 0-2-16,-1-2-1 0,3 0-1 0,-1-3-3 0,3-1-101 15,0 1-1-15,0-2-48 0,2 2-119 0,0-2-461 16</inkml:trace>
  <inkml:trace contextRef="#ctx0" brushRef="#br1" timeOffset="-151232.37">9742 5872 2282 0,'0'0'143'0,"0"0"-33"16,0 0-4-16,0 0-54 0,0 0-69 0,0 0 30 31,0 1-1-31,0-1 15 0,13 17 1 0,-13-17-13 15,12 1-2-15,-3 3-2 0,2 0 5 0,0-3 3 16,0 1-1-16,2 0 2 0,0 0-1 0,1-1 8 16,2 0 0-16,0-1 4 0,0 1 1 0,0-2-7 0,0 1 3 15,1 0-2-15,0 0 6 0,0 0 1 16,0-1-5-16,-1 0 3 0,0 0-7 0,1 0-11 0,-1 0 8 0,1 0-10 16,-1-1 8-16,0 1-5 0,-3-1-2 0,0 1-1 15,-2-1-2-15,-2 1 2 0,-2 0-1 0,0 0 0 16,-7 1-5-16,0 0 0 0,1 0 1 0,15-4 1 15,-16 4 4-15,0 0-1 0,0 0 4 0,0 0-4 16,0 0-9-16,0 0-2 0,0 0-10 0,0 0 5 16,-1 0-7-16,-18-10 2 0,18 10-2 15,-16-4 1-15,8 2-2 0,-4 0 8 16,-2 0 2-16,-3 1 1 0,0-1 2 0,-1 1-5 0,-1 0 5 0,1 0-3 0,-1 0 8 0,0 1-2 16,2 0-1-16,0-1 0 0,1 1 6 0,2 0-2 15,-1 1 7-15,2 1-5 0,2-2 15 0,0 1-9 31,1 1 2-31,3-1-5 0,1 0-1 0,0 1-9 16,2 0 3-16,5-2-4 0,0 0 2 0,0 0-2 16,-1 0-1-16,0 1-2 0,1-1-3 0,0 1-3 0,0-1 0 15,7 16 0-15,-7-16 4 0,16 4 7 0,-5-2-1 16,3-1 5-16,3 0 9 0,0-1-10 0,2 0 7 16,0 0-8-16,0-1 4 0,1 0-6 0,-2 1 1 15,0-1-2-15,-1 1 5 0,-1-1-5 0,0 1 0 0,-1-1-1 16,-2 1 1-16,0 0-78 0,-1 1-14 0,-2 0-37 15,1 0-168-15,-1 1-154 0,-1 0-185 0</inkml:trace>
  <inkml:trace contextRef="#ctx0" brushRef="#br1" timeOffset="-148948.85">2343 3856 685 0,'-8'-1'196'16,"8"1"-62"-16,0 0 97 0,0 0-136 0,-1 0-27 0,1 0-16 16,-1 0-41-16,1 0-4 0,0 0-3 0,0 0 8 15,-1 0 20-15,0 0 5 0,1 0 5 0,-1 0 21 0,1 0-9 16,0 0-1-16,-1 1-4 0,1-1-8 0,-13 16-13 15,13-16 4-15,0 1-8 0,-7 15 3 0,7-16-12 16,0 0 0-16,-3 20-3 0,4-12-6 0,-1 2-2 16,1 0 1-16,-1 3-1 0,1 2-3 0,1 1 1 15,0 2 0 1,-1 2 1-16,0 2 5 0,-1 3-8 0,1 2 0 0,-1 3-1 0,0 1 1 0,0 1 3 0,-1 0-3 16,0 2 3-1,0 2-1-15,1 0-1 0,-2 1 0 16,0 0-1-16,-1-1-1 0,1 0 1 0,-1 0 0 0,1 0 3 15,-1 1-2-15,1-1 0 0,1-1-1 0,1 2 0 16,0 1-1-16,-2 1 2 0,2 1-1 0,0 0 2 16,0 1-1-16,0-1-2 0,0 1 1 0,1 0-1 15,0 0-2-15,-1 0 8 0,1 2-5 0,0 2 6 16,0 0-11-16,1-1 5 0,-2 1-2 0,3 1 3 16,-3 0 4-16,3 1-4 0,-1-1 3 0,1-2-4 0,0 0-4 15,-1-1 1-15,2 1 3 0,-1-3 0 0,-1 0 7 16,1 1-8-16,-1 0 0 0,1-1-3 15,0 0 3-15,-2 0 4 0,2 1-3 0,-3 0 3 16,0 0-8-16,2 2 5 0,-2 0 0 0,1 1 3 0,1 0 1 0,-1-1-4 16,1 0 2-1,0-1-3-15,1-1 6 0,1 0-4 0,1-1-2 0,1-1 0 0,-1 0-3 16,0-1 5-16,-1 0 1 0,0 0 1 0,-2-2-5 0,1 3 4 16,-1 0-1-1,1 1 4-15,-1 1-5 0,-2 0-6 0,1 0 0 0,-1 0-2 16,0 0 4-16,-1 1 6 15,1-1-1-15,-1 0 3 0,1-1-10 0,-1 0 7 0,1 1-2 16,0-2 1-16,-1 0-22 0,1-2 20 0,-1-1-9 0,1 2 13 16,-1-3-2-16,1 0 0 0,-1-1 1 0,1-4-1 15,0 0 8-15,-2-3-8 0,2-2 6 0,-1-1-7 16,0-3 8-16,1-2-3 0,0-2-1 0,0-4 0 16,0 0 2-16,2-2-3 0,-2-2 4 0,0-1-3 0,1 0 3 15,0-2 4-15,-1-7-3 0,0 0 3 0,0 0-6 16,0 1-4-16,0-1 6 0,0 1-6 15,0-1-21-15,0 0-14 0,1 0-4 0,18 1 2 0,-12-6 13 0,1 0 14 16,2 0-4-16,1 0 7 0,1 0 1 0,1 1 1 16,-1 1 2-16,2 0 0 0,0 1 4 0,0 0-4 15,2 0 2 1,3 1-3-16,3 0 7 0,0 1-3 0,1-1-2 0,2 0-1 0,-1 1 1 0,1 0 0 16,-1 0 0-1,3-1-1-15,1 1 3 0,2 0 0 0,4 0 5 16,0 1-3-16,-1 1 4 0,0 0-6 0,1 1 1 15,2 0-1-15,1 0 4 0,2 2-2 0,0 0-3 16,-2-1 1-16,3 0-9 0,1-2 7 0,3 0 0 16,2-3 1-16,-3 1 0 0,4-1-1 0,1 0 2 0,3-1-1 15,1 0 7-15,0-1-7 0,1 0 3 0,1 1-4 16,0 0-2-16,0 1 6 0,1 1-5 0,1 0 5 16,1 2 1-16,1 0-4 0,-1 1 2 0,0-1-3 0,0 0 1 15,1 0-2-15,0 0 1 0,0 0-2 16,1 0-3-16,1 0 5 0,0 2 0 0,-1-4 2 0,3 2-5 15,-2 0 8-15,1-1-3 16,-1 3 6-16,3-1-6 0,-4 1-2 0,1 0-1 0,0 2 1 0,0 0-2 0,-1 0 6 16,0 0-3-16,0-2 4 0,0 0-8 0,-1-1 15 15,0 0 1-15,1 1 4 0,1-1-14 0,-1-1 6 16,2 0-8-16,-2-3 6 0,2 1-11 0,-2-2 7 31,1-1-1-31,0 1 4 0,-1-1-2 0,1 0-2 16,0 0 2-16,-3 0-2 0,0-1-1 0,-1 2 0 0,-1 0-2 0,-1-1 2 15,1 2 3-15,-2 0 1 0,1 0-1 16,-1 1 1-16,1-1-6 0,0 0 3 0,0 0 1 16,-1-2 1-16,0 0-1 0,-1 0-9 0,-1 0 3 15,1 2-9-15,-2-1-25 0,0 2-111 0,-2 1 46 0,-1 2-53 16,0 0 145-16,-2 2 7 0,-2-1 0 0,-4 0 2 16,-1 0-4-16,2 2 3 0,0 0-6 0,-1 0 3 15,-2 2-43-15,-3 0 33 0,0 0-11 0,-2 0 21 16,2-2 4-16,-2-1 6 0,-1 0-5 0,-2-2 5 15,-2 0 1-15,0 0 30 16,-1-3 3-16,0 0 9 0,0 0-1 0,-2 0 54 0,-2-1-22 0,-3-1 29 0,-1-1-59 16,-2 0-34-16,1-3 0 0,1 0-16 0,1 0-75 0</inkml:trace>
  <inkml:trace contextRef="#ctx0" brushRef="#br1" timeOffset="-148233.02">8640 3835 1867 0,'0'0'113'0,"0"0"-25"0,0 0-12 0,-1 0-105 15,-15 15-26-15,14-2 39 0,0 3-4 0,1 0 13 16,1 3-2-16,-4-3 9 0,3 9-3 0,1 1 3 15,1 2-6-15,0 1 3 0,0 0-2 0,1 1 2 0,1 3 1 16,-1 1-3-16,-1 2 6 0,2 2-4 16,0 3 6-16,-1 2-5 0,1 2 2 0,-1 1-3 0,0 3 8 15,0 2-7 1,1 2 2-16,-1 2-5 0,1 1-1 0,-1 0 0 0,0 1 2 0,0 2 0 0,2-1 1 0,-1 0 1 31,3 0 0-31,-1 1 1 0,1-1 0 0,0 2 3 16,-1 0-2-16,2 3 3 0,0 0-5 0,-1 2-29 15,0 3 0-15,-2 0-11 0,1 1-8 0,-3 3 27 16,1-1 0-16,-3 0 10 0,0 2 13 0,0-1 0 0,0-1-1 16,-1 3 0-16,-1-3-3 0,1 1 8 0,0 0 1 15,-2-1 3-15,2 0-6 0,0 2 0 0,0 0 0 16,0-2 0-16,-2 0 0 0,1 1 2 0,-2 0-1 16,0-2 2-16,1 0 1 0,-1-2 1 0,1-4 25 0,-1 1-11 15,0-4 53-15,2-1-19 0,-1-1-14 0,1-3 3 16,1-2-31-16,0-2-7 0,0-1-1 0,1-4-2 0,0 0-7 0,1-1-152 31,0 1-61-31</inkml:trace>
  <inkml:trace contextRef="#ctx0" brushRef="#br1" timeOffset="-146828.86">11252 6061 2696 0,'0'0'125'15,"0"0"-49"-15,0 0 59 0,0 0-156 0,0 0-7 16,0 0-13-16,0 0-12 0,0 0-1 0,0 0-1 15,1 0 7-15,-1 0 11 0,21 14 0 0,-13-11 5 16,1 1 3-16,-1-2 11 0,2 0 1 0,0 1 5 16,0-1 10-16,1 0-11 0,2-1 1 0,1 1-3 15,3-1 15-15,2 0 7 0,1-1 11 0,1 0-5 0,-2-1 22 16,2 0-1-16,-1 0-1 0,2 0 1 0,0-1-6 16,1 0-15-16,2-1-2 0,1 0-4 0,1-1-11 15,-3 1 1-15,0-1-4 0,-1-1 2 0,-1 0-4 0,0 0 0 16,0 0 1-16,0-2 0 0,0 1 6 0,-1-1-11 15,-2-1 4-15,-1-1-6 0,0 0 9 0,-3-1 2 16,0 2 0-16,0-3 1 0,-1 0-1 0,0-2 13 16,-1-1-1-16,0 1 6 0,-1-2 7 0,0 1-2 15,1-1 7-15,-3-2-5 0,0 1 3 0,-1 0 5 16,-2 0-5-16,-1-2 7 0,-1 3 1 0,-2 1 6 16,1-2-1-16,-2 2 1 15,0-2-10-15,0 0-15 0,0 1 3 0,-1-2-7 16,1 0-2-16,-2-1-1 0,0 0-6 0,0 0 4 15,-1-1-4-15,0-1 2 0,-1 1 0 0,-1-1 1 16,0 1-9-16,-1 0 0 0,0 0 0 0,-1 0 0 16,-1 1-1-16,-1-1 2 0,-1 0-1 0,-1 1 2 15,0-1-2-15,-1 1 4 0,0 0-2 0,-1 1 4 16,1-1 0-16,1 1 0 0,-2 0 2 0,-1 0 1 16,0 2 4-16,1 0 2 0,-1 1-5 0,-1 2 3 15,-2 0-7-15,0-1 0 0,-2 3 2 0,0 0-2 0,0 3 0 0,-1 2-4 16,0 1 0-16,-1 1-2 0,2 0 1 15,-1 0-6-15,1 2 3 0,-1 0-5 0,1 1-7 0,-3 1 9 16,2 0-7-16,-2 2 8 0,0 2-5 0,1 1 10 16,0 0-2-16,0 3 4 0,-1 1-2 0,0 1-4 15,1 4 4-15,1 1-3 0,0 2 9 0,-1 2 3 16,-1 3 0 0,0 4 0-16,0 2-2 0,0 2 3 0,2 3-1 0,1 2 2 0,0 1-1 0,4 2-6 0,1 2-1 31,0 1-2-31,3 0 2 0,0 1-9 0,2 0 3 15,1 0-6-15,1 0 5 0,3-1-11 0,-1-2 2 0,2-1-5 16,1-1-5-16,1-1-34 0,0-1-7 0,1 0-15 16,2-2-64-16,-1-4-92 0,1-1-57 0</inkml:trace>
  <inkml:trace contextRef="#ctx0" brushRef="#br1" timeOffset="-145933.15">2659 3762 1757 0,'0'0'58'15,"0"0"-30"-15,-1-1 1 0,1 1-28 0,-1 0-12 0,1-1-5 16,0 1-3-16,0-1 7 0,0 1 12 0,0-1 2 16,-1 1 4-1,0 0 0-15,-16 3 2 0,17-3-2 0,-1 0-2 16,-11 17 1-16,5-11 4 0,1 2-1 15,-2-1-3-15,2 0 2 0,-1 0 2 0,1 1 5 0,0-1 3 16,2 1-2-16,0 0 3 0,0-1 3 16,1 2-6-16,-1 0 4 0,2 2-8 0,-2 0-2 0,0 1 0 15,-1 2-1-15,0 0-2 0,-1 3-2 0,0 0 2 16,0 2-3-16,0 1-1 0,-2 0 0 0,1 1 0 0,-1 1 0 16,0-1-2-16,-1 1 0 0,1-2 0 0,0-1 0 15,0 1 6-15,1-1-6 0,0-1 1 0,1-1-2 16,-1-1 4-16,0 3-1 0,2-1-2 0,-1-1 0 15,0 1 0-15,1-1 1 0,0-1 21 0,0 0-11 0,1 0 40 16,0 0-19-16,1-1-9 0,-1-1 0 0,1 0-17 16,-1-1-3-16,1 1-1 0,0 0 0 0,1 0-2 0,0 0-39 31,-1-2-26-31,1-2-20 0,0 0-234 0</inkml:trace>
  <inkml:trace contextRef="#ctx0" brushRef="#br1" timeOffset="-145449.86">2305 3818 2306 0,'0'0'51'0,"0"0"-39"0,-1 0-6 0,1-1-8 16,-1 1-24-16,1 0 3 0,0 0-2 0,-1 0 3 0,0 0 11 16,-12 11 5-16,13 1 3 0,-2 3 1 0,2 0 5 15,0 3 1-15,1 1 2 0,0 2-1 0,0 2 7 0,2 1-5 32,-1 2-3-32,2 1 0 0,-1 3-7 0,0 1 3 15,-1 2 0-15,0 2 2 0,0 0 0 0,-2 2 3 16,1 0 1-16,-1 1 0 0,0 0-1 0,-1 2 5 15,0-1 3-15,0 0 1 0,-2 0 3 0,2 1-7 16,0 0-3-16,1 1 0 0,2-2-2 0,-1 0-2 16,2 0 0-16,-1 1-3 0,0-1 1 0,2-1 4 0,1 1-3 15,-1-1 3-15,0 0-2 0,1 0-3 16,0-1 5-16,-2-1-5 0,2 1 1 0,-2 0 8 0,-1 0-8 16,-2 0 8-16,0-2 0 0,1 1-5 15,-1-1 7-15,1 0-7 0,-1-1 9 0,-1-1 5 0,0-1-6 0,0-2 5 16,0-1-6-16,-1 0-7 0,0-2 4 0,0-1-6 0,1-1 0 15,0-2-1-15,1-2 1 16,-2-3 0-16,1-1 4 0,-1-4-10 0,2-2-20 0,-2-2-3 16,1-3-121-16,1-6-178 0,0 0-127 0</inkml:trace>
  <inkml:trace contextRef="#ctx0" brushRef="#br1" timeOffset="-144749.6">2371 3873 1950 0,'-7'-2'331'0,"2"0"-203"15,5 2 39-15,0 0-129 0,0 0-60 0,-1 0-10 0,1 0 0 16,0 0-1-16,0 0 20 0,0 1 2 15,13 15 0-15,-13-16 0 0,16 8 1 0,-5-4 1 16,1 0 2-16,3-1 0 0,0-1 2 0,3 1-1 16,-1-1 0-16,1 0 0 0,0-1 3 0,2 0 4 0,1-1 0 0,4 0 1 15,1 0-4-15,3-1 0 0,1 0-1 16,-1-1 3-16,0 1 3 0,1 1-5 0,2 0 3 16,2-1-5-16,3 1 5 0,0-1 1 0,-2 0-2 15,-1 1 1-15,1-1-1 0,3 0 12 0,0-1-1 0,0 1 5 16,-1-1-1-16,-1 1 0 0,1 1-3 0,0-1 2 15,4 0-8-15,0 1 2 16,-4-1-2-16,-1 1 2 0,1 0-5 0,0 0 10 0,3 0-3 0,-2-1 5 16,-3 1 3-16,2-1-8 0,-1 1 6 0,1-1-6 0,2-1-4 15,-1 0 5-15,-2 0-6 0,1 0 7 0,-1-2 6 16,1 1-5-16,1-1 5 0,-1 0-6 0,-2 0 1 16,-2 0-5-16,1 0 0 15,0-1-1-15,1 2 2 0,-1-2-4 0,0 0-2 0,-4 1 0 0,0-1-3 0,2 2 0 31,1-1 6-31,-1 0-3 0,1-1 2 0,-3 0-2 16,-2-1-2-16,0 1 1 0,-1 1 5 0,2-1 33 16,-1 1-13-16,-2-1 16 0,-1 1-29 0,-5 0-1 0,0 2 2 15,-5 1-2-15,0 0 5 0,-2 2-12 16,-3 0 2-16,2 1-5 0,-4-1 3 0,2 0 2 0,-1 1 0 16,-1 1-1-16,2-1-2 0,-3 1-10 0,0-1-5 15,-2 0-7-15,-5-2-61 0,1 0-101 0,-1 0-26 16,0 0-38-16,1 1-229 0</inkml:trace>
  <inkml:trace contextRef="#ctx0" brushRef="#br1" timeOffset="-144199.5">2500 3873 2250 0,'-5'-2'76'16,"5"2"-30"-16,0 0 34 15,-1 0-113-15,0 0-1 0,1 0-14 0,-16 11 14 0,16-11 3 0,-4 17 2 16,2-4 9-16,-6 2 18 16,5 8-5-16,1 4 9 0,-1 3-5 0,-2 3 3 0,1 1 0 0,-1 2 1 15,0 2 1-15,-1 2-4 16,2 2 1-16,-1 2-3 0,2 1 3 0,0 1 0 15,-1-1 0-15,3 2 1 0,-1 0-5 16,2-1 7-16,0 0-2 0,0-1 4 0,2-2-2 0,-1 0-2 16,1-1 1-16,0 0 0 0,0-2 6 0,0 0 18 15,-1-1-4-15,0 0 10 0,0-2 3 0,-1-1 1 16,0-3 5-16,1 1-2 0,-1 0 8 0,1-2 3 16,0 1 1-16,-1-3 1 0,0-1-5 0,1-2-5 0,1-1-1 15,-1-2 0-15,-1-1-1 0,1-1-7 16,-1-2-4-16,0 1 0 0,1-4-11 0,-1-1-1 0,0-1 3 15,0-1-4-15,0-1-6 0,0-1 2 0,0 0-9 16,0-3 8-16,0 0-9 0,-1 0-2 0,0-2-2 0,0 0-11 16,0-2-118-16,0 1-212 0,1-6-92 0</inkml:trace>
  <inkml:trace contextRef="#ctx0" brushRef="#br1" timeOffset="-142349.18">11043 4121 878 0,'0'0'134'0,"0"0"36"0,0 0 2 0,0 0-135 16,0 0-26-16,0 0 47 0,0 0 0 0,0 0 14 15,0 0-8-15,1 0-8 0,0 0-2 0,-1 0 0 16,0 0 5-16,1 0-4 0,-1 0-3 0,0 0-1 0,1 0-12 16,0 1 1-16,-1-1 0 0,0 0-2 0,1 1-12 15,-1-1-2-15,1 1-3 0,14 15 2 0,-15-16-6 16,0 0 2-16,0 0-3 0,1 1 5 0,-1-1 12 0,0 1 0 15,17 16 2-15,-17-17-3 0,1 0-10 0,18 7-1 16,-19-7 3-16,0 0-2 0,22 9-5 0,-14-6 0 16,-1 0-5-16,3 0 4 0,0-1 0 0,0 2-5 15,1-1 3 1,0 0-4-16,0 1-3 0,-1-2-1 0,1 1-1 16,0 0 1-16,-1-1-2 0,1-1-4 0,0 0 4 0,1 0-4 0,-1-1 3 0,1-2 4 0,1 1-5 15,-1-1 6-15,-2-1 2 0,2 1-3 16,0 0 7-1,1-1-6-15,1 0 12 0,-2 0-6 0,0 0 0 16,0-1-2-16,0 2-6 0,-1-1-6 0,1-1 2 0,-2 1-2 16,2 0 8-16,-1-1-6 0,2 1 1 0,-1-1-3 15,2 0 0-15,-2-1 5 0,-1 0-4 0,1 0 4 16,0 1 0-16,-1-1 1 0,1 1 3 0,-1-1-2 16,-2 1-3-16,0 0 8 0,-2 0 1 0,-1-1 3 15,0 0-2-15,-1 1 3 0,-1 0-6 0,-4 4 4 0,1 0 0 16,-1-1 4-16,13-16-5 0,-13 17 3 0,0-1-11 15,6-18 0-15,-6 19-1 0,0 0 0 0,6-18-3 0,-6 18 0 16,2-13 2-16,0 5-3 0,-1-1-6 0,-1 1 3 16,2 2 0-1,-2-2 2-15,1 1-1 0,0 0 0 0,-1 1-2 16,0 0 1-16,0 0-3 0,0 0 0 0,0 0-1 0,0 0 1 0,0-1-4 0,0 1 0 16,0 0-3-16,0-1 2 0,0 1 0 0,0-1-14 0,0 1 3 31,-1 0-8-31,0 0-13 0,0 0-21 0,0 0-5 15,1 6-7-15,0 0-34 0,-4-17-40 0,4 17-10 16,0 0-16-16,-7-16-87 0</inkml:trace>
  <inkml:trace contextRef="#ctx0" brushRef="#br1" timeOffset="-141349.79">11255 3861 2489 0,'0'0'44'0,"0"0"-382"16,0 0-55-16</inkml:trace>
  <inkml:trace contextRef="#ctx0" brushRef="#br1" timeOffset="-141170.22">11346 3952 2484 0,'0'0'431'0,"0"0"-604"15,0 0-49-15,0 0-52 0,0 0-285 16</inkml:trace>
  <inkml:trace contextRef="#ctx0" brushRef="#br1" timeOffset="-140999.74">11374 4088 2129 0,'0'0'364'0,"0"0"-363"0,0 0 1 0,-1 0-158 16,1 1-293-16</inkml:trace>
  <inkml:trace contextRef="#ctx0" brushRef="#br1" timeOffset="-139003.97">9763 6116 2283 0,'0'0'121'0,"0"0"-28"0,0 0 0 16,-1 0-31-16,1-1-53 0,0 1 1 0,-1 0 0 16,0-1 5-16,1 1 8 0,-10-16 4 0,10 16 1 0,0 0-2 31,0 0-7-31,0-1-8 0,1 1 1 0,-1-1-3 15,1 1-1-15,16-13 5 0,-17 13 2 0,0 0 1 16,0 0 4-16,0 0-1 0,21-2-1 0,-21 2 2 16,1 0 0-16,15-1-2 0,-16 1-5 0,17 1 3 15,-7-1-11-15,2 1-3 0,2 0 0 0,2 0-2 0,-1 0 0 16,2 1-2-16,0 0 0 0,0 1-1 16,0 0 1-16,2 1 2 0,-1 0 1 0,1 0 0 0,0 0-1 0,3 1 2 15,1-1-3-15,2 2 3 0,-1-1-5 0,0 0 4 16,1 2 5-16,1-1 0 0,-1 1 7 0,3-2-7 15,2 1-1-15,0 0-1 0,2-1 3 0,0 1-1 16,-1 0 1-16,1-1-1 0,2 1-1 0,1-1 1 16,2 0-2-16,1-1 2 0,-2 0 5 0,1 0 5 15,1 0 5-15,3-1-2 0,-1 0 7 0,2 1-10 0,-4 0 4 16,2-2-4-16,1 2 10 0,1-2 3 16,-1 0-2-16,-3 0 3 15,1 1-2-15,0 0-8 0,2 0 2 0,3 0-4 16,-3-1 0-16,-2 1-6 0,1 0-2 0,2 0-2 15,-1 0-5-15,1-1 1 0,-2 1 2 0,-1-1-2 16,0 1-2-16,1-1 1 0,-1 1 2 0,-2-1 0 16,-4 1 2-16,0 0 1 0,1-1-2 0,-2 1 3 15,3 0 4-15,-3 1-1 0,-4-1 0 0,-2 1-3 16,-2 0-5-16,-1 0-1 0,1 0 1 0,-1 0-2 0,0 0-2 16,-4 0 1-16,-1 1-1 0,-4-1 0 15,-3-1-22-15,-1 0-93 0,-3 1-16 0,-7-4-36 0,1 0-162 0,-1 0-226 16</inkml:trace>
  <inkml:trace contextRef="#ctx0" brushRef="#br1" timeOffset="-138450.33">10736 6381 2809 0,'-7'-4'123'16,"-1"3"-47"-16,1-2-1 0,-1 2-44 0,1 0-35 0,-3-3 11 16,2 5-3-16,-1 1 5 0,1 1-7 0,-2 0-5 15,1 0-3-15,0 2-2 0,0 0-2 0,0 2 1 0,0-1 2 16,0 1-2-16,0 1 1 0,-1-1 4 16,1 1 0-16,0 4 1 15,0-2 3-15,-2 2 0 0,2 2 0 0,1-1 1 16,0 1 6-16,2 0-2 0,0-1 0 0,3-1 0 15,2 1 1-15,1-1-1 0,2 0 1 0,1-2-2 16,1 1 8-16,2-2-2 0,1 0-2 0,0-2 0 16,1 1-8-16,1-2 5 0,1-1-2 0,1 1 1 0,-1-1-7 15,1 0-1-15,2 0 4 0,0 0-4 16,0-2 4-16,2 0 0 0,0 0-5 0,0-2 4 0,2 1-5 16,1-1 4-16,2-2 4 0,2 1-1 0,-1-1 3 15,0-1-3-15,1 1-1 0,-1-1 0 0,-3-1-2 0,-1 2 1 16,0-2 3-16,-1 1-1 0,1 2 5 0,-2-2-6 15,-1 0-1-15,-1 0-2 0,-1 1-18 0,-2 0-101 16,-1 0 6-16,-2-1-43 16,0 1-42-16,0-1-116 0,-1 0-68 0</inkml:trace>
  <inkml:trace contextRef="#ctx0" brushRef="#br1" timeOffset="-138249.25">10916 6485 3055 0,'0'0'136'0,"0"0"-113"0,0 0-20 0,0 0-13 15,-1 1 18-15,-11 22 1 0,8-14-3 0,1 4 1 16,-2 2-8-16,-1 3 0 0,-1 3 0 0,0 2 1 0,2 1-3 16,-2 0 6-16,-1 1-3 0,0 0 3 0,0 0-3 15,0 0-1-15,1-1-1 0,-1 0-1 16,1-1-1-16,0-2-155 0,1 1 7 15,-1-2-71-15,1 0-112 0</inkml:trace>
  <inkml:trace contextRef="#ctx0" brushRef="#br1" timeOffset="-116084.48">11752 5314 2667 0,'-9'-6'96'0,"-1"0"-53"0,1 3-5 0,3 1 4 16,6 2-43-16,-1 0-45 0,0 0 8 0,-14 15-18 0,13-5 5 16,-4-2 30-1,4 9-1-15,0 1 11 0,1 4 13 0,-2 2 2 0,0 3 2 0,-1 2 1 0,1 3 13 16,-1 1-1-16,-1 3 0 0,-2 3-1 0,1 1 0 0,-1 0-6 31,-1-2-2-31,1-5-2 0,2-3-2 0,-3-4-5 16,4-2 3-16,0-4-4 0,1-4-2 0,2-5 2 0,1-3-3 15,0-8 3-15,0 0-6 0,0 0 15 0,0 0-5 0,1 0 6 16,15-5-25-16,-8-7 11 16,1-3-5-16,3-7 7 0,1-4-1 0,0-3 8 15,2-1 0-15,-2-2 3 0,-1 2 6 0,-1-3-3 0,-1-1 2 16,-2-3-3-16,0 1 2 0,-3 1 5 0,1 3 3 15,-1 4 1-15,-1 0 15 0,0 3 6 0,0 1 0 16,-1 5 3-16,0 3-2 0,-1 4-16 0,0 3-5 0,-2 3-5 16,0 6-18-16,0 0-26 0,0 0-2 0,0 0-10 15,0 0-19-15,10 9 22 0,-8 3 3 0,2 7 7 16,-2 4 22-16,0 7 4 0,0 3 2 0,-2 3 0 16,0-1-2-16,0 4 6 0,0 1-4 0,0 2 6 0,0 1-6 15,-1-5-1 1,2-1 2-16,2-2-1 0,-1-2 5 0,1-2 0 15,1-5 0-15,0-4 2 0,1-4 2 0,2-6-38 16,-3-2-29-16,2-4-11 0,1-2-178 0,-1-4-118 16,3-3-102-16</inkml:trace>
  <inkml:trace contextRef="#ctx0" brushRef="#br1" timeOffset="-106432.49">12453 5223 2150 0,'0'0'185'0,"0"0"-62"0,0 0 89 0,0 0-156 0,0 0-15 0,0 0-13 15,0 0 2 1,0 0-10-16,0 0 12 0,0 0-1 16,0 0-7-16,0 0 0 0,0 0-5 0,0 0-19 0,1 0 8 15,-1 0-5-15,1 0 6 0,0 0-11 16,-1 1 4-16,8 17 2 0,-8-18 1 0,0 0-1 0,-2 17 3 16,2-16-2-16,0-1 3 0,-6 24 4 0,4-15-6 15,1 0 3-15,1 2-4 0,-1-1 1 0,0 1-4 16,1-1-2-16,0 1 0 0,1 1 0 0,0-1 5 15,0 1-1-15,1-1 1 0,-1-1 0 0,-1-2-2 0,0 1 0 16,-1-1-1-16,-2-1 0 0,2-1-10 0,-2 0-15 16,3-6-3-16,0 1-78 0,0-1-62 0,-1 1-11 0,1-1-25 15,0 1-121-15</inkml:trace>
  <inkml:trace contextRef="#ctx0" brushRef="#br1" timeOffset="-106069.04">12184 5549 2695 0,'0'0'84'0,"0"0"26"0,0 0-125 0,0 0 11 16,0 0 0-16,0 0 5 0,0 1 7 0,0-1 7 15,0 1-5-15,8 15 4 0,-8-16-15 0,0 0 1 0,1 1 0 16,0-1 1-16,19 15 11 0,-20-15-7 0,17 5 8 16,-6-4-8-16,2 1 7 0,3 0-1 0,0-1 3 15,1 0-2-15,1 0 4 0,-1-1 9 0,0 1-2 0,0 0 4 16,0 0-8-16,0 0-3 0,-1 0-7 0,2 2 3 16,0-1-12-16,1 2 0 0,1-1 3 0,-3 0-2 15,1 0 5-15,-2 0-7 0,-1 1 1 0,0-1-2 16,-1 1 3-16,-2 0 0 15,-1-1 0-15,0 0 0 0,-1 0-1 16,-2-1 0-16,1 0-3 0,-3 0-3 0,-6-2-54 16,0 0-53-16,1 0-8 0,15 4-19 0,-16-4-62 15,0 0-69-15,0 0-39 0</inkml:trace>
  <inkml:trace contextRef="#ctx0" brushRef="#br1" timeOffset="-105668.61">12312 5808 2552 0,'-9'1'84'0,"1"1"-53"0,0 1-1 15,2 0-9-15,6-3 37 0,0 0 6 0,-1 1-1 16,0-1-1-16,1 1-42 0,-1-1-16 0,1 1-4 0,-1 15-1 16,1-16 9-16,14 2 12 0,-4 0 1 0,2-2 2 15,1 1-8-15,1-1-4 0,0 0 1 0,2 2-1 16,-1-1 2-1,-1 0-4-15,1 0-4 0,-2 0 0 16,0 0-1-16,0 0-4 0,-1 1 8 0,-1 1-7 16,-3-2 8-16,-2 2 1 0,-6-3-1 0,0 0 2 15,0 0 7-15,0 1-18 0,0-1 1 0,-5 18-7 0,-4-12-2 16,-3 0 2-16,-1 1 2 0,-2 1-1 16,-1 1 15-16,1-1-3 0,-2 1 6 0,1 1-5 0,0-2 7 0,2 0 8 15,3 1-4-15,4-2 3 0,-1 0-10 0,4 0 5 16,1-1-5-16,2 1 4 0,1 0-14 0,3 2 3 15,0 0-1-15,4 1 1 0,0 0-1 0,3-1 6 16,1 2 0-16,2-1 2 0,1-1 1 0,0 0-10 16,0 0 3-16,0-1-5 0,-1-1 1 0,0 0-7 15,-1-2 4-15,0 0-6 0,-1-1 0 0,0 0-58 16,0-1-17-16,-3-1-23 0,-1-1-152 0,-7-1-156 0,1 0-96 16</inkml:trace>
  <inkml:trace contextRef="#ctx0" brushRef="#br1" timeOffset="-103449.83">2388 3924 335 0,'0'0'72'0,"-1"0"6"0,0 0-1 0,-15 11-29 0,16-11-43 0,0 0-9 32,-1 1 5-32,0-1-6 0,-16 15 19 0,17-15-9 15,-1 0 2-15,0 0-6 0,1 0-2 0,-18 2-102 0,18-2 27 16,0 0-48-16,0 0 70 0,0 0 32 16,-1-1 4-16,1 1 9 0,0 0 14 0,-13-18 11 0,13 18 12 0,0 0 5 15,0-1 105-15,-1 1 53 0,1-1-13 0,-1 1 17 16,-17-10-71-16,18 10-11 0,0 0-1 0,0 0-6 15,-1 0-36-15,1 0 0 0,0 0-9 0,-1 0 7 16,-15-5-14-16,16 5-2 0,0 0-4 0,0 0 0 16,-1 0-18-16,1 0-3 0,0 0-4 0,-1 0 0 15,-15-5-7-15,16 5 2 0,-1 0 5 0,1 0-2 0,-1 0 19 16,-19-7 0-16,20 7 2 0,0 0-3 0,-16-4 1 16,16 4-20-16,-1 0 3 0,-15-3-10 0,16 3-9 0,0 0-1 15,-17-3-3-15,17 3 2 0,0 0-3 0,-20 1-8 16,20-1 8-1,0 0-6-15,-18 5 7 0,18-5-1 0,0 0-3 0,-1 1 1 0,-17 12 3 16,18-13 0 0,0 1-4-16,-1-1 2 0,-12 23-9 0,13-23 9 15,-4 17 0-15,2-8 2 0,-1 2 1 0,0 0-1 16,2 0-1-16,-2 1-1 0,0 0-3 0,0 0 5 0,0 2 0 16,-1 2 3-16,1 0 3 0,-2 2-6 0,1 0 2 15,-1 1-3-15,-1-2 6 0,1 2-2 0,-1-2-3 0,2 0 2 16,0-2-3-16,1-2 2 0,2 0 1 0,0-2 1 15,1 1-5-15,1-1 0 0,0 0-3 0,2-1 2 16,-1-2-1-16,2-1 4 0,-1-1 0 0,2-1 0 16,-1 0-4-16,-1-2 5 0,-3-3 0 0,1 0 4 15,-1 1-4-15,1-1 3 0,18 14 1 0,-19-14 2 16,0 0 3-16,0 0-5 0,17 7-2 0,-17-7 1 0,0 0-4 16,1 0 2-16,-1 0 2 0,19 7 0 15,-19-7 7-15,0 0-6 0,0 0 0 16,0 1-2-16,0-1 3 0,0 1 1 15,5 19-3-15,-5-20 2 0,-5 15-3 0,-2-5 5 16,-1 0-3-16,1 2 1 0,-1 1-10 0,0 0 8 16,1-1 0-16,-1 1 3 0,1 0-7 0,1-1 2 15,0 0-2-15,1-1 0 0,1 0-4 0,2-1 0 16,0 0 4-16,2-1-2 0,0 0 3 0,1-1-8 16,1 0-1-16,2 0-2 0,0 0 10 0,1 0-3 0,2 2 2 15,-2-1-4-15,2 0 5 0,-1 1-1 16,0-1 4-16,1 1-3 0,-1 1 1 0,2 1-1 0,-1 1 0 0,-1 0-1 15,1 1 2-15,0-2-2 0,0 2-1 0,1-1-1 16,-1 0 6-16,1 1-2 0,0-1 0 0,0 0-1 16,1 0 5-16,-2 1-5 0,0 0 3 0,-1 1-3 15,-1-1 6-15,0 1-7 0,0 1 3 0,-1 0-3 16,-1 0 4-16,0 1 3 16,0 1-5-16,-1 0 4 0,0-1-3 0,0 1-3 0,1 0 5 0,-1-1-5 0,0 0-2 15,1 0 3-15,0 1 0 0,0 1 3 0,0 0 1 0,1 0-7 16,0-1 3-16,0-1-3 0,0 0 8 0,1-1-5 31,-1 0 3-31,0 1-3 0,1 0 3 0,-2-2 3 16,1 2-3-16,-1-1 3 0,-1 2-4 0,1 1 1 15,-2-2-1-15,1 1 0 0,0 0 10 0,1 0-6 16,-2 1 4-16,0-2-5 0,0 0 2 0,-1-2-1 16,2-2-1-16,-2 1 1 0,0-1-4 0,1-2 4 15,0 2 0-15,0-3 2 0,-1-1 1 0,1 1-5 0,-1-3 3 16,0 0-4-16,1 1 3 0,0-1-1 15,-1-1-3-15,2 0 1 0,-2-6 3 0,0 1-11 0,0-1 0 16,3 19-6-16,-3-19-20 0,0 0-118 0,1 1-6 16,-1-1-49-16,18 13-120 0</inkml:trace>
  <inkml:trace contextRef="#ctx0" brushRef="#br1" timeOffset="-100650.68">2536 3811 1143 0,'-6'1'65'0,"0"0"-18"0,0 2 5 0,6-3-8 0,-1 0-32 0,1 0-13 15,0 1 0-15,-1-1-2 0,-15 17 4 0,16-17 2 16,-1 0-5-16,0 0 2 0,1 0-2 16,-1 0 7-16,1 0 2 0,0 0 3 0,-1 0 5 0,1 0 10 15,-1 0 9-15,-15 1 0 0,16-1 21 0,0 0-25 16,0 0-1-16,0 0-9 0,0-1-15 0,0 1 0 16,0-1-2-16,0 1 1 0,0-1-5 0,0 1-4 15,2-17-4-15,-2 17 2 0,0 0-5 0,0-1 6 16,1 1-1-16,0-1 2 0,18-19-2 0,-19 20-4 15,12-10 3 1,-5 3-2-16,1 0 8 0,0-1-5 0,1 0 5 16,-1 0-4-16,0-1 9 0,2 0 12 0,1 1-9 0,1-1 8 15,0 0-14-15,1 1-2 0,-1 1 3 0,-2-1-1 16,2 1 2-16,0-1-7 0,1 1 5 0,-1 0-7 16,1-1 4-16,0 1 5 0,1-1-7 0,0 1 7 15,1-1-8-15,2-1 1 0,1-1 0 0,1 1 0 16,1-1 4-16,0 2-4 0,0 1 2 0,-2-1-3 15,1 1 8-15,-3-1-2 0,1 1 2 0,0 1-3 16,0-1-8-16,2 0 9 0,2-1-3 0,1 0 4 0,0 0-2 16,-1-1 0-16,2 1 1 0,-3 1 0 0,-1 0 0 15,0 0-4-15,-2 1 4 0,-1 0-3 0,2 1-1 0,0 1-2 16,2 0 0-16,0 0-1 0,1 3-3 0,-2-2 5 16,-1 3-4-1,-1 2 5-15,-1 1 2 0,-2 1 3 0,0 0 1 16,1 2 1-16,-2 0 0 0,1 1-2 0,3 2-1 0,-1 0 0 0,1 1 0 0,-1 1 1 15,1 1 2 1,-2 0-1-16,0 1 1 0,0 0 1 0,-1 2-3 16,-2-2 3-16,1 1-2 0,-2-2-2 15,3 0 0-15,-1 0 0 0,0-3 7 0,3 2-3 0,1-3 4 16,0-1-6-16,2-1-4 0,0-2 7 0,-1-2-3 0,1-1 6 16,0-2-4-16,1-2-2 0,-2 0-2 0,1-2 0 15,0-1-2-15,1 0 2 0,1-2 0 0,0 1 2 16,0-2 3-16,-1 3 7 0,-1 0 4 0,-2-1 0 15,0 1-4-15,1 0-6 0,-1 1-3 0,0 0 1 16,1 0-4-16,1-1 1 0,-1 0 3 0,2 0 0 16,-2 0 0-16,-1 1 2 0,0-1-6 0,-1 0 3 0,0 0 0 15,-2 0-6-15,0-1 6 0,0 1-7 0,0-1 4 16,1 0-1-16,1 0-2 0,2 0 3 0,1 0-1 0,-1 0 0 16,1 2 1-16,-2-1 0 0,0 1-2 0,0 0 2 15,0 1-4-15,1 0 4 0,-3-1 1 0,2 2-1 16,-1 0 3-16,1-1-3 0,1 2-4 0,-1-2 4 15,0 2-5-15,-2 1 5 0,-2 0 0 0,0 1-2 16,-2 0 3 0,0 0-1-16,1 2 0 0,-1 0 2 15,0 3-4-15,-1-1 3 0,0-1 4 0,1 2-5 0,1 0 4 16,0-1-4-16,2 2 1 0,-1 0-1 0,0-1-4 16,1 1 2-16,-1 0 5 0,0 0 1 0,-2 0-3 0,1 2 0 15,0-1-2-15,-1 2-2 0,0 0 4 0,0 0-3 16,0 2 8-16,-1-1-2 0,1 2 3 0,1-1-3 15,-1 0 2-15,3 2-4 0,1-1-2 0,2 1 1 16,-1 0 11-16,1-1-9 0,0 0 5 0,-2-2-6 16,2 1 4-16,-3-3-2 0,1 0 2 0,-3-1-2 0,1 0-2 15,-1 0-3-15,1-1 2 0,0 0-2 0,0 0 6 16,2 0-2-16,1 0-2 0,3-1-1 0,0 0-37 0,2 0-580 16</inkml:trace>
  <inkml:trace contextRef="#ctx0" brushRef="#br1" timeOffset="-98282.27">12251 6179 525 0,'0'0'365'0,"0"0"-150"0,0 0 187 16,0 0-394-16,0 0-8 0,0 0-11 0,0 0 0 16,0 0-5-16,0 0 6 0,0 1 6 0,0-1 2 15,0 1 4-15,0-1-2 0,0 1 9 0,1-1 1 0,16 15 6 16,-17-15-1-16,0 0 37 0,0 0 14 0,1 0 2 15,-1 0 3-15,17 9-2 0,-17-9-14 0,0 0 3 0,0 0-7 32,0 0-4-32,0 0-22 0,1 1 0 15,0-1-7-15,-1 1-10 0,17 14 1 0,-17-15-6 0,0 0 3 16,1 1-11-16,-1-1 5 0,17 12 2 0,-17-12 2 16,0 0 0-16,1 0 7 0,18 10-5 0,-19-10 4 15,0 0-5-15,16 5 11 0,-16-5 0 0,1 0 3 16,16 3 8-16,-17-3 1 0,1 0 4 0,-1 0-4 0,20 2-3 15,-20-2-7-15,1 0-4 0,0 0 0 16,-1 0-13-16,18 0 5 0,-18 0-1 0,0 0 3 0,0 0-6 0,0 0 4 16,0 0-3-16,0 0 3 0,0 0 0 0,0 0 1 15,0 0 5-15,0 0-3 0,0 0-1 0,0 0 10 16,0 0-3-16,0 0 5 0,0 0-10 0,0 0 12 16,0 0-4-16,-1-1 6 0,1 1-10 15,0-1-6-15,-19-12-6 0,19 13 1 0,0 0-13 0,-17-4-9 16,17 4-2-16,0 0-4 0,-23-1-11 0,13 1 11 0,2 2 0 15,-2-1 4-15,0 0 13 0,0-1 4 16,0 1 4 0,1-1-2-16,2 0 6 0,1 0 0 0,6 0-1 15,-1 0 0-15,1 0 3 0,-17-1 0 0,17 1 5 0,0 0-3 16,0 0 6-16,-1 0 0 0,1 0-4 0,-1 0 1 16,1 0-12-16,0 0-1 0,0 0-6 0,0 0 4 15,0 0-9-15,0 0-2 0,0 0 5 0,0 0-4 0,19 10 3 16,-19-10 11-16,16 4-5 0,-5-1 7 15,0-1-1-15,0 0 1 0,2 1 3 0,0-1-2 0,0 1 3 16,-1-1-1-16,2 0-3 0,-2 1 1 16,1-2-2-16,-1 1 4 0,-1 0-1 0,1 0 1 0,-3 0 3 0,0-1-5 15,1 1 5-15,-2-1-5 0,0 0 4 0,-8-1 1 16,0 0-7-16,1 0 6 0,17 4-5 0,-18-4 2 16,0 0 1-16,0 0-1 0,0 0-2 0,0 0 2 15,0 0-2-15,0 1 2 0,0-1-6 0,0 1 2 16,0-1-3-16,0 1 2 0,0-1-1 0,0 1 4 15,-1-1 1 1,-15 12 1-16,16-12-4 0,0 0 0 0,0 0 0 16,-1 0 0-16,0 0-1 0,-16 3-2 15,17-3-3-15,0 0 1 0,-1 0-4 0,1 0-19 0,-17 6-6 16,17-6-8-16,0 0-43 0,0 0-56 0,0 0-16 0,0 1-27 16,-16 15-206-16</inkml:trace>
  <inkml:trace contextRef="#ctx0" brushRef="#br1" timeOffset="-96502.38">9716 5733 2022 0,'-7'-1'111'0,"0"-1"-36"0,1 0 51 0,0 1-106 0,6 1-2 16,-1 0-12-16,1 0 1 0,0 0 1 0,-1 0-1 16,1 0-1-16,-16-8 2 0,16 8-5 0,0 0 4 15,0 0-4-15,0 0 0 0,0 0-1 0,0 0 2 16,0 0 0-16,0 0-1 0,0 0 3 0,0 0-4 0,0 0-6 16,0 0 1-1,16 9 1-15,-16-9 1 0,1 0 4 0,-1 0 3 0,23 8-6 0,-16-5 4 0,2 0-7 16,0 0 3-16,1 1 0 0,0-3 2 0,2 2 4 0,0 0-7 15,1-1 2-15,0 2-4 0,0-1 0 0,1 1 3 32,2 1-4-32,1-1 4 0,0 0 0 0,-1 2-2 15,0-1-1-15,0 2 0 0,-1 0 3 0,1 0 2 16,0-1 3-16,-1 1-3 0,0-1 3 0,-3 1 4 16,3-1 0-16,-4 0 1 0,2 0 1 0,-1-1 7 15,-1 1 3-15,-1-1 1 0,0 0 3 0,-2-1-1 0,0 0-2 0,-1 0 2 16,-1 0 0-16,-6-4-3 0,1 0 4 15,-1 0-4-15,0 0 0 0,0 1-3 0,1-1 0 16,-1 1-1-16,1-1-2 0,0 1-7 0,-1-1 6 0,0 1-5 16,0-1 12-16,0 0-3 0,0 1-1 0,-20 8 0 15,11-10-12 1,-1-1 4-16,-2-1-7 0,0 1 5 0,-2-1-9 0,1 1 2 16,-1 0-5-16,0 0 3 0,1 1-2 0,-1 0-1 0,-1 1 3 0,2 0-3 15,0 1 3-15,2 0 1 0,-1 0 0 16,2 1 1-16,1 1 5 0,0-2-5 0,2 1 2 0,0 0-2 0,1 0 2 15,6-2-2-15,0 0 2 0,0 0-2 0,-1 0 0 16,0 0 6 0,1 0 2-16,-1 0-1 0,1 0-9 0,0 0-3 15,-1 0-1-15,1 0 2 0,0 0 10 0,0 0 2 16,1 0 0-16,17 8 0 0,-18-8 0 0,17 1-3 16,-7 0 1-16,2-1-2 0,-1 0-4 0,3 0-1 15,0 1 1-15,1-1-1 0,-1 0 3 0,1 1-42 16,-2 0-16-16,3 1-18 0,0 0-128 0,3 1-272 0</inkml:trace>
  <inkml:trace contextRef="#ctx0" brushRef="#br1" timeOffset="-94235.89">11159 7226 2409 0,'-6'-2'141'0,"1"0"-5"0,5 2 2 15,0 0-24-15,0 0-64 0,0 0-55 16,0 0 9-16,0 0-14 16,0 0 14-16,0 0-4 0,0 0 0 0,0 0-1 15,0 0-7-15,0 0 6 0,18 10-3 0,-8-6 5 16,1 0-3-16,2 0 1 0,1 0-2 0,0-1 1 16,1 0 3-16,0 0-2 0,1-1 2 0,-2 0-4 15,0-1 6-15,-1-1-6 0,-1 0 6 0,0-1-12 16,-1 1-62-16,0-2-54 0,-1 0-15 0,0-1-9 0,-1 0-56 15,-1 0-84-15,-1 1-84 0</inkml:trace>
  <inkml:trace contextRef="#ctx0" brushRef="#br1" timeOffset="-93985.05">11161 7442 2229 0,'0'0'86'0,"0"0"64"0,-1 0-145 0,1 1 17 0,0-1-2 16,0 1 11 0,5 17 35-16,-5-18 8 0,16 6-2 15,-5-3 1-15,1 0-10 0,2 0-28 0,1 0 0 16,1-2-13-16,0 0-22 0,1 0 1 0,0 0-1 0,-1 0 0 16,1 0-3-16,-1-2-2 0,0 1-13 0,2-2-1 15,-2 1-74-15,0 0-8 0,-1 0-10 0,0-2 3 16,-2 0-31-16,-1 0-10 0,-1-1-19 0,1 1-3 15,1-1-123-15</inkml:trace>
  <inkml:trace contextRef="#ctx0" brushRef="#br1" timeOffset="-93536.31">11797 6799 2567 0,'0'0'445'0,"0"0"-429"0,0 0-11 0,0 0-14 16,0 0-70-16,9 1 33 0,3 3 0 0,0 0 14 15,4 1 20-15,1 1 10 0,-1 0-2 0,2 0 4 0,-2-1 5 16,0 1-7-16,0-2 2 0,-1 1-4 0,1-1 4 16,-2-1 1-16,1 1 3 0,-3-4-1 0,1 3 8 0,-1-2-3 15,-2 0-1-15,0 1-1 0,-3-2-4 0,-1 0 11 16,-6 0 1-16,1 0 4 16,0 0 7-16,-1 0-4 0,17 0-1 0,-17 0-1 0,0 0-15 0,0 0 3 15,0 0 1 1,0 0 2-16,0 0-4 0,0 0-3 0,0 1-3 0,0-1 2 0,-7 17-7 0,2-10 0 15,0 3-2-15,-3 1 1 0,2 2 2 0,-2 2 3 0,1 0-4 32,1 1 5-32,0 1 0 0,2 1-4 0,0 1 5 15,1-2-4-15,-1 0 6 0,2-1-6 0,0 0-3 0,0-1-11 16,0 0-107-16,0 0-98 0,0 0-26 16,1-2-24-16,-2 0-128 0</inkml:trace>
  <inkml:trace contextRef="#ctx0" brushRef="#br1" timeOffset="-93267.73">11773 7186 2596 0,'0'0'103'15,"0"0"100"-15,0 0-197 0,0 0 1 0,0 0-3 0,0 0 2 16,7 17-5-16,-1-11 0 0,1 0-1 0,3 2 1 0,0 0 10 0,5 0 0 15,0 1 1-15,2-1-2 0,3 0-1 0,1-1 12 32,0-2 3-32,1 0 5 0,0-1 12 0,3 0-9 0,1-1 0 15,3 0-4-15,0-1-17 0,-1 0-4 0,-2-1-4 16,-1 0 2-16,-1 0-6 0,-3-1 1 0,-1-2 0 0,0 1 0 16,0 0-14-16,1-1-146 0,-2-1-3 0,-1-1-62 15,-2 0-121 1</inkml:trace>
  <inkml:trace contextRef="#ctx0" brushRef="#br1" timeOffset="-92669.86">12102 7614 2833 0,'0'0'330'0,"0"0"-256"0,0-1-13 16,-2-21-64-16,4 13 13 0,-1 0-7 0,1-1-1 16,0 1-2-16,-2 0-2 0,0 0-34 0,-2 3-9 0,-1-1-12 15,-1 0-67-15,-1 1 22 0,-1-1-5 0,1 3 14 16,-4 0 34-16,-2 2 29 0,-1 1 6 0,0 1 7 15,-2 0 23-15,1 1 7 0,0 2 4 0,1-1 2 16,1 2 34-16,1 1 18 0,2 0-4 0,1-1 4 16,0 1-25-16,2-1-25 0,1 2 0 0,1 0-11 0,2 1-11 15,-1 1-4-15,1 2 1 0,1 0-2 0,0 1 0 16,3 1-1-16,0-1 0 0,2 1 1 0,-1 0-3 0,2 0 2 16,1 1 1-16,1 1 0 0,1 1-1 15,1 0 0 1,-1-1-2-16,0 2 3 0,2-2-6 0,-1 1 10 0,1 0-2 0,-1 0 4 0,0 0 4 0,-2-1-4 31,0-1 4-31,-2 0-4 0,-1 0 8 0,-1-2-2 16,0 0 2-16,-2-2 0 0,-2 0 8 0,0-1-3 15,0 0 2-15,-2-2-2 0,-2 1 0 0,-1-3-4 0,-1 1 2 16,-2-2-1-16,-1 0 5 0,-1-1 11 0,-1-2-3 16,0 0 7-16,0-3 13 0,1-1 7 0,0-2 0 0,0 0 2 15,0 0-3-15,0-2-20 0,2-2-2 0,1 0-8 16,1-3-25-16,2-1-3 0,2-1 1 0,2-2-2 15,0-2-8-15,3-1-2 0,2 0-1 0,2 0 1 0,3 1 10 16,1 1 8-16,1 0-4 0,2 0 3 16,-1 1-11-16,5 1 3 0,1 1 2 0,1 1-2 15,1 0-3-15,-1 1-106 0,-1 0 13 16,0 2-56-16,0 0-91 0,4 0 805 0</inkml:trace>
  <inkml:trace contextRef="#ctx0" brushRef="#br1" timeOffset="-57120.58">6460 3456 1440 0,'0'0'294'0,"0"0"-136"16,0 0 150-16,0 0-392 0,0-1 22 0,0 1-4 0,0-1 53 15,0 1 0-15,0 0 8 0,0 0-4 0,1 0 19 16,0 0 1-16,-1 0 8 0,17-3 9 0,-17 3 2 16,0 0 1-16,1 0 1 15,-1 0 7-15,0 0 4 16,17 9-4-16,-17-9 4 0,0 0-5 0,1 0-5 0,-1 0 1 16,1 0-3-16,17 4-8 0,-18-4-1 0,1 0 1 15,15 2-1-15,-16-2-2 0,0 0 2 0,20 2-6 16,-19-2 5-16,15 1-14 0,-8 0 2 0,1 0-1 0,1-1 2 15,-1 2-6-15,1-1 7 0,0 0-3 0,0 0 4 16,-1 0-8-16,2 1 5 0,0-2-3 0,0 0 4 16,-1 1-2-16,0-1 9 0,1-1 2 0,0 1 1 15,1-1 9-15,1-1-11 0,1 1 1 16,1 0-5-16,0-2-1 0,0 2-6 0,-1 0 2 0,0-1-4 0,-1 1 1 16,0-1-4-1,-1 0-2-15,2 2 0 0,-1-1 3 0,1 0-2 16,0 0 0-16,-2-1 0 0,2 0-1 0,0 0 5 0,2-1-1 0,1 2 3 0,0-1-5 0,-1 1 3 31,0 0 1-31,-1 0-1 0,0 0-2 0,0 0-1 0,-1 1 1 0,-1 0-1 0,-1 0-3 0,1 0 1 16,-2 0-3-16,1 1 3 15,0 1 1-15,-1-2 0 16,3 0 3-16,-2 1-3 0,1-1 0 0,0 0 4 16,0 1-2-16,-1 0 3 0,0-1-4 0,0 1 2 0,1-1-4 15,-1 1 5-15,0-1 1 0,0 1-2 0,-1 0 0 16,1 0-2-16,1 0 0 0,-2 0-2 0,3 0 2 15,-1-1-2-15,1 1 0 0,1 0 4 0,0 0-2 0,-2 0 2 16,1-1 5-16,0 0-7 0,0 1 2 0,-2 0-3 16,1 0-1-16,-1 0 2 0,1-1-2 0,-2 1 3 15,0-1-1-15,-1 0 1 0,0 1 1 0,1-1-1 16,-1 2-3-16,2-2 3 0,0 1 0 0,0 0 1 16,-1 0 2-16,1-1-2 0,0 0-1 0,-1 0 1 0,0 0 2 15,0 0 1-15,0 0 0 0,0 0-1 0,-1-1-1 16,0 0 0-1,0 1 1-15,-1-1-1 0,0 1-4 0,-1-1 2 0,0 1-1 0,-1 0 3 0,-1 0 6 0,1 0-8 16,-1-1 1-16,0 1-4 16,1 0-2-16,0 0 6 15,-1 0 0-15,1 0 2 0,0 0-5 0,1-1 3 0,-1 1-2 0,0-1 4 16,-1-1-3-16,1 1-1 16,-1-1 3-16,1 1-3 0,-1-2 0 0,0 1 1 15,1 0-2-15,-2-1 3 0,0 1 3 0,0-2-8 0,0 1 7 16,0 1-7-16,0-2 5 0,0 1-2 0,-5 3-1 15,1 0 1-15,-1-1-1 0,16-8 7 0,-16 9-1 16,0-1 2-16,1 1-9 0,12-16 4 0,-13 16-6 0,0-1 6 16,0 1-2-16,1-1 2 0,17-16-1 0,-18 17 1 15,1-1-1-15,12-15-1 0,-13 16 1 0,1 0-1 16,11-17 0-16,-6 11 4 0,0-1 0 0,-2-1 1 16,1 2 2-16,-1-1-8 15,1 0 4-15,-2 0-3 0,1 0 11 0,-1 0-7 0,0 1 1 0,0-1-4 0,-1-1 6 16,1 0-3-16,-1 0 3 0,-1 0-4 0,-1-1-1 15,1 0 1 1,-1 0 0-16,0-1-1 0,-1 1 1 0,0-1-3 0,1 2 1 0,-2-1 0 0,1 1 1 0,-2-1 2 16,1 0-1-16,-1 0 0 0,-1 1-9 0,1-1 5 31,-1-1-1-31,2 0 3 0,-2 1-1 0,1 0-2 16,-2-1-1-16,0 0-1 0,-1 1 2 0,0 0-1 15,1 0 1-15,0 0-1 0,0 0-5 0,0 1 9 16,-1-1-6-16,0 1 6 0,-1 0-3 0,1-2-3 0,-2 2 2 15,0 0-4-15,1 1-2 0,-1-1 4 0,-1 1 0 16,1 0 2-16,-1-2 1 0,0 1-1 0,-1 0-4 0,-1 0 3 16,1-1-1-16,-2 1 0 0,-1 1 3 0,1-1-2 15,-2 1 4-15,1 0-4 16,0 0-1-16,-1 0-2 0,1 0 1 0,0 1-4 0,-2-1 5 0,2 1-3 16,-1 0 9-16,0 0-3 0,0-1 1 0,0 0-1 15,0 1 0-15,0-1 0 0,-1 0 0 0,0 1 0 0,0 0 1 0,0 1 1 31,1 0-3-31,0 1 1 0,-1 0-5 0,1 0 1 16,-1 1-1-16,0 0 1 0,1-1-4 0,-2 0 1 0,-1 2 3 0,0-1-1 0,-1 1 2 0,-2 0-1 16,2 0-4-1,-1 0 2-15,1-1-4 0,1 3 3 16,-1-1-2-16,1 0 1 0,0 2-5 0,-2 0 7 16,2-1 0-16,-3 1 2 0,-2 0-3 0,0 0 4 15,1 1-1-15,0 0 2 0,1 0-4 0,1 2 1 16,0-2 0-16,1 2 2 0,-1 0 4 0,0-2-1 15,0 3-3-15,-2-1 0 0,0 0-6 0,2 1 11 0,0 0-6 16,1-1 6-16,1 2-2 0,1-1-2 0,0 0 2 16,1 2-2-16,1-1 1 0,1 0 1 0,-1 1 1 15,0-1 1-15,0 1 0 0,0 0-2 0,0 0 0 0,0 0 0 0,0-1 5 16,2 1-6-16,-1 1 4 0,3 0-5 16,-1 0 2-16,0 1 0 0,0-1 0 0,-2 0 0 15,1 1-1-15,-1 0-1 0,1-1 0 0,0 0 1 16,-1 0 3-16,1-1-3 15,-1 2 2-15,-1 0-1 0,0-1 6 0,1 1-7 0,0 0 0 0,1 0-2 0,2-1 4 16,0 2-1-16,0-2 2 0,1 0-2 0,2 1 3 0,-1 0-6 31,0 0 3-31,1 0-3 0,0 0-1 0,1 0 6 16,1 2-7-16,-2-1 6 0,1-1-8 0,2 1 5 16,-2-1 0-16,2 0 2 0,1 0 1 0,0 1-4 15,2-1 7-15,0 1-5 0,1 0 8 0,0-1 0 16,1 2-5-16,1-2 5 0,0 1 2 0,2 1-9 15,0-2 1-15,1 1-3 0,-1 0-5 0,1-2 1 0,-1 1 1 16,2 0-1-16,-1-1 5 0,1 0-3 0,1-1 4 16,-1 0-3-16,1-1 0 0,0 0 2 0,0 0-4 15,1 0 4-15,1 0 3 0,-1-1-6 0,1 0 4 16,0-1-5-16,-1 0 4 0,2 2 1 0,-1-1 2 16,2 1-1-16,-1 0 1 0,-1-2-3 0,1 2-4 15,-1 0 0-15,-1 1-10 0,1 1-121 0,0-2 6 0,-2 0-56 16,3 1-79-16,0-1-244 0</inkml:trace>
  <inkml:trace contextRef="#ctx0" brushRef="#br1" timeOffset="-54754.06">1479 6671 20 0,'0'0'997'15,"0"0"-434"1,0 0 521-16,0 0-1077 0,0 0 5 0,0 0 1 16,0 0-1-16,19-7 2 0,-11 4-4 0,1 1-5 0,-6-3-2 15,5 2-2-15,3 0 0 0,0-2-4 16,0-1 3-16,1-1 0 0,0 0 3 0,0-1 1 15,-1 0-6-15,1 0 0 0,0-2-2 16,-2 1 4-16,0-1 5 0,1 0-1 0,0 0 3 0,2-1 8 0,0 0 11 16,2 0 1-16,2 0 2 0,-1-1 0 0,0 1 1 15,1-1-1-15,1-1 1 0,0 2-8 0,1-1-9 0,0-1 2 16,0-3-5 0,1-2-4-16,3-1 2 0,1-2 0 0,2-1 1 0,3 0-5 0,-2-1 7 0,1 0-4 15,-3 1 6-15,0-2 3 0,0 1 8 16,0-1-4-16,3 2 4 0,0 0-10 0,-1 1-1 0,-1 1 0 0,-1 0-2 15,-2 0 4-15,1 1 3 0,1 1-1 0,3-1 1 16,2 1-6-16,0-1 1 0,-1 0-3 16,-1-1 1-16,-1 0-9 0,0-2 2 0,1 0-2 0,3 0 1 31,1 0-2-31,-2 1 2 0,0 0-1 0,-3 0 1 16,-2-1 2-16,2 0-6 0,1 0 4 0,2 0-4 0,2 0 11 15,-3 0 15-15,-1 0-2 0,-1 2 7 16,-2-1-7-16,1 0-9 0,3 1-1 0,1-2-3 15,1 0 6-15,-2 1-6 0,-1 0 3 0,-3 1-5 0,0 0 4 0,3 1-4 16,0 0 1-16,3 1-3 0,0 0-5 0,-3-1 4 16,-2 1 0-16,-1-1 2 0,0 0-6 0,3-1 2 15,1 0-1-15,3 0 1 0,0 0 3 0,-2 1-2 16,-2 1-2-16,0-1 0 0,-1-1 5 0,3-1-4 0,1-1 2 16,2 1-3-16,-2-1 3 0,-2-1 2 0,-1 2 2 15,0 0-1-15,2 1-2 0,2-1 6 0,3-1-7 16,-1-1 6-16,-2 0-6 0,-2-1-3 0,2-1 4 15,2 1-3-15,0 1-1 0,3 0 0 0,-2 0-1 0,-2 0 1 32,0-1 1-32,3-1-1 0,0 0-1 0,2-1 0 0,0 0-2 0,-3 1 6 0,-1 0-3 0,2-1 5 31,0 0-7-31,2-2 0 0,0-1 2 0,-3 2-2 16,0-2 0-16,1 2 4 0,0 1-3 0,2-1 4 15,-1 1-5-15,-4-1 0 0,-2 0 0 0,2 0-1 0,0 1 5 16,3 1-2-16,0 1-1 0,-3 1 0 15,-2 0 0-15,-1-1 0 0,2 0 4 0,1-2-3 0,1 2-1 0,0 0 2 16,-2 2-1-16,-4 2 2 0,1-1-4 16,1 1-1-16,0-1 1 0,2 0-1 0,1 0 4 15,-2 0 1-15,-2 0-1 0,-2-1 1 0,4 2-1 0,0 0-3 16,2 0-1-16,0 3-1 0,-2-1 1 0,-3-1 0 16,-1 0 3-16,1 0-1 0,0-1 9 0,3 1-10 0,2 0 4 15,-4 0-4-15,-1 2 5 16,-2 0-3-16,-1 3-2 0,0 1 0 0,2-2-2 0,0 2 2 0,0-3 2 15,0 2 1-15,-2-1-1 0,-2 1 2 0,-1 0-4 0,-1 1 3 16,-1 0-2-16,3 0-2 0,-1 2 5 0,0 0-4 16,-2 2 1-16,-2 0 1 0,-1 3-2 0,-1-1 2 31,-2 2-2-31,-2 1-1 0,0 0-1 0,-3 3 1 16,-2-2 2-16,0 2-1 0,0 1 0 0,-7 0-4 15,1 0-53-15,-1 0-149 0,1 0-38 0,-1 0-52 0,0 0-268 16</inkml:trace>
  <inkml:trace contextRef="#ctx0" brushRef="#br1" timeOffset="-53819.95">2762 5838 1127 0,'0'0'184'0,"0"0"-46"0,0 0 90 16,-1 0-101-16,0-1-26 0,-17-7-20 0,18 8-42 15,0 0-3-15,-1 0-6 0,-15-5-18 0,16 5 5 16,-1 0-4-16,1 0 5 0,-17-9-6 0,17 9-3 0,0 0 4 15,-1 0-3-15,0 0 18 16,-17-4 26-16,18 4 1 0,0 0 7 0,-1 0 6 0,0 0 17 0,1 0-3 0,-1 0 7 16,1 0-11-16,0 0-9 15,-17 3 0-15,17-3-3 16,0 0-7-16,0 0-19 0,0 1 1 0,-5 17-7 16,5-18-9-16,0 16-12 0,0-6 1 0,-1 2-4 15,1 3-6-15,0 2-4 0,0 2 0 0,0 1-1 16,0 2 5-16,0 2-3 0,-1 3 0 0,0 3-1 0,-1 3 0 15,-1 5 6-15,1 1-3 0,-1 4 4 0,-1 1-2 0,-1 3-3 16,-1 2-1-16,1 0 0 0,1 3-2 16,-3 0 3-16,2 3 5 0,0 0-2 0,0-1-1 0,1 2 3 15,0-2 2-15,0 1 1 16,0-2 6-16,1-2-8 0,1-1 3 0,-2-3-4 0,1-2 4 0,2-1 6 16,-1-2-3-16,1-1 6 0,0-1-1 0,-1-4-8 15,2-2 2-15,0-2-4 0,0-2 1 0,0-3-6 0,2-1 3 16,-2-5-4-16,2 0-1 0,1-5 0 15,-1-3-2-15,0-2 1 16,1-2-2-16,-1-2-48 0,-2-7-7 0,0 0-21 16,0 0-91-16,1 1-87 0,-1-1 9 0,19 0-45 15,-13-13-132-15</inkml:trace>
  <inkml:trace contextRef="#ctx0" brushRef="#br1" timeOffset="-53411.63">3118 5556 3450 0,'-5'-1'110'0,"-2"1"-8"0,1 2-94 0,0 0-27 16,2 2-4-16,0 3-6 0,0 3 3 0,0 3-3 0,-1 7 7 15,1 4-4-15,-2 5 22 16,-1 5-2-16,2 1 6 0,-4 5-5 16,2 2 6-16,1 4 3 0,0 3-2 0,2 3 2 15,-1 3 6-15,0 3 0 0,0 3 1 0,0 3 0 16,2 2-3-16,-1 0 4 0,1 1-3 0,0 0 3 16,-2-1-7-16,2-1 4 0,0 0-1 0,0 0 2 15,2-3 1-15,-1 1 3 0,1-1 0 0,0-3 2 16,0 0 6-16,0-1-3 0,-1 0-1 0,0-2 0 15,1-2-2-15,-1 0-3 0,1-2 1 0,1-3-3 0,-1 0-9 16,1-4 4-16,0-2-1 0,0-4 1 0,0-1-5 16,0-3-2-16,0-2 1 0,0-8 0 0,0-1 4 0,1-4-61 15,0-4-14-15,-1-2-25 0,2-3-127 0,-2-11-87 16,0 1-26-16,0-1-20 0,0 0-71 16</inkml:trace>
  <inkml:trace contextRef="#ctx0" brushRef="#br1" timeOffset="-53050.72">3376 5615 2814 0,'-1'-19'134'0,"-2"1"-66"0,1 0-17 0,0 3-5 16,1 0-11-16,-1 2 8 0,0 4 1 0,2 9 4 15,0-1 9-15,0 1-37 0,0 0 0 0,0 0-16 0,-6 12-23 16,5 3 13-16,0 7-3 0,-1 8 6 0,1 5 1 16,-1 10 2-16,0 2 2 0,0 7 1 0,0 4 2 15,0 3-4-15,0 3 1 0,0 3-1 0,0 2 6 0,0 0-1 16,0 1-3-16,0 1 2 0,0-1-2 0,1 3 6 16,-1 0 3-16,-1-1 2 0,0 2 17 0,0 0-6 15,0-2-2-15,0 3-3 0,1-2-11 0,0-2 0 16,1 1-1-16,1-2 0 0,1-3-3 0,0 2 9 15,1-3 0-15,1-3 3 16,-2-2 0-16,1-4-1 0,1-3-4 0,-1-4 2 0,0-3-9 0,0-5-4 0,0-3-1 16,-1-6-2-1,0-1-7-15,0-8-145 0,0-4-11 0,-1-7-59 16,1-2-136-16,-1-11-341 0</inkml:trace>
  <inkml:trace contextRef="#ctx0" brushRef="#br1" timeOffset="-52687.86">3826 5101 3667 0,'-2'5'33'15,"1"0"-38"-15,0 3 3 0,2 3-19 0,0 5-14 0,4 7 23 0,2 8-1 16,-2 6 9-16,0 2 2 0,0 7 1 16,-2 4 1-16,1 4 0 15,-1 3 0-15,0 3 0 0,-2 2 1 16,0 3 2-16,-1 2-3 0,0 6 0 0,2 0 0 16,-2 3 1-16,-1 2 8 0,0 0-4 0,1 4-1 0,-1 1 0 15,1-1-4-15,1 4 4 0,-1-3 0 0,2-1 3 16,-1 1-1-16,1-6-1 0,1 1-1 0,-1-3 0 15,0-4-4-15,2 1 3 0,-1-4 3 0,1-4-1 16,0-3-1-16,1-5-3 0,0-5-5 16,1-4-1-16,0-5-45 0,0-8-119 0,1-4-17 0,0-7-44 0,1-5-148 0,-2-7-234 15</inkml:trace>
  <inkml:trace contextRef="#ctx0" brushRef="#br1" timeOffset="-52338.29">4300 5031 1709 0,'-3'-17'280'0,"1"2"77"0,-1 1 82 32,0 2-246-32,0 3-71 0,1 2-52 0,2 7 0 15,0 0-20-15,0-1-31 0,0 1-24 0,0 0-2 0,1 14-8 16,1 2 7-16,1 11 11 0,-1 5 7 0,2 10 1 15,-1 8 3-15,0 9-5 0,1 4-1 0,-2 9 0 16,0 4 4-16,0 1-6 0,-1 6-1 0,1 2-1 0,1 2 1 0,-2 5 9 16,2 0 1-16,-3 5 3 0,1-1 4 15,0 7-3-15,0-1 0 0,1 2-1 0,0-3 1 16,1-3-2-16,0 1-2 0,1-6 1 0,-1 0-10 16,1-8 4-16,-1-2-3 0,2-6 3 0,-2-5-1 0,2-3 0 15,-1-5 1-15,-1-8-3 0,1-4-7 0,-1-10 0 16,0-5-3-16,0-7-4 0,0-6-63 0,-1-8-135 15,1-4-17-15,-3-12-48 0,0 0-149 0,7-1-7 16,-5-16-205-16</inkml:trace>
  <inkml:trace contextRef="#ctx0" brushRef="#br1" timeOffset="-52001.8">4541 4588 2895 0,'0'0'502'0,"-1"0"-457"0,0 0 4 0,1 0-37 0,-1 0-58 16,-7 14-5-16,10 2 5 0,0 8-1 0,2 9 36 0,-2 10 6 15,0 8 4-15,2 10-1 0,-3 4 2 0,0 7 5 16,1 4-5-16,-2 7 6 0,1 1-3 0,0 3 1 15,0 1 0 1,1-2 1-16,0-1 1 0,-1 0-4 0,2-1 4 0,-1 1-4 0,2-3 11 0,0 2 24 16,-2 0-6-1,3-2 12-15,-1 3-11 0,1-4 7 0,1 0-4 16,-1-2 3-16,0-4-19 0,0-4-7 0,-1-3-5 16,1-6 1-16,0-5-4 0,0-5 0 0,0-5-1 15,-1-10-2-15,1-2-26 0,0-9-210 0,-1-4 2 16,1-8-93-16,1-5-187 0</inkml:trace>
  <inkml:trace contextRef="#ctx0" brushRef="#br1" timeOffset="-51654.82">5113 4224 3337 0,'0'0'77'0,"-1"0"-80"16,-9 12 12-16,7 3-39 0,3 7-9 0,1 10 22 15,2 10 2-15,1 7 6 16,-1 6 2-16,1 9 4 16,-2 3-1-16,1 8 2 0,-2 3 2 0,2 3 5 15,-1 3-3-15,0 1 6 0,2 2-1 0,-1 3-6 16,-1-2 5-16,1 2-6 0,-1-1 2 0,1-1 3 0,-1 4 1 15,1-5 0-15,0 2 1 0,-1-2 26 0,1 0-4 16,-1 1 12-16,2 0-13 0,-1 2-1 0,0-2 0 0,-1-2 1 16,0 0-2-16,1-4-12 0,0 1 0 0,0-4-4 15,1-3-6-15,-2 0-1 0,1-3 1 0,-2-6-1 16,2 0-1-16,0-6-7 0,-1-3-28 0,1-6 3 16,0-6-132-16,0-7-147 0,0-3-13 0,1-7-72 0,-1-6-319 15</inkml:trace>
  <inkml:trace contextRef="#ctx0" brushRef="#br1" timeOffset="-51271.82">5818 4088 3366 0,'-2'-6'103'0,"2"6"-74"0,0 0 22 0,0 0-53 16,0 0-64-16,0 0 10 0,-1 16 7 0,2 4 4 15,2 8 41-15,-2 11 3 0,1 6 0 0,-3 10 1 16,0 4 1-16,-2 7 0 0,0 6-1 0,0 6 0 16,-1 3 4-16,1 5 1 0,-1 2 2 0,-1 3-2 15,1 0 1-15,0 0 27 0,0 1-7 16,0-3 14-16,0 3-16 0,2-4-4 0,0 1-1 0,1 0 0 15,-1 0 1-15,2 0-1 16,0-3 3-16,2 2-3 0,-2 1 3 0,2 0-4 0,0 2-1 0,-1-4-1 0,1 1 2 0,0-3-14 16,1-4 7-1,-2 1-8-15,1-5 5 0,0-4-6 16,0-1-1-16,1-7-1 0,0-4 2 0,1-5-3 16,0-5-15-16,0-6-5 0,1-5-138 0,-2-7-212 15,2-4-17-15,2-7 42 0,-2-4 1212 0</inkml:trace>
  <inkml:trace contextRef="#ctx0" brushRef="#br1" timeOffset="-50920.88">6228 4179 3375 0,'-7'0'93'0,"1"1"-31"0,-1 2-90 16,1 5-18-1,0 4 7-15,0 8-7 0,-1 7 30 0,-1 10 3 16,-2 8 5-16,-1 10-1 0,0 5 4 0,-2 9 1 16,0 2 0-16,2 9 1 0,-2 5 2 0,1 8-2 15,2 5-2-15,0 4 2 0,0 5 4 0,1 3 5 16,-1 4-4-16,2 2 3 0,-2 1-2 0,2 6 1 15,1-3 3-15,0 4-3 0,2 1-2 0,2-2 0 16,0 1 1-16,2-4 1 0,0-2 1 0,2-7 0 16,1-5-1-16,3-8 1 0,-1-7-1 0,1-9-3 0,1-6-1 15,0-12-1-15,1-5-4 0,2-9-206 0,2-5 19 16,1-9-97-16,0-6-97 0</inkml:trace>
  <inkml:trace contextRef="#ctx0" brushRef="#br1" timeOffset="-50571.75">7039 4740 3375 0,'-4'13'80'0,"-1"8"-86"0,0 8-12 0,3 17 1 16,-1 9 7-16,2 10-3 0,2 4 14 0,-2 8 0 0,0 3-3 15,-3 5 2-15,0 6 2 0,-2 1 0 0,1 2 4 0,-1 1-3 16,1 2 5-16,1 0 0 0,1 0 1 16,-4 1-1-16,3-3-4 0,2 3 7 0,-2-5-6 0,4-1 6 15,-2-1-4-15,0-7 11 0,0 0 5 0,2-7 1 16,-2-1 13-16,2-4-17 0,0-3 1 0,-2-6-8 15,1-4-6-15,2-6-3 16,-1-4-2-16,4-4 0 0,-1-5-1 0,0-7-32 16,1-3-15-16,-2-7-13 0,3-4-119 0,1-6-173 15,0-4-9-15,3-8-76 0,1-8-229 0</inkml:trace>
  <inkml:trace contextRef="#ctx0" brushRef="#br1" timeOffset="-50184.12">7220 4230 2768 0,'-16'-6'479'0,"0"1"-480"0,-1 1-12 0,2 3 2 16,-1 4-51-16,1 3 2 0,1 2 9 0,-2 8 1 15,1 2 55-15,-3 8-3 0,-1 7 8 0,-2 7-5 0,-1 5 19 32,3 8-5-32,0 6 3 0,2 7-3 0,2 9 5 0,-1 8-14 0,1 6 4 0,0 10-5 0,1 3 17 15,0 6 5-15,-1 1 2 0,0 2 1 0,1 0 15 0,1-2 1 32,1 0-1-32,0-1-2 0,2-2-19 0,1-1-7 15,2-1-1-15,2 0-3 0,0-3-11 0,2-2-3 16,1-2 2-16,2-6-2 0,-1 0-1 0,3-6 6 15,0-1-7-15,1-4 7 0,2-7-8 0,-1-4 3 16,-1-6 2-16,2-7-1 0,0-4 1 0,2-8-6 0,1-4-27 0,-1-8 3 16,1-5-117-16,1-8-167 15,0-6-31-15,2-7-68 0,3-6-294 0</inkml:trace>
  <inkml:trace contextRef="#ctx0" brushRef="#br1" timeOffset="-49821.36">8026 4491 3671 0,'0'0'73'0,"-4"9"-100"0,2 5-8 0,-1 10 13 15,1 12-7-15,1 14 21 0,0 5 1 0,-1 7 1 16,-2 6 8-16,-6 0 0 0,1 11-1 0,1 3-1 0,0 3-3 16,-2 2 3-16,2 0 1 0,-1 4 0 0,0-4-2 0,-1 1 1 15,0-1 1-15,2-2 2 0,-2 1 3 0,-1-5-4 16,2 2 2-16,-2-3-3 0,1-1 5 16,1 1 18-16,-1-4-2 0,3-5 7 0,1 1-14 0,2-7-3 15,1-4-6-15,1 0 4 0,-1-4-6 0,0-3-4 16,1-2 1-16,2-4-1 0,0-3 9 15,0-4-9-15,1-1 2 0,-1-4-3 0,2-3 4 0,-1-6-1 0,0-1-12 16,1-7 1 0,-1-2-63-16,0-2-104 0,0-4-22 0,0-3-43 15,-1-8-203-15</inkml:trace>
  <inkml:trace contextRef="#ctx0" brushRef="#br1" timeOffset="-49338.19">8445 5028 3098 0,'0'0'95'0,"0"0"-63"0,-1 0-5 0,-7 24-20 15,6-11-24-15,2 7 3 0,0 1-2 0,0 4 7 32,1 1 3-32,-5 1 5 0,4 7-1 0,-1 4 2 15,-1 0 0-15,1 5-2 0,-1 1 1 0,0 3-1 0,0 3 7 0,-1-1-3 16,-1 1-2-16,0 2-2 0,0 0-3 15,-1 2 4-15,-1 0 5 0,1 0-2 0,0 1 2 0,1 0-3 16,-1-1-1-16,1-1 0 0,1 0 8 0,-1-1 0 16,0 1-1-16,2 0 1 0,-2 0 12 0,1 1 9 15,1-2 0-15,-1-1 0 16,0 1-6-16,0-4-8 0,-1 0 1 0,1-2-3 0,-1-3 0 0,1 1-5 16,0-4-1-16,0-5 0 0,0-1 2 0,0-4-5 15,0-1 4-15,0-3-5 0,0-1 4 0,0-4 0 16,-1-1-6-16,1-3 4 0,1 0-5 0,-2-3-18 15,2-2-13-15,-1 0-9 16,1-3-105-16,1 1-94 0,-1 0-20 0,1-2-36 16,0-2-179-16</inkml:trace>
  <inkml:trace contextRef="#ctx0" brushRef="#br1" timeOffset="-48971.96">8422 5945 2806 0,'0'0'488'16,"0"0"-461"-16,0 1-8 0,-2 20-4 0,1-9-47 0,3 7 12 15,1 5-1-15,0 7 8 0,1 2 13 0,-2 4 1 16,-1 3-1-16,-1 3 0 15,0 2 0-15,-1 3-1 0,-1 2 7 0,-1 0-4 0,1 3 8 0,-3 3-9 0,0 1 3 16,0 1-4-16,0-1 6 0,-1 1-4 0,0 0 3 16,-1 1-1-1,1 2 10-15,0 0 12 0,0-1-2 0,-1 3 6 16,1-1-9-16,2-2-8 0,-1 3-2 0,2-2-1 16,-2 1-4-16,2-1-2 0,1 0 2 0,-1-4-2 15,1-1 6-15,1-7-4 0,-1-2 1 0,1-6-3 16,0-6-1-16,-1-4-23 0,1-6-22 0,-1-7-9 15,0-3-156-15,0-7-158 0,2-8-14 0,0 0-74 16,-6-5-318-16</inkml:trace>
  <inkml:trace contextRef="#ctx0" brushRef="#br1" timeOffset="-48470.6">7762 4381 2659 0,'-7'-9'456'0,"-1"-1"-306"0,-1 1 2 0,1 1-60 16,-1 0-94-16,4 3-11 0,5 5-1 0,-1 0-2 0,0 0 5 16,1 0-27-16,-16-1 9 0,16 1-16 15,-7 15 14-15,2 0 19 0,0 3-3 0,0 4 9 0,-2 5 2 16,0 5 5-16,0 3 1 0,-1 6 2 0,0 1-2 16,3 3 0-16,-3 3 2 0,3 4 0 0,-2 2 11 0,2 5 8 15,0 1-4-15,0 2 5 0,-1 2-1 0,0 1 0 16,0 3-1-1,0 0-3-15,0 3-8 0,1 3-4 0,-3 1-1 0,2 2 0 16,-1 2-3-16,0-2 4 0,-1 5-2 0,0-1 2 0,0 0-3 0,0 3 2 16,-1-2 1-16,0 1-1 0,0 1-1 0,0-5 1 31,1 2 1-31,-1-3 1 0,1-6 2 0,1 2 6 0,0-3-5 0,2-6 6 16,0 0 3-16,-1-5-9 0,0-4 4 15,3-5-6-15,-2-6 0 0,2-5-1 0,0-4-1 0,0-6 1 16,0-3-6-16,0-6-17 0,1-4-21 0,0-6-5 15,1-3-126-15,1-8-111 0,0 0 6 0,0 0-45 16,-7-5-55-16,4-15-215 0</inkml:trace>
  <inkml:trace contextRef="#ctx0" brushRef="#br1" timeOffset="-48031.67">7417 4343 3724 0,'-8'-2'63'16,"1"0"-279"-16,7 2 218 0,-1 0-43 0,0 0 2 15,-17 15-17-15,15-1 10 0,0 7 22 0,1 5 1 0,0 8 8 16,-2 4 15-16,0 7-1 0,0 4 1 0,0 5-2 15,0 4-3-15,0 5 3 0,0 2-1 0,0 5 2 16,1 1 5-16,-2 0-3 0,0 2 2 0,0 1-1 16,-2-2 23-16,1 4-7 0,-1 1 11 15,1-2-10-15,-1 3 12 0,1-2-7 0,1-1-4 0,0 3-1 0,1-1-13 16,2 1 2-16,-1 1 1 0,1-2 0 0,0 3 1 16,-1 2-9-16,2 0 5 0,-1 3-5 0,0 0 12 15,0-1 16-15,-1 3-7 0,0-4 9 0,-1 1-9 0,-1 0 0 16,0-3 1-1,-2 1-1-15,2-2 2 0,0-4-6 0,-1 1-3 16,1-5-3-16,2-4-8 0,-1 0 4 0,0-4 0 16,0-4 2-16,0 0-10 0,2-6 5 0,-1-3 0 15,3-3 3-15,-3-6-6 0,1-4-5 0,0-3 2 16,1-5-9-16,1-2-48 0,-1-4-172 0,0-3-49 16,1-5-68-16,0-4-435 0</inkml:trace>
  <inkml:trace contextRef="#ctx0" brushRef="#br1" timeOffset="-45256.69">6501 3944 2258 0,'0'0'69'15,"0"0"-87"-15,0 0-17 0,2 12-23 16,5-4-33-16,1 1 68 0,2 2-4 0,0 0 22 0,-1 0 17 0,-6-3 18 16,5 6 7-16,-2 0 4 0,2 1 32 0,-3-1-9 15,1 1 5-15,0 1-7 16,0 1-3-16,0 0-5 0,0 2-3 16,-1-1 0-16,0 1-9 0,0-1-13 0,0 0 4 15,0 1-6-15,-1 1-2 0,0 1-7 0,0 0-2 16,1 3 0-16,-2 0 4 0,0 0-5 0,-1 0-1 15,-1 0-1-15,0 0 4 0,0 2-3 0,-1 2 3 0,0 1-5 16,0 2-4-16,-1-1-2 0,0-1-3 16,0 0 1-16,-1 2 0 0,1 0 0 0,-1 2 0 0,0 2-1 0,-2-1-4 0,2-3 5 15,-1-1-1-15,0 2 3 16,0 0-6-16,1 2 2 0,-1 0-2 0,1-2 1 0,1 0 1 16,-1-1-2-16,1 1 0 0,0 0 0 0,-1 2 6 15,2-4-3-15,-1 0-3 0,1-2 0 0,0 0-2 0,0 1 2 16,0 0 4-16,0 1-1 0,1 0-3 0,-1-2 0 15,0-2-1-15,0-1 2 0,0 0 4 0,-1 1-4 16,0 1 5 0,1-1-5-16,-1 0 8 0,0-2 12 0,1 0-3 0,-1-2 6 0,0-2-4 0,1 2-13 31,0-1 2-31,-1 1-7 0,1 0 1 0,0-2-1 16,0 1-1-16,0-2 0 0,0-1-2 0,1-1-30 0,-1-1-21 15,2-1-9-15,-2 0-129 0,0-1-194 0,2 4-96 16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9T00:16:45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7918 1049 1277 0,'-1'-7'112'16,"1"3"10"-16,0 4-4 0,0 0-113 0,0-1-20 0,0 1 15 15,0 0 1-15,0-1 5 0,0 1 7 0,0-1-3 16,0 1 8-16,0-1-6 0,-1-16 13 0,1 17 8 0,0 0-8 0,0-1 9 31,0 1-13-31,-9-17 1 0,9 17-2 0,-1-1 1 16,1 1-1-16,-15-19 6 0,15 19 1 0,0 0 2 15,0-1-4-15,-21-18 3 0,14 14 0 0,1 0 1 0,-1 0-8 16,-1 1-8-16,0 0-2 0,0 1-1 0,0-1 1 16,1 2-5-16,-2 1-2 0,0 0-1 0,0 1-8 0,-1 0-1 15,2 0 4-15,0 2-3 0,-1-1 6 0,0 2-1 16,0 0-3-16,1 0 1 0,0 0-4 0,0 1 0 0,0-1 3 16,1 3-2-16,-1 0 8 0,0 0-8 0,2 1 5 0,-1 1-7 15,0 0 5-15,0 1-2 16,0 2 2-16,0 0-1 0,1 0 6 0,0 2 0 0,2 1-1 15,0-1 0-15,1 2-4 0,0-1 0 0,0 0 1 16,3-1-1-16,0-1 0 0,1-2 4 0,2 0-2 16,0-2 2-1,1 1-3-15,2-3 1 0,-1 0-3 0,1 0 3 16,1-1 0-16,-1-1 6 0,1-1 2 0,0-1 1 16,0-2 3-16,1 0-8 0,1-1 4 0,0-2-5 0,0-1 4 15,-1-2-6-15,1 0 1 0,0 0-2 0,0-1 3 16,-1 0-3-16,1-2 0 0,-1 0 0 15,0 0-2-15,0-1 0 0,1 0 1 0,-1 0 0 16,-1 0 7-16,0-1-6 0,0 1 2 0,-1 0-4 0,1 1 8 16,-1-1-3-16,1 1-3 0,0 0 0 0,0-1-3 15,-1 3 4-15,1-1 2 0,-1 1 0 0,0 1-6 0,-3-1 6 16,1 1-3-16,-4 6 6 0,0-1-6 0,1 1 8 16,-1 0-3-16,10-17 3 0,-10 17-6 0,0 0 0 15,0 0 3-15,0 0-2 0,0 0 1 0,0 0-4 16,0 0 0-16,0 0 0 0,0 0 1 15,0 0 6-15,0 0-3 0,0 0 4 0,0 0-8 0,0 0 4 0,1 17 0 16,-1-17 2 0,0 0 3-16,-7 21-9 0,4-11 4 0,1 0-4 15,0 2 6-15,1 0-3 0,0-1-1 0,1 0 0 0,0 1-1 0,1 0-1 16,0-1 1-16,3 0-1 0,-1 1 0 0,1-2 1 16,-1-1 0-16,1 0 1 15,1-2-2-15,0 0 0 0,0-1 4 0,0-1-3 16,0 0 8-16,0-1-7 0,-5-4-2 0,0 0-3 15,1 0-19-15,16 5-65 0,-17-5-4 0,0 0-30 16,1 0-97-16</inkml:trace>
  <inkml:trace contextRef="#ctx0" brushRef="#br0" timeOffset="749.5">7514 883 1490 0,'0'0'36'0,"0"0"-37"15,0 0-5-15,-1 0-10 0,0 0-2 0,1 0 15 0,-1 0-1 16,1 0 2-16,0 0-2 0,-19-1 4 0,19 1 3 16,0 0 0-16,0 0 3 0,-1 0 2 0,0 0-5 0,1 0 4 15,-1 0-4-15,1 0 3 0,-17 6 1 0,17-6 1 32,0 0 4-32,0 0 18 0,0 0-6 15,0 0 9-15,-1 0-8 0,0 0-5 0,-18 8 5 0,19-8-6 16,0 0 1-16,-1 0-1 0,-16 12-1 0,17-12 0 15,-1 0-8-15,1 1-4 0,-18 12 1 0,18-13-2 16,0 0-1-16,-1 0 8 0,-18 13 0 0,19-13 7 0,-1 0 20 16,1 1-9-16,-18 12 6 0,18-13-8 0,0 1 5 0,-1-1-15 15,-19 18 2-15,20-18-8 0,-1 0-1 0,-15 15-7 16,16-15 4-16,-1 1-5 0,-18 14-1 0,12-9 5 16,2 2-6-16,-2-1 6 0,1 2-4 0,-1-1-1 15,2 1 0-15,0 0 0 0,-1-1 5 16,2 1-10-16,0 1 8 0,-1-1-8 15,1 2 4-15,-1 0 1 0,1 1-5 0,0 1 3 0,0-2 0 0,1 2 6 16,-2-2 0-16,3 1 4 0,0 0-8 0,1-1 0 16,-1 1 0-16,1 1-1 0,0-1-1 0,1 1 2 15,0 1 0-15,0-1 0 0,1 0-2 16,0 0 3-16,-1-2-3 16,1 0 3-16,0 0 2 0,0-1-4 0,1-1 1 15,-2-1-2-15,2-1-1 0,-1 0 8 0,1-1-4 0,0-1 6 16,1 2-11-16,-3-7 2 0,0 0 1 0,0 0 0 15,0 1-21-15,9 16-76 0,-9-17-3 0,0 0-30 0,0 0-70 16,0 0-201-16</inkml:trace>
  <inkml:trace contextRef="#ctx0" brushRef="#br0" timeOffset="1484.17">8033 899 716 0,'-1'-5'279'0,"1"5"124"0,0 0-10 16,0 0-407-16,1 0-29 0,-1 0 22 0,19 0 1 15,-19 0 6-15,0 0 5 0,0 1 6 16,14 14-3-16,-10-6 4 0,0 0 1 0,0-1-3 0,0 1 4 0,1-1-2 15,-1 1 5-15,0-1 9 16,0-1-1-16,-1 2 4 0,2 0 7 0,-2 1-3 0,0 0 0 0,0 0 0 0,-2 2 4 31,-1-1 3-31,0 2-3 0,0 1 1 0,-2 0-4 0,-1 1-5 0,0 0 7 0,-2 0-7 32,0 0-5-32,0 0 4 0,-2-1-6 0,2 0 5 15,-1 0-9-15,0-1 6 0,-1-1-5 0,0-1 5 0,1 1-6 16,1-1-3-16,1 0-10 0,0-1-2 0,0-3-81 0,1-1-87 15,-2-1-33-15</inkml:trace>
  <inkml:trace contextRef="#ctx0" brushRef="#br0" timeOffset="23398.53">8967 4501 1714 0,'-2'-5'102'0,"2"5"-12"0,0 0-3 0,0 0-39 16,0 0-40-16,0-1-9 0,0 1 1 0,0-1 0 15,0 1 6-15,-1-1-3 0,1 1 1 0,0-1-2 16,0 1-2-16,0 0 3 0,0-1 1 0,0 1 1 0,0 0 9 0,0 0 1 16,0 0 7-16,0 0-1 0,0 1 14 0,0-1-16 15,0 0 3-15,-8 21-7 0,8-21 0 0,0 0-2 16,-3 22 0-16,1-12-1 0,0 1-7 0,1 2 1 31,-1 1-6-31,1 2 4 0,-1 2-6 0,1 0 4 16,-1 2-2-16,1 0 2 0,1 0-5 0,-1 2 2 0,0 0 2 15,2-1-1-15,-1 0-2 0,0-1 2 16,0 0-2-16,0-2 2 0,0-1 2 0,1-3 3 16,0 1-4-16,0-1 3 0,-1-1-3 0,0-1 1 0,0-1 5 0,0-1-4 0,0 0 3 15,0-3 3 1,-1-1 1-16,1-6 2 0,0 1 8 0,0-1 5 0,0 0-5 16,0 1 3-16,0-1-10 0,0 0-2 0,0 0 2 0,0 0-1 15,0 0-2-15,-3-14-4 0,5 5-3 16,0-2 1-16,0 1 1 0,1-1 2 0,0-1 1 0,0 2 0 15,0-3-2-15,0 1 2 0,1 1 1 0,-2-1 0 16,3 1-1-16,-1 1-10 0,0-1 3 0,1 0-3 16,-2 1 10-16,1 1-8 0,1 0 0 0,0 2-3 15,-1 1-1-15,0 0 4 0,1 0 2 0,-1 3 1 0,-4 3-8 16,0 0-5 0,1-1 0-16,17-8-1 0,-18 9 7 0,0 0-1 15,18-1 2-15,-18 1-1 0,0 0 2 0,18 10 1 16,-18-10-4-16,0 0 5 0,16 17-2 0,-16-17-2 15,0 1 6-15,14 22-3 0,-11-14 1 0,0 0 5 16,-1 1-4-16,-1-1 5 0,1 0-4 0,-2 0 3 16,-2 0 1-16,1 1 1 0,-3-2 6 0,0 2-1 15,-1 0 0-15,0 0-1 0,-2 0 0 0,0 0-1 0,-1 0-1 16,-1-1 1-16,-1 0-5 0,0 0 8 0,0-1-6 16,1-1 7-16,0 0-11 0,-1-2 3 0,0-1 2 15,0 0-1-15,0-2 2 0,2 0-10 0,-2-1 4 16,3 0-4-16,0 0 1 0,0-1 0 0,1 0-7 0,6 0 2 15,0 0-24-15,-17-3-44 0,17 3-1 0,0 0-18 16,-1 0-40-16,-18-11-73 16,19 11-24-16,-1 0-47 0,-11-18-425 0</inkml:trace>
  <inkml:trace contextRef="#ctx0" brushRef="#br0" timeOffset="23764.17">8821 4513 2101 0,'-8'-3'88'0,"0"0"-65"0,2 2-9 0,0 0-12 0,6 1-7 0,0 0-2 15,-1 0-2-15,-19 10 0 0,15-4-7 0,-2 3 8 16,0 0-4-16,-1 1 5 16,1 1 3-16,-1 1 4 0,0 0-2 0,1 1 2 15,1 2 10 1,0-1 8-16,0 1 4 0,1 0-2 0,1 1 2 0,0 2 6 0,0 1-2 0,2 3 1 16,0 0-9-16,-1 2-6 0,2-1-2 0,0 1-2 0,1 1-13 0,2 0 6 31,0 1-4-31,-1 2 5 0,1-2-1 0,0 1-2 15,1-2-1-15,1-2-1 0,-1-1-4 0,2-2-37 16,-2-2-2-16,2-1-19 0,0-1-50 16,-1-3-17-16,1 0-12 0,0-3-6 0,1-2-86 0</inkml:trace>
  <inkml:trace contextRef="#ctx0" brushRef="#br0" timeOffset="24120.52">9093 4404 2826 0,'0'0'-1'16,"0"0"-63"-16,0 0-4 0,12 14-12 0,-3-5 37 0,-1 2 33 0,2 3-3 15,0 2 11-15,-1 4-5 16,1 2 4-16,-1 1 1 0,-1 3 0 0,0-2 4 0,0 2-1 0,-2-1 0 16,-1 1-1-16,-1 0 2 0,0 1-4 0,-1 2 2 15,0 1-3-15,-3 0 14 0,-2-2-2 16,0-1 6-16,-2 0-2 0,-2 0 29 0,-2 1-9 16,0 0 7-16,-3-1-10 0,1-1-7 0,-1-2-9 15,0-1-5-15,1-2 0 0,0 0-9 0,0 0 3 0,0-1 0 0,-1 1-1 16,0-1-5-16,0-1-110 0,-2-2-6 15,-2-1-47-15,0-1-128 0</inkml:trace>
  <inkml:trace contextRef="#ctx0" brushRef="#br0" timeOffset="25453.54">11090 3232 1389 0,'0'0'84'0,"0"0"-10"15,0-1-1-15,0 1-46 0,0-1-23 0,0 1 0 16,0 0 2-16,0-1-1 0,0 1-7 0,-4-21 15 16,4 21-1-16,0 0 11 0,0 0 21 0,0 0 18 0,0 0 3 15,0 0 6-15,0-1 19 0,0 1-26 16,0-1 1-16,0 1-11 0,0-1-9 0,0 1-8 0,0 0 0 0,0 0-4 15,1 0-8-15,-1 0 3 0,0 0 0 0,1 0 1 16,-1 0-5-16,18 5 11 0,-18-5-2 0,0 0 4 16,1 0-11-16,0 0 9 0,-1 1-6 0,18 10 7 15,-18-11-13-15,0 0 1 0,1 0-2 0,16 4 1 0,-17-4-9 32,1 0-2-32,-1 0 0 0,18 6 0 0,-18-6 0 15,1 0 1-15,17 7-3 0,-18-7 2 0,0 0-5 16,17 3 9-16,-17-3 0 0,0 0 4 0,18 5 0 0,-18-5-8 15,1 0 1-15,18 1-3 0,-18-1-2 0,-1 0-4 16,23 3 1-16,-22-3-2 0,15 1 8 0,-15-1-11 16,15 1 3-16,-16-1-5 0,0 0 11 15,24 2-6-15,-24-2 6 0,0 0-6 0,23 0 11 0,-15 1-3 16,1 0-3-16,1 0 0 0,0 0-2 0,0-1 2 16,-1 0 0-16,0 1 0 0,1 0-4 0,0 0-4 0,-2 0 3 15,1-1-3-15,1 1 6 0,-1-1 0 0,1 1-4 0,-1-1 3 16,1 0-2-16,0 0 4 0,0 0-1 15,1 0 3-15,0 0-1 0,-1-1 1 0,1 1 2 0,0-1-2 0,1 1-1 16,-1-1-8-16,1 1 1 0,-1 0-2 16,0 0 1-16,1 0 5 15,-1 1-4-15,-1-1 3 0,0 0-3 0,0 0 2 0,0 1 2 16,1 0-2-16,0 0-3 0,-1-1 3 16,1 0 0-16,1 0 2 0,-1-1 4 15,1 0-3-15,0 0 4 0,0 1-3 0,0-2 1 16,1 1 1-16,0 0-2 0,0 0 1 0,-1-1-1 15,1 1-6-15,-1-1 3 0,0 1-3 0,0 1 6 0,-1-1-1 16,0 1-1-16,-2-1 1 0,1 1-4 0,-1-1 7 16,1 1-3-16,0 0 3 0,-1 0-6 0,2 0 4 0,-2 0 0 15,2 0 2-15,-1-1-6 0,1 1 5 0,0 0-2 0,1-1 4 16,-1 1 3-16,-1-1-4 16,1 1-4-16,-2 0 2 0,0 0 1 0,-1 0-8 15,1 0 7-15,-1 1-7 0,0 0 9 16,-2-1-5-16,0 1 2 0,2 0-2 0,-3 0 4 0,-5-1 2 0,0 0-4 0,1 0 4 15,19 4-5-15,-20-4-3 0,0 0 3 16,1 0-3-16,-1 0 0 16,16 4-1-16,-16-4 1 0,0 0-1 0,0 0-1 15,1 0-2-15,-1 0-3 0,1 0 2 0,-1 0 6 16,1 0-20-16,0 0-4 0,-1 0-10 0,0 0-40 16,0 0-49-16,0 0-3 0,0 0-23 0,0 0-77 15,0 0-128-15,0 0-79 0</inkml:trace>
  <inkml:trace contextRef="#ctx0" brushRef="#br0" timeOffset="26932.94">11300 8055 2000 0,'0'0'315'16,"0"0"-121"-16,0 0 157 0,0 0-319 0,0 0-12 15,0 0-19-15,-1 0-11 0,1 0 3 0,0 0-3 16,0-1 10-16,0 1 1 0,0 0-2 0,0-1 3 15,1 1 19-15,-1-1 20 0,18-9 4 0,-18 10 6 0,0 0 28 0,0 0 2 16,1 0 2-16,-1 0-3 0,1 0-10 0,16 6-16 16,-17-6-1-16,0 0-8 15,1 0-21-15,19 8-4 0,-20-8-5 0,1 0 2 0,22 8-8 16,-13-5-7-16,0 0 7 0,2 1-8 0,-1-1 3 16,0 0 5-16,0 0-2 0,-1-1 5 0,2 0 1 0,-2 1 6 15,2-1-3-15,-1 0 4 0,1 0-2 0,-1 0-1 16,0 0 3-16,1 0-2 0,-1 0 4 0,1-1-4 15,0 0-2-15,2 1 0 0,0 0-1 0,2 0-5 0,-2-1 0 16,1 0-2 0,0 0-3-16,-1 0-3 0,2 1 4 0,-3 0-3 0,1-1 9 0,1 2-9 15,-2-2 3-15,0 1-5 0,1 0 0 0,-1 0 7 0,1 1 2 16,1 0 2 0,1 0 10-16,0-1-11 0,0 0-1 0,0-1-4 15,0 1-5-15,-2 0-1 0,1 0 0 0,-1 2 0 16,1-2 0-16,0 0 0 0,0 1 0 0,-1 0 0 15,0 0 0-15,0-1 0 0,0 0 0 0,0 1 0 16,0 0 0-16,-1-1 0 0,0 1 0 0,-1-1 0 0,0 1 0 16,0 0 0-16,1 0 0 0,-1-1 0 15,-1 0 0-15,1 0 0 0,-1-1 0 16,1 2 0-16,-1-1 0 0,2 0 0 0,0 0 0 0,0-1 0 0,1 1 0 16,-1 0 0-16,1-1 0 0,-1 2 0 0,-1-1 0 0,-1 0 0 15,0-1 0-15,-1 2 0 0,-1-1 0 0,1 1 0 16,-1-1 0-16,0 0 0 0,1 0 0 0,-1 0 0 15,0-1 0-15,0 1 0 0,-2 0 0 0,1-1 0 0,1 1 0 16,0-1 0 0,-1 1 0-16,-3-1 0 0,2 0 0 15,-2 0 0-15,-5-1 0 0,1 0 0 0,-1 0 0 0,1 0-8 16,15 3-95-16,-16-3-222 0,0 0-56 16,0 0-94-16,10-11-601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6:29:23.778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4366 5537 832 0,'0'0'152'0,"0"0"47"0,0 0 8 0,0 0-98 0,0 0-56 0,0 0-13 31,0 0-5-31,0 0-2 0,0 0-28 0,0 0-4 16,-1 0-1-16,1 0 0 0,-1 0 2 0,1 0-2 16,0 0 3-16,0 0-3 0,0 0 9 0,0 0 28 15,0 0 0-15,0 0 11 0,0 0 13 0,0 0 4 16,0 0-5-16,0 0 4 0,0 0-4 0,0 0-13 0,0 0 2 16,1 0-8-16,-1 0-2 0,1 0-9 15,-1 0-2-15,1 0-3 0,-1 0-9 0,1 0 3 0,-1 0-2 0,16 8 2 16,-16-8-10-16,0 0 6 0,0 0-2 15,0 0 2-15,1 0-4 0,0 0 11 0,17 8-1 0,-18-8 4 16,0 0 2-16,0 0 8 16,17 1-3-16,-17-1 4 0,0 0-14 0,1 0 2 0,20-1-4 0,-21 1 3 15,1 0-11-15,19-1-3 0,-19 1 2 0,0 0-3 16,19-1-1-16,-20 1 0 0,1 0-3 0,17 1 3 0,-18-1 1 16,1 0 5-16,17-1 2 0,-18 1 1 0,0 0 3 15,20-2 2 1,-12 1-4-16,1 0 2 0,-1 0-8 0,1 1 1 15,-1-1-1-15,2-1 0 0,-2 2-9 0,2-2 3 16,0 0-1-16,-1 1 2 0,-1-2-6 0,1 3 3 16,-1-1-1-16,0-1 1 0,1 1-4 0,-1-1 3 15,0 0 0-15,1 1 2 0,-1 1-1 0,0-1 0 16,0 1 0-16,-2-1 1 0,2 0 2 0,-2 1-4 16,1 0 2-16,0 1-3 0,-1-1-1 0,1 1 4 0,0 0-3 15,-1 0 3-15,1 0-4 0,0 0-1 16,0-1 1-16,0 1 0 0,1 2 4 0,0-2-3 0,-1 0-1 15,0 0 0-15,1 0 0 0,-2 0-1 0,1-1 4 16,1 0-3-16,0 1 6 0,0 0-6 0,0 0 0 0,-1 0-2 16,1-1 6-16,-1 1-1 0,1 0 3 0,0-1-3 15,-1 2 6-15,1-2-7 0,-1 0 2 0,1 1-4 16,0-1 0-16,-1 1 4 0,1-1-4 0,0 0 4 16,1 0-9-16,0 1 7 0,1-1 1 0,0 0 1 0,0 1-5 15,0-1 2-15,-1 0-1 0,0 0 3 16,0-1-7-1,-1 1 5-15,2 0-3 0,-2 1 3 0,1 0 1 0,1-1-1 16,-1 0 2-16,0 1-3 0,1-1 3 0,-3 0-3 16,3 0 0-16,-3 0 0 0,2 1-2 0,0-1 5 15,-1 1-2-15,1-1 3 0,1 0-4 0,-1 0 1 16,2 1-1-16,0 0 1 0,0-1-4 0,-1 1 3 16,1-1 0-16,-2 0 2 0,1 0 2 0,1-1 0 15,-2 1 1-15,1 0-1 0,0 2-2 0,0-1 5 0,0-1-4 16,-1 2 4-16,1-1-10 0,-1 0 4 15,1 0 0-15,-2-1 3 0,1-1 8 0,1 0 1 0,0 1 3 16,3-1-1-16,-2 1 0 0,0-1 1 0,1 1-1 16,-1-1 1-16,0 1-4 0,-1-2-5 0,0 0 5 0,1 1-5 15,-2 1 3-15,1-1 2 0,-1 1-7 0,0-1 4 16,0 0-9-16,-1 0 3 0,0-1 3 0,0 1 1 16,0 0-3-16,-1 0 2 0,-1 1-3 0,-6 0 1 15,1 0-5-15,-1 0 6 16,20-3-1-16,-20 3 3 0,0 0-3 15,0 0-4-15,1 0 3 0,0 0-3 0,-1 0-10 0,16-7-63 16,-16 7-8-16,0 0-23 0,0 0-85 0,0 0-109 16,0 0-33-16</inkml:trace>
  <inkml:trace contextRef="#ctx0" brushRef="#br0" timeOffset="780.4">8049 5585 2228 0,'0'0'114'0,"0"0"-45"0,0 0 54 15,0 0-145-15,0 0 6 0,0 0-9 0,17-6 16 16,-17 6 0-16,1 0 1 0,21 4 0 0,-16-7 13 16,4 6 2-16,0-1 6 0,0 0 9 0,1 0 2 15,0 1 7-15,-1-3-1 0,1 2 30 0,-1-1 10 0,-1 0-1 16,2 0 4-16,-1-1-12 0,0-1-3 16,1 2-4-16,0-1 0 15,1 0-10-15,-1 0 2 0,0-1-2 0,-1 1 0 16,1 0-14-16,0-1-10 0,-1 0-3 0,1 1 0 15,0-1-2-15,-2 1-5 0,0 0 4 0,-1 0-5 16,-1 0-3-16,-1 0 0 0,-6 0-1 0,0 0 1 16,1 0-4-16,0 0-7 0,16 3-13 0,-17-3-3 15,0 0-93-15,0 0-167 0,0 0-33 0,0 0 58 16,0 0 1148-16</inkml:trace>
  <inkml:trace contextRef="#ctx0" brushRef="#br0" timeOffset="3479.45">2522 3702 1575 0,'0'0'146'0,"0"0"-48"0,0 0 71 16,0 0-118-16,0 0-12 0,0 0-12 0,0 0-14 16,0 0 4-16,0 0-2 0,0 0 14 0,0 0-6 15,0 0-3-15,0 0-1 0,0 0-8 0,0 0 3 16,0 0 0-1,0 0 1-15,0 0 5 0,1 0 9 0,-1 0-1 16,1 0 3-16,0 0-6 0,15 0-10 16,-16 0 0-16,0 0-4 0,0 0 0 0,1 0 9 0,15-2 3 15,-16 2 1-15,0 0-1 0,0 0-2 0,1 0 0 0,19-1-1 16,-20 1 4-16,0 0-2 0,16 0-3 0,-16 0 1 16,1 0 0-16,15-1-6 15,-16 1 5-15,0 0-5 0,17-3 9 0,-17 3-8 0,0 0 3 0,18-4-4 16,-18 4 8-16,1 0-8 0,15-4 4 0,-16 4-4 15,1 0 6-15,15-2-9 0,-16 2 2 0,1 0-3 0,-1 0-1 16,17-2 4-16,-17 2-2 0,0 0 3 16,0 0 1-16,1 0-5 0,-1 0 1 0,16-1-1 0,-16 1 6 0,0 0 2 15,1 0-2-15,-1 0 0 0,1 0-9 16,0 0 4-16,-1 0 1 16,0 0 1-16,1 0 0 0,16 3-3 0,-17-3 0 0,0 0-1 0,0 0-5 0,0 0-1 15,0 0-1-15,0 0 0 16,0 0 0-16,0 1 2 0,1-1-4 15,0 1-2-15,-1-1-62 0,0 0-264 0,1 1-50 16</inkml:trace>
  <inkml:trace contextRef="#ctx0" brushRef="#br0" timeOffset="7629.84">2584 3703 840 0,'0'0'93'0,"0"0"28"0,0 0 10 0,0 0-33 0,0 0-33 0,0 0-22 16,0 0-1-16,0-1-5 0,0 1-6 0,-1 0 5 0,1-1 3 31,0 1-1-31,-1-1-5 0,1 1 2 16,0-1-2-16,-1 1 2 0,0 0-7 0,1-1 3 0,-1 1-3 0,1-1 3 15,0 1-4-15,-1-1-5 0,1 1-3 0,0 0 1 16,0 0 1-16,0 0-3 0,0 0 5 0,0 0-3 16,0 0 11-16,0 0 9 0,0 0-4 0,1 0 5 15,-1 0-10-15,0 0-6 0,18-7-2 0,-18 7-1 16,0 0-10-16,1 0 6 0,-1 0-1 0,19-3 1 15,-19 3-9-15,1 0 2 0,-1 0-2 0,19 1 2 16,-19-1-7-16,0 0 7 0,0 0 2 0,18 0 3 16,-18 0 9-16,0 0-5 0,17 0 2 0,-17 0-4 0,0 0-1 15,20 0-9-15,-20 0 1 0,0 0-2 0,20-2 2 16,-20 2-2-16,0 0-2 0,20-3 1 0,-20 3-2 0,0 0-1 16,20-3 1-16,-20 3-1 0,1 0 1 0,17-4 8 31,-18 4-7-31,1 0 7 0,19-2-3 0,-20 2-7 15,1 0 4-15,17-2-6 0,-18 2 5 0,1 0-4 0,16-1-1 16,-17 1 0-16,0 0 7 0,1 0-7 16,18 0 4-16,-19 0-4 0,0 0 2 0,0 0-2 0,17 1 4 15,-17-1-2-15,0 0 8 0,0 0 8 0,1 0 0 0,17-6 2 16,-18 6 3-16,1 0-3 0,-1 0-1 0,0 0 0 16,18-8-1-16,-18 8-8 0,0 0 3 0,1 0-5 15,0 0-1-15,-1 0 4 0,0-1-4 0,1 1 4 16,-1-1-9-16,16-8-2 0,-16 9 3 0,0 0-3 15,0 0 0-15,0 0 0 0,0 0-2 0,0 0-1 16,0 0-41-16,0 0-130 0,0 0-29 0,0 0-52 0,0 0-291 16</inkml:trace>
  <inkml:trace contextRef="#ctx0" brushRef="#br0" timeOffset="8899.81">2548 3727 1467 0,'0'0'92'0,"0"0"-2"0,0 0-1 15,0-1-29-15,0 1-37 0,0-1-12 0,0 1 6 16,0-1-4-16,0 1 14 0,-3-18 2 0,3 18-5 0,0 0 2 16,0 0-11-16,0 0 5 0,0 0 2 0,0 0 0 15,0 0 2-15,0 0-9 0,0 0 3 0,0 0-5 16,0 0 3-16,0 0-9 0,0 0-2 0,0 0-1 16,0 0 3-16,0 0 9 0,0 0 3 0,0 0 2 0,0 0 9 15,0 0-4-15,0 0 2 0,1 0-3 16,-1 0-7-16,1 0-2 15,-1 0-1-15,0 0 2 0,1 0 2 0,-1 0-2 16,17 0-1-16,-17 0 0 0,0 0-5 0,0 0-3 16,1 0 1-16,-1 0-2 0,1 0 1 0,17 5 2 15,-18-5-3-15,0 0 3 0,1 0-1 0,0 0-3 16,17 2 3-16,-18-2-4 0,1 0 5 0,0 0 7 16,17 1-3-16,-18-1 4 0,0 0-2 0,0 0 2 15,20 0 0-15,-20 0 0 0,0 0-5 0,17 0-5 0,-17 0 4 16,0 0-4-16,17 0 2 0,-17 0-2 15,0 0-5-15,18 0 3 0,-18 0-1 0,0 0-5 0,1 0 4 16,15 1-3-16,-16-1 4 0,1 0-4 0,-1 0 0 0,1 0-1 16,17 5 0-16,-18-5-7 0,0 0-40 0,1 0 2 15,-1 0-216-15,1 0-632 0</inkml:trace>
  <inkml:trace contextRef="#ctx0" brushRef="#br0" timeOffset="11196.77">3613 3034 255 0,'0'0'190'0,"0"0"120"16,0 0-172-16,0 0-35 0,1 0-35 0,-1 0-34 15,0 0-4-15,18 0 0 0,-18 0-10 0,0 0 1 16,0 0-1-16,0-1 1 0,0 1 2 0,1-1-9 0,-1 1 3 15,11-16-4-15,-11 16 7 0,0 0-12 16,0 0 5-16,0-1-9 0,1 1 0 0,7-16 4 0,-8 16-8 16,0-1 5-16,0 1-6 0,3-17-4 0,-3 17 6 15,0 0-4-15,0 0 4 0,0-18-20 0,0 18 4 0,0 0-10 16,0-1 10-16,0 1-9 0,0-1-1 0,0 1-3 16,-2-16-7-16,2 16-19 0,0 0-11 0,0 0-13 15,0-1-130-15</inkml:trace>
  <inkml:trace contextRef="#ctx0" brushRef="#br0" timeOffset="11513.96">3604 2927 471 0,'0'0'64'0,"0"0"112"0,0 0-82 0,-1 0-21 16,0 0-2-16,1 0-5 0,-1 0 2 0,1 0 7 16,0 0-8-16,-1 0 4 0,1 0-34 0,-1 0-4 15,1 1-1-15,0-1-1 0,-1 1-7 0,1-1 2 16,-6 16-3-16,6-16 5 0,0 0 18 0,0 0 27 15,0 0-3-15,0 0 9 0,1 0-18 0,0 0-18 0,-1 0 1 16,17 7-8-16,-17-7-11 0,1 0-2 16,-1 0 0-16,17-2-1 0,-17 2-5 0,0 0-8 0,19-3 2 15,-18 3-4-15,-1 0 2 0,22 0 2 0,-12-2-8 16,0 0 5 0,0 0-3-16,1 0 2 0,1 1 3 0,-2-1-1 15,1 1-5-15,0 0 1 0,-1 0-2 0,1 1 1 0,0-2 3 0,0 2 1 0,0 0 2 0,-1-2-1 16,1 1 3-1,-1 1 0-15,0-1-1 0,0 1 2 16,-1 0-5-16,1 0 2 0,-1 0 2 0,0 0 1 16,0 0-3-16,-1 0-7 0,0 0-1 0,0 1-1 15,0-1 0-15,0 1-16 0,-2 0-32 0,1-1-2 0,-7 0-187 16</inkml:trace>
  <inkml:trace contextRef="#ctx0" brushRef="#br0" timeOffset="14780.34">4134 3692 1360 0,'0'0'461'0,"0"0"-198"0,0 0 234 16,0 0-538-16,0 0 13 0,0 0-8 0,0 0 32 0,1 0 0 0,-1 0 4 0,16 9 2 0,-16-9 0 15,0 0-2-15,1 0 1 0,-1 0-1 16,19 6 2-16,-19-6 1 0,1 0 0 0,-1 0 1 16,20 6 8-16,-20-6-3 0,0 0 5 0,18 4-1 0,-18-4 2 15,1 0 3-15,18 4-3 0,-19-4 0 16,1 0-3-16,20 3-2 0,-21-3-1 0,1 0 0 0,22 2 1 31,-23-2-3-31,0 0 1 0,24 1-5 0,-15 0-1 16,0-1 2-16,-1 0-2 0,0 0 1 0,0 1-2 15,1-1-17-15,0 1-3 0,-1-1-136 0,0 1-198 16,1-1-161-16</inkml:trace>
  <inkml:trace contextRef="#ctx0" brushRef="#br0" timeOffset="15902.52">4765 3494 1798 0,'-1'0'94'0,"0"0"-36"16,1 0 47-16,-1 0-85 0,1 0 0 0,-17-7 1 0,17 7 6 15,0 0-3-15,0 0 4 0,-1 0-6 0,-15 0-3 16,16 0-3-16,0 0 0 0,0 0-7 0,0 0-1 15,-1 0 6-15,0 0-2 0,-17 15 14 0,18-15-7 16,0 0-3-16,0 0-2 0,-12 17-12 0,12-17-1 0,0 0-1 16,-8 20 0-16,8-19 2 0,0-1-4 15,-6 23 3-15,6-23-3 0,-2 17 2 0,2-9 1 0,1 1-1 16,1 1 0-16,0-1-2 0,1 1 3 16,0-1 1-16,2-2 2 0,-2 0 1 0,1 0 1 0,1-2 2 0,-1-1-1 31,1-1 2-31,-5-3 1 0,1 0 1 0,-1 0 0 0,17 4 3 0,-17-4 3 0,0 0-5 0,1 0 5 31,-1 0-6-31,19-16-6 0,-19 16 2 0,7-14-5 16,-3 6 1-16,0-2-3 0,1 0 2 0,-1-1 0 15,0 3 13-15,0-1 3 0,-1-1 2 0,-1 1-1 16,1 0-4-16,-3 1 5 0,1 1-4 0,-1 0 5 0,-1 0 2 16,1 2 0-16,0 5 2 0,0 0-2 0,0-1 0 15,-10-16 5-15,10 17-2 0,0 0 2 0,0 0-8 0,-20-11-15 16,20 11-1-16,0 0-4 0,-1 0-7 0,-17-4-1 15,18 4 1-15,0 0-1 0,-1 0 1 0,-17 0-3 16,18 0-3-16,0 0-1 0,-1 0-21 0,1 0-13 16,-1 0-5-16,1 0-4 0,0 0-26 0,-1 0-65 15,1 1-11-15,-1-1-26 16,1 1-108-16</inkml:trace>
  <inkml:trace contextRef="#ctx0" brushRef="#br0" timeOffset="16096.48">4851 3653 2545 0,'0'0'93'0,"0"0"84"0,-1 0-197 0,1 0-24 15,0 0 6-15,0 1-8 0,-5 18 28 0,5-19 18 16,0 0-20-16,0 0 9 0,1 1-104 0,-1-1-37 15,1 0-15-15,-1 1-4 0,19 10-13 0,-19-11-133 16</inkml:trace>
  <inkml:trace contextRef="#ctx0" brushRef="#br0" timeOffset="16498.3">5048 3465 2737 0,'0'0'47'0,"0"0"-66"0,0 0-20 0,0 0-4 16,0 1 9-16,-5 15 18 0,5-16 7 0,0 1 0 15,-1 18 3-15,1-19 4 0,0 0-4 0,-2 22 4 16,2-22 0-16,0 0 0 0,-2 21 3 0,2-21-1 0,0 0-1 0,-1 20 5 15,1-20-5-15,0 0 5 0,3 18-7 0,-3-18 3 16,0 0 2-16,0 1 2 0,8 15 1 0,-8-16 2 16,0 0 3-16,0 1-1 0,1-1 1 0,17 14-2 15,-18-14-4-15,0 0 1 16,17 5-2-16,-16-5 1 0,-1 0-2 0,23 1 0 16,-14-2-3-16,1 1 0 0,-1-1 1 0,0-2 0 0,0 2 0 15,0 0 0-15,0-1 1 0,0 2-1 16,-1 0 0-16,-1-2 2 0,1 1 0 0,-1-1 0 15,1 0-4-15,-1 0-48 0,-1 1-8 0,1-2-18 16,-2 2-66-16,-5 1-44 0,0 0-9 0,1 0-18 16,0 0-93-16</inkml:trace>
  <inkml:trace contextRef="#ctx0" brushRef="#br0" timeOffset="16703.5">5190 3473 2211 0,'0'0'281'0,"0"0"-202"16,-1 0 9-16,1 0-74 0,0 0-10 0,-1 0 14 16,0 1-4-16,-15 14 8 0,16-15 3 0,-3 15-6 15,1-5 0-15,0 1-4 0,1 1-17 0,0 1 2 16,0 1 0-16,1 0 3 0,-2 0-3 0,0 2 0 16,-1 0 0-16,1 1 0 0,-1 2 4 0,0-2-18 0,1-1-44 15,-1-1 1-15,1 1-204 0,-1-3-297 16</inkml:trace>
  <inkml:trace contextRef="#ctx0" brushRef="#br0" timeOffset="18614.75">2164 4246 489 0,'0'0'258'0,"0"0"147"0,0 0 12 0,-1-1-281 16,0 1-54-16,1-1-44 0,-1 1 2 0,1-1-7 0,0 1 1 16,-18-19 3-16,18 19-3 0,0 0 1 0,0 0-22 15,0 0-1-15,0 0-5 0,-1 0 3 0,1 0-11 0,-1 0 1 16,1 0-3-16,0 0 3 0,-1 0-9 15,0 0 6-15,1 0 3 0,0 0 0 0,0 0 9 0,0 0 4 16,0 0 3-16,0 0 0 0,0 0 17 0,0 0-4 16,0 0-1-16,0 0-2 0,1 0-6 0,18 4-4 15,-19-4-1-15,0 0-1 0,0 0 0 0,22 1-2 16,-22-1 0-16,0 0-1 0,20 3-6 0,-20-3 2 0,1 0-1 16,21 1 2-1,-22-1 2-15,1 0 1 0,22 0 2 0,-14 1 0 16,0-1-3-16,-1 1 4 0,1-1-6 0,-2 1 5 0,2 0-3 0,0 0 2 0,-2 0-1 0,1-1 0 31,0 1-7-31,0 0-1 0,-1-1 2 0,2 1-2 16,-1 0 1-16,0-1-4 0,2 1 2 0,-2 0-2 15,1-1 6-15,1 1-3 0,-2-1-2 0,1 1 1 16,-1-1 1-16,-1 0-1 0,-1 0 5 0,1-1-4 16,-7 1 0-16,0 0 2 0,1 0 0 0,16 1 2 15,-17-1 3-15,0 0-6 0,0 0 0 0,1 0-1 16,-1 0 2-16,0 0-7 0,1 0-11 0,-1 0-1 0,1 0-50 0,0 0-44 15,-1 0 0-15,0 0-20 0,0 0-54 16,1 0-100-16,-1 0-145 0</inkml:trace>
  <inkml:trace contextRef="#ctx0" brushRef="#br0" timeOffset="19097.28">2338 4132 1989 0,'0'0'95'0,"0"0"-67"16,0-1-12-16,0 1-12 0,0 0-7 0,0-1 2 16,-2-16 0-16,2 17 1 0,0 0 1 0,0 0 0 15,0-1-2-15,0 1 1 0,1-1 7 0,0 1-10 16,-1-1 2-16,0 1-6 0,0 0 0 0,1-1 6 16,0 1-1-16,-1-1 2 0,0 1 0 15,18-5-1-15,-18 5 1 16,0 0 0-16,1 0 1 0,-1 1 0 0,20 13 0 0,-20-14 0 0,1 0 3 0,-1 0-4 0,18 15 0 31,-18-15 0-31,1 1 0 0,13 15 8 0,-14-16-3 16,0 0 3-16,11 18-2 0,-11-18 3 0,0 0 0 15,7 20 0-15,-7-19-2 0,0-1 2 0,4 22 1 0,-4-22 0 16,-1 16-1-16,0-8 6 0,-2 1 2 0,0 1 1 16,-1-1 4-16,-2 2-1 0,0 0-2 0,-2 2 0 15,0-2-10-15,-2 1-1 0,0-1-3 0,0 0 1 16,1 1-8-16,1-2 4 0,1-1-8 0,1 0-1 0,0-2-96 15,2-1-101-15,0-1-24 0,-1 0-56 0,2 0-448 16</inkml:trace>
  <inkml:trace contextRef="#ctx0" brushRef="#br0" timeOffset="20556.43">3183 4511 1653 0,'0'0'80'16,"0"0"-14"-16,0 0 1 0,-1 0-32 0,0 0-26 15,1 0-17-15,0 0 0 0,-1 0-2 0,1 0-6 0,0-1-24 16,-1 1-11-16,0-1-7 0,1 1-51 0,0 0-36 16,-1 0-25-16,1 0-27 0,-1 0-336 0</inkml:trace>
  <inkml:trace contextRef="#ctx0" brushRef="#br0" timeOffset="21129.9">4293 4581 2237 0,'0'0'62'0,"-1"0"-29"0,1 0 28 0,0 0-110 0,-1-1 3 16,0 1-11-16,1-1 21 0,0 1 1 0,0 0 0 15,0-1-46-15,0 1-75 0,0-1-18 0,0 1-35 16,0-1-221-16</inkml:trace>
  <inkml:trace contextRef="#ctx0" brushRef="#br0" timeOffset="22381.12">4750 4256 2019 0,'0'0'89'0,"0"0"-21"16,-1 0-1-16,-15-8-36 0,16 8-24 0,0 0-6 15,0 0-3-15,0 0 2 0,0 0-8 0,-19-6 3 0,19 6-1 16,0 0 2-16,0 0 2 0,-1 0-5 16,1 0 2-16,0 0-2 0,-19 8 4 0,19-8 4 0,0 0 1 15,0 0 2-15,-1 1-3 0,1-1-2 0,-17 16-2 16,17-16 0-16,0 1 4 0,-5 16 0 0,5-17 1 0,0 0-1 15,-4 20 5-15,4-20-6 0,0 0-3 0,0 20-1 16,0-20-9-16,0 1 8 0,4 17-4 0,-4-18 5 16,0 0-6-16,0 1 7 0,8 18 2 0,-8-19 0 15,0 0-6-15,1 1 5 16,-1-1 2-16,0 1 3 0,17 14 12 0,-17-15-3 0,0 0-1 0,1 0 0 16,-1 0 2-16,0 0 10 0,16 0-3 0,-16 0 5 0,0 0-6 15,1 0-1-15,-1-1-2 0,1 1 0 0,-1 0-5 16,15-17 6-16,-15 17-1 0,0-1 2 0,1 1-7 0,10-21 6 31,-11 21-5-31,0 0 5 0,7-19-8 0,-7 19-1 16,0-1 0-16,5-20-1 0,-5 20-5 0,0 1-1 15,5-23 0-15,-4 15-1 0,0 0 0 0,0 2 4 16,-1 0-3-16,0-2 4 0,0 4 1 0,0-2 2 16,0 6 1-16,0 0 0 0,0 0 0 0,-5-17 9 15,5 17-2-15,0 0 4 0,0-1-7 0,0 1-7 0,0-1-1 16,-17-12-3-16,17 13-3 0,0 0-7 0,-1 0 2 15,1 0-5-15,0 0-12 0,-1 0-24 0,0 0-6 0,1 0-7 16,0 0-42-16,-1 0-73 0,-15-1-16 0,16 1-35 16,0 0-205-16</inkml:trace>
  <inkml:trace contextRef="#ctx0" brushRef="#br0" timeOffset="22656.78">4882 4421 2611 0,'0'0'80'15,"0"0"12"-15,0 0-117 0,0 0-18 0,0 0 3 16,0 0-4-16,0 0 34 0,0 0 6 0,0 0-1 0,0 0-1 16,0 0-45-16,0 0-61 0,1 0-4 0,-1 0-20 15,1 0-24-15,0 0-82 0,-1 0-36 0</inkml:trace>
  <inkml:trace contextRef="#ctx0" brushRef="#br0" timeOffset="23462.02">5245 4034 1317 0,'0'0'214'0,"0"0"70"16,0-1 78-16,-1 1-250 0,1-1-87 0,-1 1 4 15,1-1-2-15,0 1 5 0,-1 0 7 0,1-1-4 16,-1 1-12-16,-16-13 4 0,17 13-26 0,0 0-5 15,0 0 4-15,0 0-6 0,-18 2 0 0,18-2-3 0,0 0 6 16,-1 1-4-16,1-1 7 0,-19 19 0 0,19-19-4 16,0 0 3-16,-14 20-2 0,8-12 3 0,1 1 0 15,-2 1 0-15,1 1 0 0,0 1 0 0,0 1-1 0,0 0 0 16,0 0-6-16,1 2 4 0,-1-2 1 0,1 2-1 16,0-1-4-1,0-1 7-15,1-1-3 0,0 1 4 0,1 0-2 0,1 1 4 0,0 1-4 0,1-2 4 16,1 1-2-16,0-3 0 15,0 0 3-15,0 0-2 0,2 0 3 16,0-1-2-16,1 0 4 0,0-2-3 16,2 0 3-16,-2-1-7 0,1-1 0 0,1-1-2 0,0-1 4 15,0 1 0-15,-1-1-2 0,-4-4 3 0,1 0 9 16,-1 0 8-16,17 8-1 0,-17-8 2 0,1 0-3 0,-1 0 4 16,18 1 2-16,-18-1-2 0,0 0-9 0,1 0-1 15,15-13-1-15,-16 13 1 0,0-1 0 0,13-15 8 16,-13 16-2-16,1 0 4 0,8-19-2 0,-9 18 11 15,0 1-6-15,9-22 7 0,-9 21-8 0,0 1 3 16,3-22 6-16,-3 21-3 0,0 1 11 0,-1-21-10 16,1 21-2-16,0-1-1 0,-2-16-3 15,2 17 1-15,0-1-3 0,-10-15 2 0,10 16-2 0,0-1-17 0,0 1 6 16,-19-15-11-16,19 15-9 0,0 0 1 0,-20-4-2 0,20 4 4 16,-1 0-5-16,-19-1-24 0,20 1-9 0,0 0-9 15,-19 6-69-15,19-6-44 0,-1 0-26 0,1 0-17 16,-20 8-204-16</inkml:trace>
  <inkml:trace contextRef="#ctx0" brushRef="#br0" timeOffset="24929.45">3579 2949 1364 0,'0'0'261'0,"0"-1"-72"0,0 1 120 0,0 0-226 0,0-1-19 16,0 1-36-16,0-1-11 0,0 1 0 0,0 0-1 0,0 0 2 0,0 0-1 31,0 0 1-31,0 0-1 0,1 0 3 0,-1 0-6 15,1 0 1-15,-1 0-4 0,18 4-4 0,-18-4 8 0,0 0-8 0,0 0 8 0,1 0-4 0,16 3 2 32,-17-3 3-32,1 0-4 0,0 0-4 0,16-2 4 15,-17 2-3-15,1 0 3 0,-1 0-3 0,20-1-4 16,-20 1 1-16,0 0-2 0,18-1 1 0,-18 1 5 16,1 0 2-16,22 2 1 0,-15-2 0 0,1 0-9 15,-1 0 5-15,1 0-5 0,0-3 15 0,0 2-6 0,1 0 0 16,0-2-2-16,0 2-6 0,0-2-1 0,1 2 3 15,0-1-1-15,0 0 7 0,-1 0-3 0,1-1-3 16,0 1 1-16,0 1-1 0,0-1 2 0,0 1 2 0,-1 1-1 16,1-2-1-16,-1 0-2 0,-2 1 0 0,1-1 0 15,-1 2-1-15,-2 0 0 0,0 0-3 0,-6 0 2 16,0 0-9-16,1 0 0 0,15 2-9 0,-16-2-7 0,0 0-148 16,1 0-259-1</inkml:trace>
  <inkml:trace contextRef="#ctx0" brushRef="#br0" timeOffset="27580.06">3058 4720 1048 0,'0'0'238'0,"-1"0"96"0,0 0 5 0,1 0-224 16,-16-2-65-16,16 2-44 0,0 0 8 0,0 0-13 15,0 0-1-15,0 0-5 0,-1 0-5 0,-17 8 3 16,18-8 1-16,0 1 1 0,0-1 0 0,-10 20 0 0,7-12 1 15,-1 1 5-15,1 0 1 0,0 1 1 0,0 1 0 0,2-2 8 16,0 1 2-16,-1-1 1 0,2-1-7 0,1-1-3 16,-1 0-1-16,0-7 1 0,0 0 1 0,1 1 7 15,-1-1 3-15,13 16 2 0,-13-16 19 0,0 0 17 16,1 0-6-16,0 0 8 0,-1 0-24 0,18-13-11 16,-18 13-1-16,8-13-4 0,-3 5-4 15,0-2-10-15,2 0 2 0,-2-2-4 0,2 1 3 0,-1 0-2 0,0 0 3 16,0 0-2-1,-2 0 0-15,1 1 5 0,-1 0-1 0,0 1 2 16,-2-1-1-16,0 4 0 0,-1-2-1 0,0 2 1 16,-1 0 1-16,0-2 1 0,-1 2-3 0,-1 1 3 15,0-1 2-15,0 2-7 0,2 4 7 0,0-1-8 16,-1 1 3-16,1 0-4 0,-16-12-2 0,16 12 0 16,-1 0-6-16,1 0-3 0,-1 0-1 0,-15-3-1 15,16 3-17-15,-1 0-26 0,1 0-2 0,-1 0-13 16,-18 7-41-16,19-7-39 0,0 0-15 0,-1 0-12 0,1 0-90 15</inkml:trace>
  <inkml:trace contextRef="#ctx0" brushRef="#br0" timeOffset="27829.29">3148 4802 2356 0,'0'0'79'0,"0"0"28"0,0 0-100 0,0 0-2 0,0 0-3 15,0 0 0-15,0 0-7 0,0 0-2 0,0 0 0 0,0 0-1 16,0 0-5-16,1 0-3 0,0 0 2 0,14 6-7 16,-15-6-37-16,1 0-77 0,-1 0-14 0,17-4-27 15,-17 4-125-15</inkml:trace>
  <inkml:trace contextRef="#ctx0" brushRef="#br0" timeOffset="28214.65">3265 4655 2362 0,'0'0'70'0,"0"0"-50"15,0 0-5 1,0 0-13-16,0 0-5 0,0 0 20 0,0 0-1 15,0 0 10-15,17 11 0 0,-17-11-17 0,0 0 3 0,21 10-8 0,-12-5 1 0,-1-2-4 0,1 1 2 32,-1-1-2-32,1 0 6 0,-2 2-4 0,0 0-3 15,0 0 1-15,-2 0 5 0,0 0 0 0,0 0 2 0,-1 0-3 16,-1 3 0-16,-1-2 5 0,-1 1-3 0,-1 1 3 16,-2-1-7-16,-1 1 4 0,-1 1 3 0,-2 0-1 15,0 0-6-15,-2 1 3 0,-1 0-2 0,0-1 3 16,-2-1 5-16,2 0-9 0,-1-1 3 0,0-1-3 15,2 1 3-15,1-2 1 0,0-1 1 16,2-1-2-16,5-3-4 0,-1 0 0 0,1 1-1 16,0-1 2-16,-11 17 4 0,11-17-1 0,0 0-1 0,0 0 1 0,0 0-2 15,1 0 0-15,0 0 0 0,19 11 0 0,-20-11-4 16,0 0 0-16,21 3 1 0,-20-3 0 0,16 3 1 0,-9-3-1 16,2 1-1-16,-2 0 0 15,1-2-2-15,0 2-16 0,0-2-29 16,-1 1 1-16,0-1-137 0,-1 0-148 0,2-2-138 0</inkml:trace>
  <inkml:trace contextRef="#ctx0" brushRef="#br0" timeOffset="33130.24">4006 4746 2211 0,'0'0'70'0,"-1"0"-43"16,1 0-2-16,0 0-40 0,-1 0-10 0,0 0 10 0,1 0-10 16,0 0 14-16,0 0-2 0,-19 3-1 0,19-3 0 15,0 0-2-15,0 0-2 0,0 0 3 0,-2 21-1 0,2-20 2 16,0 16 9-16,0-7-3 0,-1 2 7 0,1 0-5 16,0-1 11-16,1 0-3 0,0-1-2 0,1 0 0 15,1-1-1-15,-1-3 1 0,1 1 4 0,-3-7 0 16,0 0 10-16,0 0 4 0,1 1-3 0,-1-1 4 15,1 1-1 1,17 13 7-16,-18-14-7 0,1 0 6 0,0-1-22 0,16-14 6 0,-12 7-3 0,0-3 4 0,1 1-5 31,1-2 4-31,-2 1 0 0,0-1 1 0,0-1 3 16,0 0 2-16,-2 0 0 0,1 0 0 0,-2-2-6 0,-1 2 4 16,0 0-5-16,0 2 5 0,-1 2 2 0,0 0 8 15,-1 2 1-15,0 1 2 0,1 6 3 0,0 0-6 16,-1 0 1-16,0-1-5 0,-12-16-6 0,13 17-15 15,0 0-2-15,-1 0-5 0,-16-6-15 0,17 6-16 16,-1 0-3-16,1 0-6 0,-20 2-32 0,20-2-37 16,0 0-16-16,-1 0-12 0,1 0-109 0</inkml:trace>
  <inkml:trace contextRef="#ctx0" brushRef="#br0" timeOffset="33328.36">4238 4825 2402 0,'0'0'127'16,"0"0"-78"-16,0 0-13 0,0 0-18 0,0 0-26 16,0 0-2-16,0 0 1 0,0 0-2 0,0 0 0 15,0 0-51-15,0 0-13 0,0 0-21 0,0 0-128 0,0 0-160 16,0 0-196-16</inkml:trace>
  <inkml:trace contextRef="#ctx0" brushRef="#br0" timeOffset="33981.47">4380 4699 2088 0,'0'0'168'16,"0"-1"-96"-16,0 1 11 0,-1-1-42 0,-9-17-19 0,10 18 7 15,0-1-6-15,0 1 7 0,0-1-4 0,-5-18-12 16,5 19 1-16,0 0-6 0,0-1-6 0,-7-19 1 15,7 20-4-15,0 0 3 0,-1-1 0 0,-12-16-1 16,13 17-1-16,0-1 0 0,-1 1-5 0,1-1 3 16,-15-16-3-16,15 17 3 0,0 0-2 0,0 0-3 15,0 0 5-15,-1-1-5 0,1 1 6 0,0-1-9 0,-1 1 1 16,-15-9-4-16,16 9 1 16,0 0-10-16,0 0 2 0,0 0-4 0,-1 0 3 15,0 0 1-15,1 1-4 0,-15 16 3 16,15-17-8-16,0 1 14 0,-4 15-3 0,4-16 7 0,0 1-2 0,0 19-1 0,0-19 6 0,5 15-3 15,-5-16 10-15,0 0-8 0,13 20-1 0,-5-13-1 16,0 1 3 0,0 0 6-16,1 0-2 0,1 1 3 15,0-1-7-15,0 0 8 0,0 1 0 0,-1 0 2 16,-1-1-7-16,0 0 7 0,-1 0-6 0,0 1 7 16,-1 0-1-16,-1 0-3 0,0-1 5 0,-2 0-4 15,1-1 6-15,-1 1-5 0,-1 0 2 0,-1 0-4 0,-1 0 7 16,0 1-8-16,-1 0 4 0,-3-1-3 0,1 2 10 15,-2-3-6-15,0 0 2 0,-2 1-2 0,0 1 4 0,-2-2-1 16,-1 1-1-16,-2-1 1 0,2-2 6 0,-1-1 13 16,1-2 0-16,1-1 4 15,1-1 5-15,2-1 7 0,1-1-5 0,0-2 3 16,1-1-19-16,0-1-5 0,1-2-9 0,3-1 2 16,-1-1-30-16,1-1 5 0,1 1-2 0,2 0 3 0,-1-1 2 15,3-1 4-15,-1 0-2 0,3 0 0 0,0 0-11 0,2 0 2 0,2 1 1 16,1-1 0-16,1 0-6 0,1-1-63 0,0 1-18 15,1-3-28-15,0 1-188 0</inkml:trace>
  <inkml:trace contextRef="#ctx0" brushRef="#br0" timeOffset="36867.37">4389 5568 587 0,'-5'-3'314'0,"5"3"185"0,0 0 4 0,0 0-430 0,0 0-33 15,-1-1-32-15,0 1-1 0,1-1 1 0,0 1-1 0,-13-18-4 16,13 18 8-16,0 0-5 0,0 0 17 15,0 0-4-15,0 0-3 16,0 0 1-16,0 0 6 0,0-1 0 16,0 1 4-16,0-1-2 0,0 1 7 0,0 0 10 15,0 0-3-15,0 0 3 0,0 0-16 0,0 0 8 16,1 0-10-16,-1 0 8 0,18-5-14 0,-18 5-9 16,1 0 1-16,14-2-3 0,-15 2 4 0,1 0-4 0,18 1 6 15,-18-1-5-15,-1 0 1 0,23 1-1 0,-22-1 1 16,15 0 0-16,-15 0 1 0,15 2 2 0,-15-2-2 15,16 0 3-15,-16 0 3 0,16 0-3 0,-7 0-1 0,1 0-1 16,2-2 1-16,0 1-4 0,1 1 3 0,1-1-5 16,-1-1 6-16,1 2-7 0,0-1 4 0,-2 0-6 15,0 1-4-15,1 1 5 0,-1 0 2 0,0 1 3 16,-2-1-6-16,0 0 5 0,1 1-7 0,-1 0 6 16,1 0 0-16,0 0 4 0,1-2 3 0,1 0-2 0,1 2 2 15,-2 0-5-15,1-2-1 0,1 1-1 16,-1-1 4-16,1 0-1 0,1 1 0 0,-2-1-1 0,0 2-2 0,1-2-1 31,-2 0 1-31,3 2-1 0,0-3-1 0,1 1-6 16,2 0 1-16,-1 0-3 0,2 2 3 0,-2 0 1 15,-1 0 0-15,0 0 2 0,0 1-3 0,-1 0 4 16,-1-1-4-16,0 0 6 0,0 0-8 0,0 1 1 16,2-1 1-16,0 0 0 0,0 0-2 0,0-1 4 15,-1 0 0-15,0 1 3 0,-1-1 3 0,0 1-6 0,-1-1-2 16,-1 0 0-16,-1 1-4 0,-1-1 4 0,3 1-2 15,-3 0 1-15,1 1-7 0,2 0-184 0,-1-1 13 0,2 0-88 16,-2 0-134-16</inkml:trace>
  <inkml:trace contextRef="#ctx0" brushRef="#br0" timeOffset="38518.06">7140 2565 1419 0,'0'-1'109'0,"0"1"-37"0,0-1 53 0,0 1-82 15,0-1 12-15,0 1 2 0,0-1 11 16,0 1 5-16,0 0-6 0,0-1-11 0,3-17-4 15,-3 18-6-15,0 0 2 0,0 0-13 0,0 0-2 0,20 4-1 16,-20-4-1-16,0 0-10 0,0 1-4 0,18 13 2 16,-12-8-3-16,4 2 1 0,-2-1-9 0,1 1 2 0,2 1-5 15,-1 1 3-15,1 0-4 0,0 1 0 0,-1 0 0 16,0 1-1-16,0 0 3 16,0-1-5-16,0 1 5 0,-1-1 0 0,-1 0-2 15,0-2 2-15,-1 0-3 0,-1 0-4 0,1 1 1 0,-1 0 1 0,0 0 3 16,0-2 5-16,-1-1-3 0,0 0-1 0,0-2 0 15,-1 1-3-15,1-1-7 0,0-1-22 0,-5-4 1 0,0 0-97 16,0 0-31-16,1 0-3 0,-1 0-11 0,18 4-31 16,-18-4-71-1,0 0-71-15</inkml:trace>
  <inkml:trace contextRef="#ctx0" brushRef="#br0" timeOffset="38744.48">7382 2550 2635 0,'0'0'95'0,"0"0"-77"0,0 0-25 0,-1 0-1 16,1 0 7-16,-17-3 12 0,17 3 1 0,0 1 3 16,-12 12-3-16,5-5-3 0,-1 2 4 0,-2 1-3 15,0 2-3-15,-4 2-1 16,1 0-1-16,-2 1 0 15,0 1-5-15,-1 0 0 0,-2 0-2 0,0-2 4 0,1 2-2 16,1-1-107-16,1 1-5 0,1 1-51 16,0 0-157-16</inkml:trace>
  <inkml:trace contextRef="#ctx0" brushRef="#br0" timeOffset="39212.36">6609 2857 2803 0,'0'0'80'15,"0"0"-80"1,-1 0-15-16,1 0-33 0,-1 1-24 0,-11 24 46 16,13-13 4-16,0 3 15 0,1 3 25 0,-7-5 1 15,6 6-2-15,0 3 1 0,0 0-10 0,-1 4 2 16,0 4-4-16,0 2 3 0,0 2-9 0,0 1 8 16,-2 2-2-16,-1 5 3 0,1 3-2 0,-1 0 1 15,0 2-2-15,0 1 1 0,-1-1-11 0,1 2 6 0,1-4 0 16,-2 3 3-16,3-1-2 0,-1-1 5 0,1-1-4 15,0 1 6-15,0 1 12 0,-1 3 31 0,1 1-10 16,1-2 13-16,-2-2-41 0,0-3-6 0,0 0-2 0,0-2-1 16,1-3-3-16,-1 1 2 15,1-1 1-15,-3-2 0 0,1 1-4 0,-1-6 0 0,1-3 0 0,1-3 0 16,1-3 0-16,0-2 0 0,-1-1-2 0,1-3 0 16,0-1-3-16,-1-4-4 15,2-2-27-15,0-4 4 0,0-6-117 0,0 0-80 16,0 1 1-16,0-1-37 0,-3-5-87 15</inkml:trace>
  <inkml:trace contextRef="#ctx0" brushRef="#br0" timeOffset="39877.87">6574 3015 2875 0,'-5'-3'83'0,"5"3"2"16,-1 0-116-16,1 0-10 0,0 0 10 0,0 0-6 15,0 0 41-15,0 0 2 16,1 1-1-16,22 11 2 0,-13-8 7 0,2-1-12 0,2 1 8 0,2-2-10 15,3 1 8 1,0-1-6-16,1 0-1 0,4-1 0 0,1 0 2 0,5 0-1 0,1 1 1 0,0 0 0 0,0 0 1 0,-1 0 0 31,0 1 1-31,2-1 0 0,5 1 2 0,0 0-5 16,1-1-3-16,-1 0 1 0,1-1-3 0,4 0-1 16,0-1 1-16,3 0-1 0,-3 0 3 0,0 0-4 15,0-1 6-15,1 0-2 0,2 1 6 0,-4-1-2 16,-1 1-3-16,1 0 0 0,0 0 2 0,1 0-1 15,0 0 1-15,-6 0-1 0,2 0-2 0,-1 0 2 16,0 0-2-16,0 1 3 0,-3 0-1 0,-4 0-3 0,-2 1 6 16,-3 0-4-16,-1 1 0 0,-1 1 2 0,-2-1-2 15,-2 2 2-15,-3-1 1 0,-2 1 5 0,-3 0 1 0,-2 1 0 16,-1 0 0-16,-1 2 0 0,-2-1-3 16,0 0 2-16,-2 1 3 0,0 1 3 0,-1 2 0 0,0 1-1 15,0 0-6-15,-1 3 2 0,2 1-1 0,-2 1 2 16,0 1-2-16,1 1-1 0,-2 1 1 0,1 1-1 15,-1-1 2 1,1 1-4-16,-1 0 3 0,0 1-4 0,0 3-4 16,0 2 11-16,1 2-8 0,-1 0 9 0,2-1-7 0,-2 0 0 15,1 0 4-15,1 3-2 0,-1-1-1 16,2 1-1-16,-2 0 1 0,2-1-1 0,-1-1 4 0,1 0-1 16,-1 0 0-16,0 1 0 0,-2 0 3 0,1 1-5 15,0-1 2-15,-1-2-3 0,1-1 7 0,0-1-5 16,-1 1 3-16,0 1-4 0,-2-1 0 0,0 0 2 15,-2-3-1-15,0-2 1 0,-1-1-4 0,0-3-57 16,-2-1-21-16,1 1-22 0,-2-1-144 0,-2-1-141 16,-3 1-94-16</inkml:trace>
  <inkml:trace contextRef="#ctx0" brushRef="#br0" timeOffset="40312.58">6557 4477 3287 0,'0'0'89'0,"0"0"-124"15,-1 0-12-15,1 0-30 0,0 0 20 0,0 0 45 16,14-4 8-16,-4 4 7 0,2 3 3 0,2-3 3 16,1 0-1-16,3 2 2 0,0-2 2 0,2 1-5 0,2 2-2 15,1 0-1-15,3 0-4 16,5 0-2-16,1 0 4 0,2 0-4 0,-1 2 6 16,0-1-3-16,1 0-1 0,4 0 0 0,1-1 0 15,2-2 0-15,-1 2 2 0,0-2-1 0,2 0 3 0,2 0-3 0,0 0 0 0,1-1 1 16,-2 1 4-1,1 1-2-15,1 0-2 0,1-1 1 0,-2 1 4 0,-1 2-4 0,0-1 2 0,1 1-3 32,0 0-2-32,-2 0 0 0,-2 0 2 0,-1 1-1 0,-1 0 3 15,-1-1-5-15,-1 1 0 0,-3-1-2 16,-3 0 7-16,-2 1-4 0,0-1 0 0,-1 0-1 0,-1-1-3 0,-2-1 3 16,-2 0-3-16,-4-1-3 0,-1 0-82 0,-5-1-151 15,-1 0-11-15,-1-1-55 0,-3-1-123 0</inkml:trace>
  <inkml:trace contextRef="#ctx0" brushRef="#br0" timeOffset="40866.15">7422 3216 2731 0,'0'0'115'0,"-1"0"-79"16,0 0-12-16,-12 22-39 0,13-10-48 0,0 3 51 0,0 2-1 0,0 2 12 15,0 1 7-15,-5-2-3 0,5 5 0 0,0-1-2 16,0 3-1-16,0 1 0 0,0 1 0 0,0 2 0 16,2 0-2-16,-2 2 9 0,0 1-6 0,1 1 8 15,0 1 1-15,0 0 4 16,1 1 2-16,0 0-2 0,0-1 1 0,0 1 2 15,1 0 1-15,-1 1 0 0,0 1 4 0,-2-3-3 0,2-1 1 0,1-1-1 0,-1 1-6 16,0 1-1-16,-1-1 2 0,1 0 0 0,-1-3 4 0,1-4-9 31,0 2 0-31,-1-2-3 0,1 1 3 0,-1 1-2 16,0-2 4-16,1-2-3 0,-1-1 9 0,2-2 0 16,-1-2-3-16,0-3 2 0,0-1-3 0,1-1-5 15,-1 1 3-15,1-3-4 0,-1 0 2 0,0 0-7 16,-1-3 3-16,0-2-4 0,1 0-1 0,-2-7-13 0,0 0-28 0,0 1 1 15,0-1-144-15,0 1-95 0,0-1-8 16,0 0-43-16,0 0-191 0</inkml:trace>
  <inkml:trace contextRef="#ctx0" brushRef="#br0" timeOffset="41945.15">6952 3277 2456 0,'0'0'125'0,"0"0"-63"0,0 0 64 16,0 0-164-16,0 0 27 0,0 0 12 0,0 0 31 0,1 1 2 16,-1-1-3-16,9 21-5 0,-9-21-12 0,-5 10 3 15,5-1-5-15,0 1 4 0,0 0-7 0,0 0 4 0,-1 1-4 16,1 1 2-16,-1 0 9 0,0 1-4 15,1-1 6-15,-1 3-7 0,1-1-4 0,-1 2 0 0,0-1 0 16,1 2 0-16,-2-1-1 0,2-1 0 0,-1 1 0 16,-1-2-1-16,1-1-3 0,1-1-1 0,0 0-1 15,0-2-4-15,1 0 5 0,0-1-1 0,0 1 1 16,0-2-6-16,0 1 1 0,2 0 0 0,-1-1 1 0,1 0-2 16,0 0-48-16,0-1-18 0,-1 0-19 0,1-2-142 15,1 0-107 1,1-1-62-16</inkml:trace>
  <inkml:trace contextRef="#ctx0" brushRef="#br0" timeOffset="43133.18">7649 3325 1931 0,'-7'0'324'0,"1"1"-149"0,-1 0 47 0,2 2-172 16,5-3-83-16,-1 0 7 0,1 1 4 0,-14 19 4 15,11-10 28-15,-1 0 5 0,1 1-1 0,0 0 0 16,-2-1 1-16,2 2-10 0,-1 1 1 0,2 1-5 16,1 1-1-16,-1-2 5 15,2 0 2-15,0-1-1 0,0-2-6 0,1 0 0 16,0-2 0-16,1-1 0 0,-2-7-3 0,0 0 4 0,0 1 0 0,1-1 3 0,14 16-2 0,-15-16 1 15,1 0 2-15,-1 0-1 0,17-5 3 16,-17 5 4 0,14-9-3-16,-7 2 3 0,0 0-3 0,1-2 6 0,-1 0 0 15,0-1 2-15,0 0-3 0,-1 0 3 0,0 0-2 16,-1 0 2-16,-1 0 1 0,-1-1 1 0,0 1 3 16,-1 1-1-16,-2 0 9 0,0 2 2 0,-1 0-4 0,-2 1 3 15,0 1-11-15,0 0-5 0,-1 0 3 0,4 5-5 16,-1 0-11-16,1 0-1 0,-17-9-4 0,17 9 1 15,0 0-23-15,-18 3-34 0,18-3-3 0,-1 0-13 16,1 1-47-16,-18 11-82 0,18-12-23 16,0 0-32-16,0 1-207 0</inkml:trace>
  <inkml:trace contextRef="#ctx0" brushRef="#br0" timeOffset="43295.58">7801 3470 2690 0,'0'0'94'0,"0"0"-100"0,0 1-8 0,0-1-17 0,0 0 44 0,9 20-9 31,-9-20-1-31,0 1-3 0,0-1 0 0,6 20-75 16,-6-20-20-16,0 0-33 0,0 0-168 0</inkml:trace>
  <inkml:trace contextRef="#ctx0" brushRef="#br0" timeOffset="43615.87">7941 3265 3011 0,'0'0'153'0,"0"0"-166"0,0 0 3 0,0 0-56 16,-2 17 26-16,3-7 33 0,0 0-2 0,-1 0 10 15,-1 3-3-15,1-1 1 0,-3 0 0 0,1 1 1 16,0 0 2-16,-1 0-2 15,-1 1 3-15,1-1-3 0,-1 1 6 0,1-1-6 16,0 0 0-16,2 0 0 0,-1-3-3 0,2 0 3 16,0-1 0-16,0-1 2 0,2-1-2 0,1 0-6 15,1-1-1-15,1-1-4 0,0 0-3 0,2-1-9 16,0-1 1-16,1 0-5 0,1 0-4 0,1-1 6 16,1 0 0-16,1 0 2 0,0-2 6 0,0 0 0 15,1 0 7-15,0 0-3 0,0 0 13 0,1-1-2 16,-2 0 3-16,1 0-1 0,0 0 3 0,1 0-1 0,-2 0-2 0,-1 1 2 15,-2-1-2-15,0 1-79 0,0-1-11 16,-2 0-34-16,0 1-127 0,-1-2-237 0</inkml:trace>
  <inkml:trace contextRef="#ctx0" brushRef="#br0" timeOffset="43815.6">8014 3417 3226 0,'0'0'105'0,"-1"0"64"0,1 0-216 16,-18 12 4-1,15-2 5-15,0 3 3 0,-1 1 33 0,0 4 2 16,-1-1-3-16,2 2 3 0,0-2-6 0,0 0 5 16,1 0-5-16,-1-1-6 0,2 1-118 0,-1 1-105 15,0 2-34-15,-1 1-28 0,0 0-205 0</inkml:trace>
  <inkml:trace contextRef="#ctx0" brushRef="#br0" timeOffset="44612.18">6739 3987 2246 0,'0'0'176'0,"0"0"-80"0,-1 0 91 0,1 0-199 0,0 0 8 16,0 0 6-16,1 0 10 0,20 3-6 0,-10-1 4 15,0 0-7-15,-4-3 9 0,6 4-1 0,1 0 3 16,1-1-6-16,0-1-4 0,0 1 3 0,-2 0-3 0,0 0 0 16,-1 1 1-16,-1 0-2 0,-2 2 2 0,0-1-2 15,-1-1 2-15,-3 2 2 0,1-1 1 16,-2 0 3-16,-2 1 1 0,2 0-3 0,-3 2 4 0,-1 1 7 16,-2 0 10-16,-3 1-2 0,-2 2 3 0,-1-1-10 15,-4 2 0-15,-1 1-3 0,-3-1 1 0,0 0-10 16,-1 1 0-1,1-2 0-15,-1 0-1 0,0-1-2 0,2-1 4 16,2-1 1-16,2-1 1 0,2-1-3 0,1-1 3 16,3 0 0-16,5-5 1 0,0 0 3 0,0 1-3 15,0-1-3-15,0 1 2 0,3 15-3 0,-3-16-3 16,15 4 1-16,-4-3-1 0,0-1-4 0,3 0-2 0,1-2-3 16,1 0 0-16,0 1-2 0,1 1-5 0,0-2 7 0,-1 0-8 15,1 0 7-15,-1 0-2 0,1 2 0 16,1 0 0-16,0-1-6 0,1 0 1 0,-1 0-8 15,0 0-3-15,-1 0-120 0,-2 1-72 0,0-2-28 16,0 3-12-16,0-2-110 0</inkml:trace>
  <inkml:trace contextRef="#ctx0" brushRef="#br0" timeOffset="45232.59">6588 3811 1946 0,'-15'-6'329'0,"1"1"-156"0,2 0 27 0,0 1-115 16,4 2-77-16,1-1 6 0,7 3 3 0,0 0 1 0,0 0 24 0,-1 0-15 16,0 0-2-16,1 0-6 0,0 0-7 0,-1 0-5 31,1 0 4-31,0 0-5 0,0 0 0 0,13 1-4 15,-4 0-2-15,4 1 0 0,2-2 0 0,1 1-2 16,0 0 2-16,2 1-4 0,0 0 4 0,1 0-1 16,-1 0 0-16,2-2-1 0,-2 1 7 0,4 0-3 15,2 1 1-15,3 0-3 0,1 0 3 0,-1 1 3 0,1 0 1 16,-1-1-1-16,0 1 3 0,1-1 4 0,2 0-6 0,1-1 6 16,3 0-4-16,-3 1 2 15,0-1 7-15,0 0-6 0,0 2 2 0,2-3 0 16,1 1-5-16,0-1 3 0,0 1-3 0,-3 0 5 0,1 1-1 15,0-1 3-15,2 0-2 0,0-1-8 0,0 0 4 0,-2 1-6 16,-1 1-3-16,-2 0 2 0,1 0-4 0,2 0 1 16,0-1-1-16,1 1 0 0,-3-2 2 0,-2 1-1 15,-1 1-2-15,0-1 0 0,1 1 1 0,0-2 0 0,0 0 2 32,-1 1 3-32,-3-1-1 0,-2 1 0 0,-1 0-4 15,-3 0 2-15,-1 0-1 0,1 1 2 0,-1-1-3 0,0 0-1 16,0 1-1-16,-2-1 1 0,-1 1 0 0,-2-1-33 15,-3 1-27-15,0 0-9 0,-1-1-136 0,-2-1-88 0,-6 0-19 0,0 0 94 0,1 0 1348 16</inkml:trace>
  <inkml:trace contextRef="#ctx0" brushRef="#br0" timeOffset="46261.24">7610 4048 2423 0,'0'0'74'0,"-1"0"32"0,1 0-126 16,0 0-6 0,0 1 8-16,-16 19-6 0,14-11 22 0,-3 1 2 15,1 1-3-15,0 1 3 0,0 1 0 0,-1 1-5 16,1 0 4-16,0 2-4 0,-1 0 5 0,2 0 3 16,0 0-1-16,0 0 0 0,1 1-6 0,1-1 4 15,0-1-3-15,1-2 3 0,1-1 1 16,1-3 2-16,1-1-1 0,-1-2 1 0,1 0-2 0,-3-6 1 15,0 0 0-15,1 0-1 0,18 4-5 0,-19-4 7 0,13-9-4 0,-4 2 5 16,1-3-5-16,0-2-2 16,3-1 3-16,-1-1-1 0,1 0 1 0,-1-1 3 0,0 0-2 15,-2-2 3-15,1 1 2 0,-2 0-3 0,0-1 4 0,-3 0-4 16,1 0 1-16,-2-1 5 0,-1 2-1 0,0 0 4 16,-2 1 0-16,-1 3 0 0,0 2-2 0,-1 1 0 15,0 2 2-15,-1-1 2 0,-1 1-1 0,0 1 0 16,-2-1-9-16,4 7-11 15,0 0-3-15,0 0-4 0,-1-1-15 0,-15-13 9 16,16 14-3-16,-1 0 3 0,0 0-18 16,1 0-59-16,-18-1-10 0,18 1-23 0,0 0-108 15,0 0 1046-15</inkml:trace>
  <inkml:trace contextRef="#ctx0" brushRef="#br0" timeOffset="46462.14">7825 4270 3134 0,'0'0'62'0,"0"0"-82"0,0 1-21 0,5 15-4 16,-5-16 29-16,0 1-32 0,1-1-6 0,12 17-15 15,-13-17-77-15,0 0-59 0,0 0-24 0,1 0-22 16,0 0-193-1</inkml:trace>
  <inkml:trace contextRef="#ctx0" brushRef="#br0" timeOffset="46870.15">8010 3984 1906 0,'0'0'321'0,"0"0"-157"16,-1 0 49-16,0 0-171 0,-16 4-68 0,17-4 16 0,0 0-4 15,-8 16 9-15,8-15 7 0,-10 14-2 0,5-6 0 16,-1 1-3-16,2 1-4 16,-3 4 3-16,1 1 3 0,-2 1-1 0,1 2 0 0,-1 0 0 0,1 1-2 15,-1 1 3-15,1 0 1 0,0 0 2 0,2 0-1 0,0-1 1 16,2 0-5-1,2-1-1-15,1 0 3 0,1-1-1 0,2-2 5 0,0-1-6 0,2-2 2 0,0-3-3 16,2-1 4-16,0-3-3 0,-1-2 4 0,3-1-1 16,-1-2 16-16,1 0 7 15,0-2-3-15,0-2 5 16,0-1 7-16,0-2 0 0,1-2 1 0,0 0 0 0,0-1-3 16,-3-1 9-16,1-1-1 0,-1 0 3 0,-1 1 0 0,0 0-3 15,-3 1 5-15,-1 0-3 0,-1 1 6 0,-1 2-13 16,-1-1 2-16,-1 3-6 0,2 4-5 0,0 0-32 15,0-1-7-15,-17-16-12 0,17 17-63 16,-1 0-115-16,-16-7-28 0,17 7-55 0,-18-7-353 0</inkml:trace>
  <inkml:trace contextRef="#ctx0" brushRef="#br0" timeOffset="47745.28">10101 2196 2075 0,'0'0'67'16,"0"0"-60"-16,0 0 8 0,0 0-5 0,12-3-5 15,-3 7 29-15,1 1 0 0,0 1-1 0,1 2-9 0,-3-3 4 16,4 6-3-16,1 2 4 0,1 1 2 0,-1 0-9 16,0 0 2-16,0 0-6 0,0 0-5 0,-1 0 1 15,1-1-2-15,0 3 1 0,0-2-10 0,-1-1 5 16,-2 0-2-1,1-1 3-15,-2-2 0 0,1-1-7 0,-3-1 1 16,1-3-9-16,-1-1-83 0,0-1-145 0,1-2-33 16</inkml:trace>
  <inkml:trace contextRef="#ctx0" brushRef="#br0" timeOffset="48095.21">10535 2267 2611 0,'0'0'-5'0,"0"0"-26"0,0 0 3 0,-1 0-4 16,1 0 40-16,-1 0 18 0,-15 13-2 0,8-6 7 0,-2 0 0 0,-1 3-15 16,0 1 3-16,-3 1-8 0,0 2-5 15,1-1-3-15,-3 2 1 0,1 0-1 16,-2 0 11-16,1 0-13 0,1 0 8 0,0-2-9 0,1-1 4 0,0-4-18 16,1 1-7-16,2-2-7 0,1-1-45 0,3-2-25 15,-1-1-4-15,8-3-6 0,0 0-10 0,0 0-40 16,0 0 10-16,-1 0-18 0,0 0 48 0,1 0-4 15,-8-21 26-15,8 21-12 0,11-12 84 0,-4 5 75 16,0 2 2-16,-1 1 28 16,0 0 31-16,-1 2 0 0,-5 2-6 15,1 0 0-15,-1 0-36 0,0 0-4 0,17 0-5 16,-17 0 2-16,0 0-8 0,0 1-22 0,7 21 3 16,-6-11-11-16,-1 1 2 0,1 2 19 0,-2 0-13 15,1 4 13-15,-2 3-25 0,0 4-15 0,-1 2 7 16,-2 2-9-16,1 1 8 0,-1 0-9 0,-1 3 5 0,1-1-8 15,-2 0-30-15,-1 1-193 0,1 0-16 0</inkml:trace>
  <inkml:trace contextRef="#ctx0" brushRef="#br0" timeOffset="48628.18">9012 3032 2473 0,'0'0'80'0,"0"0"-76"0,0 0 2 0,-1 0-27 15,-11 17-8-15,12-7 38 0,0 3 1 0,-1 4 2 16,0 3 2-16,-4-1-3 0,5 7-2 0,-1 1 0 15,1 2 3 1,-1 3-1-16,0 5-1 0,1 1-1 0,-2 2-1 0,0 3 2 16,0 1 0-16,-2 3 1 15,2-1-6-15,-2 1-4 0,1 0 4 0,0-1-5 0,0 2 3 0,0-2 0 16,1 1 0-16,1 0 1 0,0-1 1 0,-1 1-3 16,2-2 0-16,0 0 0 0,0 0 1 0,-1-1-1 15,2 0 3-15,-1-4-2 0,2-1-2 0,-2-1 4 16,0 1-2-16,1-3 3 0,-1-2 4 0,0-4-10 15,1-2 4-15,0-2-4 0,1-3 11 0,-2-2-10 16,2-5-22-16,-2-4 0 0,2-2-102 0,-2-10-55 0,0 0 11 16,0 1-30-16,0-1-36 0</inkml:trace>
  <inkml:trace contextRef="#ctx0" brushRef="#br0" timeOffset="49278.77">9020 3076 3022 0,'0'0'4'0,"0"-1"-87"16,0 1-1-16,0-1-22 0,9-15 64 0,-9 16 35 15,15-4 9-15,-6 3 2 0,2 1 2 0,0 0-8 16,2 0 3-16,1 1-5 0,3 1-2 0,0 2 2 16,5 1-1-16,2 1 2 0,1 0 1 0,3 1-1 0,-1-1 0 15,0 1 1-15,1 0 2 0,2-1-1 16,1 0 1-16,5 0 0 0,0-1 5 0,2-1-6 0,-1 0 2 0,2 1-3 16,3-1 3-1,3 0 1-15,1-1-2 0,-1 0 1 0,1 0-1 16,1-1-3-16,2 0 3 0,-1 0-1 0,0-2 2 0,1 1 4 15,-2 0-1-15,1 0 2 0,1-1 3 0,-4 1-2 0,2-1 0 0,-1 1-1 16,0-1-2-16,-2 2-1 0,-1 0 4 0,3-1-4 31,-3 1 2-31,2-1-2 0,-2 1-2 0,-3 0 2 0,0 0-5 16,0 0 6-16,-2-1-3 0,-2 2 5 0,-3 0-3 0,-3 0 2 16,-2 1-1-16,-1-1 1 0,1 1-5 0,-1 0 4 15,-3 0 0-15,-2 0 1 0,-3 1-1 0,-2 0 6 16,-1 2-3-16,-2-1 5 0,1 0 2 0,-3 2-6 15,1-1 7-15,-2 0-7 0,0 1 6 0,2 0 5 16,-2 1-7-16,0 0 6 0,-2 0 2 0,-2 1-7 16,0 1 5-16,-1 2-5 0,-1-2 6 0,1 1-5 15,-3 2 2-15,1 0-3 0,-1 3 0 0,0 2 3 0,0 1-2 16,-1 2 2-16,0 1-1 0,-1 0-8 0,1 0 7 16,-1-1-8-16,0 0 4 0,0 1-1 0,1 2-1 0,-2 2 0 31,0 0 3-31,0 2-4 0,0-1 2 0,0 0-3 0,-1-1 8 0,0 0-11 0,0 2 6 0,-2 0-7 15,1 1 6-15,-2-1-4 0,1-1 3 0,0-2-3 16,-1-1 4 0,1 0-10-16,-2-1-10 0,0 1-5 15,0-2-84-15,0-2-102 0,-2-2-23 0,-1-2-38 0,-1-2-225 16</inkml:trace>
  <inkml:trace contextRef="#ctx0" brushRef="#br0" timeOffset="49784.81">8834 4616 3194 0,'0'0'50'0,"0"0"-46"0,0 0 25 0,0 0-155 0,12-2 53 16,-1 2 21-16,4 1 57 0,5 0 1 0,0-1 0 15,5 0-3-15,-4-5 0 0,8 4 5 0,3-1-3 0,3 1-5 16,1-2 3-16,1 0-7 0,3 0 6 0,2 0-8 15,3-1 2-15,0 0 0 0,1 0 2 16,2 0 2-16,2-1 4 0,1 1 1 0,1-1 2 0,3 0 0 0,1 0-8 16,2 0 1-16,3-1-2 0,0 0 5 0,-2 0 3 15,1 0 1-15,2 1 0 0,-1 0 14 0,0 1-4 16,1 0 4-16,-1 1-4 0,-1 0-2 0,-3 0-2 16,2 0 1-16,-3 2-2 0,-1 0-6 0,-1 0 2 15,-2 0-5-15,-2 1 5 16,-1-1-8-16,-2 1 2 0,-3 0 0 15,-2-1 1-15,-2 1-3 0,1-2 4 0,-2 3-1 0,-4-1 3 0,-2 0-8 0,-2 1 2 0,-1-2-3 16,-1 0 3-16,0-1-1 0,-4 1 1 0,-1 0 3 0,-3 1-1 31,-3-1-2-31,-2 0-88 0,0-1-6 0,-4 1-38 16,0 0-113-16,-2-3-145 0,0-2-91 0</inkml:trace>
  <inkml:trace contextRef="#ctx0" brushRef="#br0" timeOffset="50250.85">10203 3328 2906 0,'-6'-5'66'0,"0"0"-43"0,1 0 33 0,1 2-121 31,4 3 26-31,0 0 13 0,-1-1 38 0,1 1-4 0,-1 0 6 16,-16-12-10-16,17 12-13 0,-1 0-2 0,1 0-6 15,-1 0-12-15,1 0 3 0,0 0 0 0,-17 6 2 16,17-6 4-16,0 1 3 0,-7 16 1 0,6-8 0 15,-2 2 12-15,1 2-5 0,0 2 3 0,-1 3-3 16,1 3 11-16,-1 4 0 0,1 3 1 0,1 3-2 0,-1 2-2 16,-1 0 2-16,2 0 1 0,-1 2 2 0,0 2 9 15,0 2-4-15,0 0 7 0,2-2-5 0,0 2 11 0,0-1 2 16,0 2-7-16,0 1 6 0,0-2-16 0,2-1 7 16,-1 0-4-16,0 1 5 0,-1 1-14 0,0-1 7 15,0-3-3-15,0 0 4 0,0-1 0 0,0-1 0 16,-1-1-2-16,0-2 0 0,1-4-7 0,0-5 5 15,0-3-1-15,0-3-4 16,0-3-71-16,-1-2-132 16,0-2-21-16,1-9-42 0,0 0-132 0</inkml:trace>
  <inkml:trace contextRef="#ctx0" brushRef="#br0" timeOffset="50745.89">8972 3725 2932 0,'-5'-3'112'0,"5"3"-106"16,0 0 7-16,-1 0-40 0,1 0 2 0,-1 0 25 15,1 0-9 1,0 0 13-16,0 0-11 0,8 1-3 0,3 2-3 16,3 1-1-16,2-1-9 0,2 1 9 15,2 1 1-15,1 0 1 0,2 0 5 0,1 1 2 16,2 0-3-16,4 1 2 0,3-1-2 0,2 0 4 0,-1 1 1 16,1-3 1-16,-1 2 11 0,4-1-2 0,2-1 4 15,3 1-5-15,0 0-4 0,0-2 7 0,3 1-4 0,1-1 4 16,1 0 11-16,1 0-16 0,1-1 8 0,2 1-10 15,1 0 4-15,0-1-2 0,0 1 1 0,0-1-1 16,0 1-2-16,0-1 6 0,-3 0-2 0,1-2 4 16,-1 1 4-16,-1 1-3 0,-3 0 4 0,-1 1-4 0,0 1 4 0,1-2-6 15,0 0-1-15,-6 0-1 0,0 0-3 16,2-1-1-16,-2 1-2 0,-2 0 1 16,-2-1 5-16,-3 1-5 0,-3 0 3 0,0 0-4 15,-1 0 3-15,-1 0-1 0,-2-1 3 0,-4 2-4 0,-2-2 5 0,-4 2-4 16,-1-2 1-16,-2 0-3 0,-3 0-1 0,-1-1-50 15,-1 0-20 1,-1 0-19-16,-1-1-143 0,0-1-137 0,-1-1-77 16</inkml:trace>
  <inkml:trace contextRef="#ctx0" brushRef="#br0" timeOffset="51214.44">9540 3388 1968 0,'0'0'113'0,"0"0"-38"0,0 0-1 16,0 0-40-16,0 0-34 0,0 0 53 0,0 0 0 0,0 1 7 15,7 17-8-15,-7-18-9 0,0 0 5 0,0 0-7 16,0 1 0-16,2 19-6 0,-2-20-2 0,0 0-1 16,2 21-12-16,-1-13-3 0,-1 1-1 0,0-1 1 15,0 1-1-15,0-1-9 0,1 1 1 0,0-1-3 0,0-1 4 16,-1 0 1-16,0 0 2 0,0 0-1 0,0-1-7 16,0-6-2-1,0 1-1-15,0-1 1 0,1 17-1 0,-1-17-38 0,0 0-17 0,0 1-11 0,0-1-80 0,0 1-72 16,0-1-19-1,1 0 93-15,18 9 1266 0</inkml:trace>
  <inkml:trace contextRef="#ctx0" brushRef="#br0" timeOffset="52012.08">9659 3426 1128 0,'0'0'77'0,"0"-1"-41"0,-10-15 43 16,10 16-91-16,0 0 15 0,0-1 14 0,-8-18 35 15,8 19 3-15,0 0 7 0,-1-1 22 0,-14-23-20 16,15 24 12-16,0 0-13 0,0-1 16 0,-13-16-6 0,13 17-3 15,0 0-1-15,0-1-20 0,-1 1-16 0,-18-16 3 16,19 16-8-16,-1 0-7 0,1 0-8 0,-19-12 0 0,19 12-2 16,-1 0 4-16,1 0-11 0,-18-8 0 0,18 8-4 15,0 0 2-15,-1 0 0 0,1 0 1 0,0 0-1 16,-17-4 6-16,17 4 1 0,0 0 1 0,0 0-2 16,0 0-12-1,0 0 12-15,0 0-8 0,0 1 7 0,-5 20-20 0,5-21 10 16,0 1-1-16,5 22 4 0,-4-14-4 0,2 2 0 15,0-1 1-15,0 1 1 0,-2 1 3 0,1 1-1 16,0 1 0-16,-1 0 0 0,0 0 5 0,0 0 14 0,-1 0 2 0,1-1 4 0,0 0 13 0,-1 0-1 16,0-1 1-1,-1 0-1-15,0-3-7 0,2-1-11 16,-1 1 0-16,1-2-4 0,0-1-5 0,-1-6 7 16,0 1-2-16,0-1 5 0,0 1-1 0,0-1-6 15,0 0 3-15,4 17-5 0,-4-17 4 0,0 0-1 16,0 0-7-16,0 0 3 0,0 0-7 0,0 0-13 0,0-1 1 0,0 1-9 15,0-18-15-15,0 18 5 0,0 0-4 16,2-25 2-16,0 15-24 0,-1-5 11 0,1-2-3 16,1-2 7-16,-1-1 8 0,1-1 16 0,2 2-1 0,-3 1 7 15,-1 2 13-15,3 5 4 0,-3 1 4 0,1 3-2 16,0 0 10-16,-1 2 4 0,-1 5-2 0,0 0 4 16,0-1 2-16,0 1-7 0,0-1 3 0,0 1-5 15,0 0-2-15,0 0-13 0,0 0-2 0,0 0-3 16,0 0-7-16,0 1 6 0,-2 20 2 0,2-11 1 0,2 1 1 15,-2 1 7-15,0 3-6 0,0-1 7 0,1 2-4 16,0 0-3-16,-1 0 4 0,0 0-3 0,-1-2 4 16,1-1-15-1,0-1-39-15,0-2 2 0,2 0-171 0,1-1 863 16</inkml:trace>
  <inkml:trace contextRef="#ctx0" brushRef="#br0" timeOffset="54261.92">3275 4998 2739 0,'-5'1'105'16,"5"-1"-58"-16,-1 0-11 0,0 0-45 0,1 0-38 0,0 1 20 31,0-1-2-31,0 1 6 0,0 15-81 0,0-16-74 16,0 0-32-16,0 0-23 0,0 0-242 0</inkml:trace>
  <inkml:trace contextRef="#ctx0" brushRef="#br0" timeOffset="55343.59">10443 3479 2081 0,'0'0'213'16,"0"0"-103"-16,0 0 112 0,0 0-252 0,-1 0 17 0,1 0 11 15,0 1 13-15,0-1 3 0,-9 22-4 0,9-22-6 0,-6 13-1 16,4-2-3-16,0 2 0 0,0 2-6 0,-1 0 9 16,0 1-3-16,1-2 4 0,0 3-10 0,0 0 9 15,0-1-3-15,2 0 5 16,0-2-9-16,1-3 4 0,3 0 0 0,-1-2 2 0,1-1 5 0,1-3-4 16,0-1 1-16,1-2-3 0,1-2-2 15,0-1-9-15,2-2 1 0,1-2-3 16,1-2 16-16,2-3 5 0,-1-1 3 0,3 0-1 0,-2-3 5 0,0 0-2 15,-1-1 3-15,-2-2-3 16,-1 2 3-16,-1 0 0 0,-3 1 2 0,0 0 2 0,-2 0 25 0,-1-1-9 0,-2 0 1 0,0 0-6 16,-2 1-3-1,0 1-6-15,-1 1 1 0,0 0-4 16,-1 2-12-16,-1 1-8 0,0 2 1 0,0 1-4 16,-1 1-15-16,1 1 6 0,-1 2-4 0,0-1 5 15,0 2-19-15,0-1-16 0,0 2-6 0,0 3-6 16,-1 0-55-16,1 0-97 0,-1 1-37 0,0 0-51 15,1 0-467-15</inkml:trace>
  <inkml:trace contextRef="#ctx0" brushRef="#br0" timeOffset="55527.78">10626 3628 2504 0,'0'0'431'0,"0"0"-405"16,0 0 22-16,0 1-62 15,0-1 1-15,11 17 7 0,-11-17 2 0,1 1 1 0,0-1 9 0,12 18-7 0,-13-18-18 16,0 0-2 0,0 0-94-16,1 0-34 0,0 0-17 0,-1 0-8 15,0 0-95-15</inkml:trace>
  <inkml:trace contextRef="#ctx0" brushRef="#br0" timeOffset="55811.83">10813 3388 2586 0,'0'0'86'0,"0"0"-111"0,0 0 17 0,0 0-41 0,0 0 72 0,0 0 6 16,17 9 2-16,-17-9 2 0,1 0 1 0,16 17-6 15,-9-10-4-15,2 1-1 0,-1 0-13 0,2 1 6 16,-1 1-5-16,0-1 4 0,1 0-7 0,-2 1-7 16,0 0 8-1,0 0-7-15,-3 1 6 0,0-1-1 0,-2 1-1 0,-1-1 1 0,-3 0-4 0,0 0-3 16,0 1 0-16,-4 1-1 15,-1-2 4-15,-2 2-3 0,-1 0-1 0,-2-1-2 0,-2 1-4 0,1-1 9 16,0 1-2-16,0-2 4 16,3 0-1-16,2-2-1 0,0 0 4 0,3-1-3 15,-1 0 2-15,4-7-6 0,0 0-3 16,0 1-1-16,8 17-2 0,-8-18 2 0,1 1 0 0,16 9-1 16,-9-8-6-16,2 0 2 0,2 1 0 0,-1-2 2 15,3 1-3-15,-1-1-35 0,1 1-36 0,-2-1-9 16,-1 0-222-16</inkml:trace>
  <inkml:trace contextRef="#ctx0" brushRef="#br0" timeOffset="56694.1">9422 4131 2846 0,'0'0'112'0,"0"0"-80"0,0 0-10 16,0 0-41-16,1 0-42 0,-1 0 73 0,21-2-7 16,-10 2 25-16,-2 0-8 0,0-4 8 0,3 4-6 0,2 1 5 15,1 0-14 1,0 0-4-16,1 0 3 0,-1 1-4 0,0 0 4 0,-2 0-6 0,-2 2 1 0,-2 0-2 15,0 0-1-15,-4 1 7 16,3 1-1-16,-3 0 3 0,-1-1-1 0,-3 0-2 16,1 1-2-16,-4 0 2 15,0 1-5-15,-3 1-4 0,-1 1-3 0,-3-1 1 0,-1 2-1 16,-1-2 2-16,-1 2 6 0,-1 0-4 0,1 0 3 16,-2 0-1-16,0 0-6 0,1-1 3 0,0 0 2 0,3-2 5 15,2 0 0-15,1-1 0 0,1-1-4 16,6-5-4-16,0 1 3 0,0-1-5 0,0 0-2 0,0 1 3 15,0 16-5-15,0-17 4 0,15 4-2 0,-3-3 3 0,2-1 0 16,4-1 1-16,0-1-2 0,1-1 3 16,0-1-1-16,3 0 0 0,-1-1 1 0,0 1-2 15,-1 0 3-15,-2-1-4 0,-2 1 3 0,-2 0-4 16,-1 1 1-16,-1-1-2 0,-2 1 6 0,0 1-4 16,-1 0-1-16,-2 0-12 0,-1 2-104 0,-6 0-129 0,0 0-40 15,0 0-38-15,1 0-263 16</inkml:trace>
  <inkml:trace contextRef="#ctx0" brushRef="#br0" timeOffset="58118.08">10294 4140 1903 0,'-6'-1'114'0,"6"1"-23"15,-1 0 0-15,1 0-64 0,-1 0-36 0,-15 4 14 16,16-4 0-16,0 0 9 0,0 0 14 0,0 1-11 16,0-1 1-16,-16 21-6 0,16-21-6 0,-6 15-2 0,4-6 0 15,0 1-1-15,2 2 1 16,-1-1 0-16,1 0 0 0,-1 0 0 0,1-1-3 0,1-1 6 0,1 0-4 16,3-3 5-16,-2 0-8 0,2-1 16 0,-5-5 1 15,0 0 5-15,1 0 9 16,19 8 2-16,-19-8-5 0,-1 0 3 0,23-4-9 15,-15-1 10-15,2 1 0 0,-1-3 3 0,-1 0 4 0,1-1-13 0,-1-1 1 0,0 0-6 16,-1 1-6-16,0-3-2 0,1 1-3 0,-3-1 2 16,2-1 0-16,-2 1-1 0,-1-1 5 0,-2 1-4 0,1 0 2 31,-3 0 2-31,1 1-2 0,-1 0 3 0,0 1-4 16,0 0-2-16,-2 1-1 0,-1 2 1 0,3 6 5 0,0-1-14 15,0 1-2-15,-10-17-6 0,10 17-28 0,0 0 12 16,0 0-2-16,0-1 4 0,-1 1-8 0,-18-9-27 15,19 9-16-15,0 0-6 0,-1 0-70 0,1 1-76 16,-18 10-27-16,18-11-49 0,0 0-447 0</inkml:trace>
  <inkml:trace contextRef="#ctx0" brushRef="#br0" timeOffset="58277.96">10532 4260 2713 0,'0'0'68'32,"0"0"-43"-32,0 0-41 0,0 1 14 0,0-1 2 0,5 19 5 0,-5-19 10 15,0 1-13-15,0-1 1 0,0 1-4 0,0-1-2 16,0 1-111-16,1-1 10 0,-1 1-54 0,1-1-78 16,-1 0 948-16</inkml:trace>
  <inkml:trace contextRef="#ctx0" brushRef="#br0" timeOffset="58910.81">10888 4146 1864 0,'0'0'321'0,"0"0"-305"0,0 0 17 16,0 0-38-16,0 0 22 15,0 0 43-15,1 0-1 0,-1 0 16 0,19 2 7 0,-19-2-15 0,0 0 3 0,1 0-9 16,-1 0-20-16,0-1-1 0,14-15-4 0,-14 16 4 31,0 0 5-31,0 0-15 0,5-17-2 0,-5 17-6 16,0-1-10-16,-3-19-2 0,1 12 3 0,0 0-3 0,-1 0 1 16,1 1-12-16,-1-1 0 0,-1 1-6 0,0 1-1 15,-1-1-8-15,0 1-2 0,-2 2-2 0,1 0-5 16,-1 3 6-16,-1 0 7 0,2 0-2 0,-1 1 9 0,0-1 0 15,2 3-8-15,-1 0 5 0,1 1-18 0,5-3 12 16,-1 0-4-16,1 0 5 0,-1 0-6 0,-16 19 6 16,17-19 4-16,0 1-1 0,-1-1-4 0,-9 21 9 15,10-21 0-15,0 0 5 0,-5 23-4 0,5-22-1 16,-2 15-1-16,2-15 2 0,0-1 3 0,3 25-5 16,1-16-5-16,-1 1 1 15,2 1-3-15,2-1 7 0,0 0-2 0,0 0 3 0,1 0-1 0,0 0 4 16,1 0 1-16,-2-1 1 0,2 1 4 0,-2-1-2 0,-1 1 0 0,0 0-1 31,-2-1 7-31,0 0-1 0,-3-1 3 0,0 0-4 16,-1-1-2-16,-1 1 2 0,-1 0 2 0,-2-1 0 15,0 0 3-15,-1 0 0 0,-1-2-1 0,-1 0 2 16,0 0 2-16,0-2-4 0,0 0 6 0,-2-1-4 16,2-1 11-16,-1-1 11 0,-2-2-3 0,3 0 6 15,-1-1 0-15,0-1 2 0,1-1-4 0,1-2 3 0,-1 0-14 16,2-1 1-16,1 0-7 0,1-1 4 0,3-1-16 15,1 1-22-15,3-2 5 0,2 0-12 0,2 0 17 0,1-1 7 16,3 0 3-16,0 0 1 0,2 0-1 16,2 0-4-16,-1 1-2 0,0 0 0 0,0 1 4 0,-2 1-5 15,2 0 1-15,-1 1-4 0,-1 0-5 0,0 1-101 0,0 0-16 16,-1 0-48-16,0-1-244 0</inkml:trace>
  <inkml:trace contextRef="#ctx0" brushRef="#br0" timeOffset="63227.57">2313 5195 1268 0,'-8'-5'334'0,"1"0"-133"0,-1-1 171 32,1 1-333-32,0 0-2 0,2 2-7 0,-2-1-17 15,1 0 3-15,-1 0-9 0,0 0-6 0,-5-3 5 16,4 3 0-16,0 1 4 0,-2 1 7 0,-2-1 4 15,0 2 3-15,-2 2 0 0,2-1 15 0,-3 2 12 0,-2 0-2 16,2 0 6-16,-1 2 0 0,2-1-19 0,-2 3 0 0,1 0-9 16,-2 0-7-16,0 1-7 0,1 2 2 15,-1 1-5-15,0 0 4 0,0 2-6 0,0-1-2 16,2 1-1-16,0 1-5 0,3 1-2 0,1-1 0 0,2 2-3 16,1 1-4-16,0-2 7 15,1 1-4-15,2 1 4 0,0-1-7 0,2 2 1 0,-1 0 5 0,3-1-4 16,1 0-4-16,1-1 4 0,1-1-6 0,2 1 6 31,1-1-4-31,1-1 16 0,1-1-4 0,2-1 8 0,-1 0-5 0,3-1 2 16,0-1 5-16,1 1-3 0,2-3 0 0,1 0-2 15,1 0-3-15,1-4 3 0,2 2-4 0,-1-4-1 16,0 0 3-16,1 0-2 0,1-2 4 0,-2 1-2 16,1-3-2-16,-1 0 1 0,2-1-2 0,2-1 0 15,0-1 0-15,-1-1 0 0,1 1 5 0,-3 0-1 16,-1-1-2-16,0 0 0 0,-1 0 0 0,-2-1-1 15,1-1 3-15,0 0-4 0,-1-1-2 0,1-2 5 16,1 1-4-16,-2-2 5 0,-1 0-1 0,0-1-3 0,-1-1 7 16,-2-1-5-16,1-1 4 0,-3-1 4 0,0 1 1 0,-1 0 2 15,-1 0 9-15,-3 0 5 0,0 1 0 16,-2 0 1-16,-1 1-3 0,-1-1-7 0,-1 1 0 16,1 0-2-16,-3 1-5 0,0 2 9 0,-1-1-9 0,-1 2 9 15,-2 1-8-15,-1 1-8 16,-1 1-5-16,-2 2-4 0,-1 0-44 0,-1 3-52 0,-3 2-2 0,-3 1-24 15,-1 3-90-15,-4 3-195 0,1 5-176 0</inkml:trace>
  <inkml:trace contextRef="#ctx0" brushRef="#br0" timeOffset="63822.21">1969 6024 2645 0,'-7'-1'155'15,"1"0"-70"-15,6 1 77 0,0 0-205 0,-1 0-6 0,1 0-12 0,0 0 22 16,0 0 4-16,0 0 8 0,1 0 15 0,-1 0 10 16,21 7-5-16,-21-7 6 0,17 5-7 0,-7-1 5 15,0-1-2-15,0 1 3 0,1 1 4 0,-2-1 0 16,1 1 9-1,0-1-3-15,-1 0 31 0,-1 0-2 0,0-1 2 0,1 1-3 0,-1-2 16 0,1 0 1 16,1 0 1 0,0-1-2-16,1 0-5 0,0-1-6 0,1 0 1 0,0-1-5 0,1 1-10 0,-2-1-11 0,0 0 2 15,0 1-5 1,0 1-1-16,-1 0-8 0,0 0 2 16,-1 1-4-16,1 0-2 0,-1 2 0 0,1-1-2 15,0 2-2-15,2 0-44 0,-1 0-276 0,1 0-53 0</inkml:trace>
  <inkml:trace contextRef="#ctx0" brushRef="#br0" timeOffset="69548.16">7385 5766 1318 0,'0'0'208'0,"0"0"-50"0,0 0 101 0,0-1-89 0,0 1-32 31,0-1-20-31,0 1-52 0,0-1-1 0,0 1-10 16,-1-1-16-16,-10-18-6 0,11 19-3 0,0 0-2 16,0 0-16-16,0 0-4 0,-1 1 1 0,1-1-2 0,0 1 4 0,-19 14-7 15,19-15 1-15,0 1-3 16,-11 15-8-16,6-7 7 0,0 0-4 0,0 2 6 15,-1-1 4-15,0 0-7 0,1 1 4 0,-2 1-5 16,1 0 1-16,0 0 2 0,0 1-1 0,1-1 2 0,0 0 1 16,0-2-4-16,1 2-3 0,0-3 0 0,2 1-1 15,-1-1 9-15,1-1 1 0,-1 0 3 0,3-1-4 0,0-7 0 16,0 0 0-16,1 16 1 0,-1-16 6 0,0 1 3 16,1-1-2-1,0 1 3-15,17 16 2 0,-18-17 9 0,17 4-1 0,-8-3 3 0,2-1-10 0,1-1-9 16,1 1-1-16,-1-1-3 0,1 0-3 0,0 1-1 15,-2-3-1-15,2 2 1 0,-2 0 1 0,1-1 2 0,1 2-5 16,-2-1 4-16,1 1-7 16,-2 1 6-16,-1-1-3 15,0 1 3-15,-2 0-9 0,-1-1 0 0,-6 0-21 0,1 0 4 16,0 0-96-16,17 5-26 0,-18-5-6 0,0 0-12 16,0 0-61-16,0 0-243 0</inkml:trace>
  <inkml:trace contextRef="#ctx0" brushRef="#br0" timeOffset="69844.32">7296 5892 2066 0,'0'0'354'0,"0"0"-266"16,-1 0 9-16,1 0-50 0,-1 0-65 0,1 0 18 15,0-1-6-15,0 1 11 0,0 0-2 0,0-1-11 16,3-16-1-16,-3 17-3 0,0 0 5 0,0-1 3 0,22-9 4 16,-22 10-1-16,0 0 7 0,19-9-4 0,-18 9-1 15,-1 0 0-15,23-4 4 16,-22 4-1-16,-1 0-1 16,23-1 0-16,-23 1-6 0,1 0 4 0,21 0 0 15,-22 0 3-15,16 1-4 0,-15-1-1 0,0 0 1 0,19 0-5 16,-20 0-32-16,1 0-126 0,18 0-2 0,-19 0-50 15,0 0-99-15</inkml:trace>
  <inkml:trace contextRef="#ctx0" brushRef="#br0" timeOffset="70094.03">7319 5724 1895 0,'0'0'321'0,"0"0"-203"15,0 0 11 1,-1 0-58-16,-15-5-63 0,16 5 2 0,0 0-3 16,0 0 3-16,0 0-3 0,0 0-11 0,0 0 3 15,0 0-6-15,0 0 8 0,0 0 10 0,0 0-2 16,17 4 3-16,-16-4-3 0,-1 0-4 0,25 2 2 16,-14-2-2-16,0 0-4 0,2-2 1 0,1 0-6 15,-1 0 4-15,2 0-7 0,0-2 2 0,0 2 1 16,0-2-1-16,-1 1-3 0,-1-1-56 0,-1-1-1 0,0 0-25 0,-1-1-69 15,-2 1-96-15,0-1-48 0</inkml:trace>
  <inkml:trace contextRef="#ctx0" brushRef="#br0" timeOffset="70376.98">7489 5671 1928 0,'0'0'329'16,"0"0"-236"-16,0 0 14 0,0 0-68 0,0 0-49 0,0 0 30 16,0 0-1-16,0 1 12 0,9 15-3 0,-9-16-7 15,1 0-2 1,21 7-2-16,-13-5-10 0,2-1-4 0,1 1 3 16,0-2-3-16,0 0 3 0,1 0-7 0,-1-1 0 15,0 0-2-15,1 0 4 0,1-1 2 0,-1 0-1 16,-1 1 0-16,0-2-2 0,-1 1 0 0,-1-1 0 0,-1 1-1 15,0 0-6-15,-2 0-67 0,-1-1-4 16,-6 3-28-16,0 0-73 0,1 0-33 0,14-8-1 0,-15 8-20 0,0 0-96 16</inkml:trace>
  <inkml:trace contextRef="#ctx0" brushRef="#br0" timeOffset="70694.8">7713 5652 1058 0,'0'0'174'0,"0"0"82"0,0 0 32 0,0 0-111 0,-1 0-64 15,-16 2-25-15,17-2-5 0,-1 0-8 0,1 0-22 0,-1 0-13 16,-16 9 2-16,17-9-8 0,0 0-14 15,0 0-11-15,-17 14 0 0,17-14-4 0,-13 11-5 0,8-3 0 16,-3-1-1-16,1 1 0 0,0 1 1 16,1 0-2-16,2 2 1 0,-3-2 0 0,2 1 4 0,-1 0 9 31,1 0 0-31,2 2 4 0,-1 0 6 0,1 0-9 16,1-1 3-16,-1 0-5 0,0 0 5 0,2-1-3 15,0 1-1-15,-1-1-1 0,2-1-4 0,0 0 3 0,0 0-5 16,0-1 4-16,2 0-9 0,0-2 6 0,-2-6 3 15,0 0 1-15,0 0 13 0,13 17 3 0,-13-17-1 0,1 0 2 16,18 9-3-16,-19-9-4 0,20 2 0 0,-7-1-3 16,0 1-5-16,1 0-1 0,-1-1-4 0,0-1 2 15,-1 1-7-15,0 1 2 0,0-1-2 0,-2 1 2 16,0-1-2-16,0 0-1 0,-1 0 2 0,0-1-3 16,-2 0 2-16,0 0 0 0,-1 0-3 0,-6 0-6 0,1 0-80 15,-1 0-104-15,19-1-18 0,-19 1-37 0,1 0-153 16</inkml:trace>
  <inkml:trace contextRef="#ctx0" brushRef="#br0" timeOffset="70960.77">7796 5745 1192 0,'0'0'171'0,"0"0"389"0,0 0 229 15,0 0-678-15,0 0-124 0,0 0 5 0,0 0 5 16,0 1 2-16,0-1 18 0,1 0-13 0,19 19-4 0,-20-19-3 16,13 12 2-16,-5-3-2 0,0-2 4 0,1 2-3 15,1 0 0-15,-1-1 6 0,1 2-3 0,0-2 5 16,-1 1-6-16,0 0 3 0,0-1-1 0,0 0 0 16,-1 0-10-16,0 0 11 0,0-2-6 0,-1 0 8 15,0-1-11-15,0 0-2 0,0 0-31 0,-1-2 7 0,-1 0-126 16,-5-3-46-16,1 0-4 0,0 0-25 0,19 6-110 15</inkml:trace>
  <inkml:trace contextRef="#ctx0" brushRef="#br0" timeOffset="71209.82">7974 5759 1801 0,'0'0'107'16,"0"0"236"-16,-1 0-323 0,-17 3-14 0,18-3 3 0,0 0-7 16,-1 0-2-16,-17 6 2 0,18-6 0 0,-1 0 1 15,-17 11 5-15,18-11-7 0,-11 12-1 0,5-4-1 0,0 1-3 16,0-1 3-16,-1 1-2 0,0 1 3 0,0 0 0 16,0 1 0-1,0 0-2-15,-1 0 0 0,1 0-9 16,1-1-90-16,1-2-40 0,1 0-54 0,2-2-514 0</inkml:trace>
  <inkml:trace contextRef="#ctx0" brushRef="#br0" timeOffset="71634.4">8078 5692 2347 0,'0'0'196'0,"0"0"-157"15,0 0 3-15,0 0-55 0,0 0-10 0,0 0 27 0,0 0-5 16,0 0 10-16,1 0-14 0,-1 0-2 0,16 7 2 0,-16-7-3 16,1 0 6-16,0 0 1 0,15 5-1 0,-16-5 1 15,1 0-1-15,0 0 3 0,15 6 1 0,-16-6 1 16,1 0 3-16,-1 0 10 0,0 0-4 0,19 7 5 16,-19-7-6-1,0 0 0-15,1 0 0 0,-1 0-1 0,0 0-6 0,17 12 5 0,-17-12-6 0,0 0 6 16,0 0-1-16,0 1 12 0,1-1 0 0,-1 1 3 15,12 18-7-15,-12-19 1 0,0 0-2 0,0 0 1 0,0 1-7 16,3 17-1-16,-3-18 0 0,0 1 0 0,0-1 4 16,3 18-11-16,-3-18 5 0,0 0-7 0,2 19 7 15,-2-18-5 1,0-1 1-16,2 22-2 0,-2-22 3 0,0 1 2 16,4 22 1-16,-4-22 0 0,2 15 3 0,-1-7 3 15,0 0-1-15,1 1 1 0,-2 1-6 0,1-1 3 16,-1 2 0-16,0 0 1 0,0-1-1 0,0 1-3 15,-1-2 4-15,1 0-4 0,-2 1-4 0,1-1 0 16,-1-2-1-16,1 1-1 0,-1-1-46 0,0-2-96 0,2-6-23 16,0 0-29-16,-1 1-135 0</inkml:trace>
  <inkml:trace contextRef="#ctx0" brushRef="#br0" timeOffset="71831.23">8057 6022 2649 0,'0'0'34'0,"0"0"-34"16,0 0 0-16,0 0-7 0,0 1 40 0,1-1 7 0,17 19-8 0,-18-19 4 0,1 0-31 0,17 7 10 16,-18-7 1-16,17 4 1 0,-9-3-5 0,3 0-5 31,-1 0 0-31,1-1-2 0,-1 0 2 0,0 0-7 16,0 0 2-16,0-1-4 0,0-1-7 15,-2 0 1-15,1 0-1 0,-1 0 0 0,0 0-16 0,1-2-142 16,-1-1 1-16,0 0-63 0,-1-4-133 0</inkml:trace>
  <inkml:trace contextRef="#ctx0" brushRef="#br0" timeOffset="72056.52">8419 5802 2803 0,'0'0'134'0,"0"0"-117"0,0 0-2 0,0 0-31 15,1 1 29-15,20 9 8 16,-21-10-2-16,0 0 1 0,21 9-18 0,-12-6-4 0,1 0 2 0,-1-1-1 0,2 1 2 16,-2-1-1-16,2 0-5 0,-1 0 2 0,-2 0-1 15,1 0-33 1,-2 0-14-16,-1 0-13 0,-6-2-94 16,0 0-55-16,1 0-20 0,18 3-29 0,-19-3-258 0</inkml:trace>
  <inkml:trace contextRef="#ctx0" brushRef="#br0" timeOffset="72227.33">8423 6023 3022 0,'0'0'197'0,"0"0"-138"0,0 0-4 16,0 0-43-16,18 7-12 0,-8-4 8 0,-3 0-1 0,1 0 1 15,0-1-13-15,2 0-4 0,1 1-1 0,1-1-1 16,1-1-27-1,0-1-180-15,0 1-1 0,0-2-82 16,1 0-200-16</inkml:trace>
  <inkml:trace contextRef="#ctx0" brushRef="#br0" timeOffset="76511.27">6903 4455 1974 0,'0'0'143'16,"-1"0"-61"-16,1-1 73 0,-1 1-152 0,1-1 0 15,0 1-2-15,-1-1-1 0,0 1 0 0,1-1 0 16,0 1-9-16,-14-16 5 0,14 16-10 0,0 0 9 15,0 0-15-15,0 0-29 0,0 0 3 0,0 0-16 0,0 0-30 16,0 0-20-16,0 0-9 0,0 0-6 0,0 0-52 16</inkml:trace>
  <inkml:trace contextRef="#ctx0" brushRef="#br0" timeOffset="76992.3">7962 4523 2960 0,'0'0'123'0,"0"-1"-80"15,0 1 7-15,0-1-37 0,-1 1-22 0,1 0 7 0,-1-1-4 16,1 1 3-16,0-1-6 0,-1 1 3 16,0-1 3-16,1 1-1 0,0-1-1 0,-17-8-4 0,17 9 0 15,0 0-1-15,0 0-1 0,0 0 2 0,-1 0 2 0,1 1 1 16,0-1 11-16,-1 1-4 0,-15 14 2 0,16-15-3 16,0 0 3-16,0 0 3 0,-1 0-2 0,0 0 2 15,1 0-2-15,-1 1-1 0,1-1 1 0,0 1-1 16,0-1-3-16,-1 1-8 0,0-1 0 0,1 1-4 0,-11 15-9 31,11-16-131-31,0 0-6 0,0 1-55 0,0-1-129 0</inkml:trace>
  <inkml:trace contextRef="#ctx0" brushRef="#br0" timeOffset="77748.02">8862 5590 2352 0,'-4'-4'116'0,"4"4"2"16,0 0 12-16,0-1-39 0,0 1-9 0,-1-1-3 15,1 1-4-15,0 0-5 0,-1-1-48 0,0 1-16 16,1-1-3-16,-1 1-4 0,1 0-9 0,0 0-5 0,-12 15 6 16,12-4-4-16,3 0 10 0,-2 3 3 0,1 1 0 15,2 2 0-15,-2 1 6 0,2 0-1 0,-1 1-2 0,0-1 1 16,0 1 1-16,-2 0-1 0,1 3 7 0,-2 1-6 16,-2 1 8-16,1 0-5 0,-2 0-3 0,1-1 2 15,-2 0 4-15,1-3-5 16,1 0 3-16,-1-2-4 0,2-1-3 0,-1-1-3 15,1-2 1-15,1-1-7 0,0-2-53 0,0-4-68 16,0-7-12-16,0 1-20 0,0-1-77 0,0 1-111 16,0-1-169-16</inkml:trace>
  <inkml:trace contextRef="#ctx0" brushRef="#br0" timeOffset="77959.89">9047 5816 3339 0,'0'0'108'16,"0"0"36"-16,0 0-157 0,0 0-32 0,0 0 14 0,0 0-15 16,0 0 40-16,0 0-35 15,0 1-3-15,0-1-17 0,0 1-68 0,0-1-127 16,0 1-4-16,0-1-55 0,4 17-163 0</inkml:trace>
  <inkml:trace contextRef="#ctx0" brushRef="#br0" timeOffset="78393.53">9199 5759 2922 0,'0'0'95'0,"0"0"-87"0,0 0-25 0,-1 0-9 16,0 0-19-16,1 0 20 0,-1 0 2 0,1 0 5 16,-18 16 9-16,18-15 4 0,0 14-3 0,0-6 2 15,0 1 1-15,1 0 2 0,0-1 3 0,0 1-2 0,0-1 4 16,-1-1 5-1,3-1-5-15,-1 0 4 0,2-2-5 0,-4-5-6 16,0 0-7-16,0 0-1 0,16 10-29 0,-16-10 30 16,0 0-3-16,17-6 13 0,-9 1 6 0,-1-2 3 15,2-1 4-15,-1-3-1 0,0-1 8 0,0-2-3 0,1-2 2 0,-2 0-2 0,1 0 8 0,-1-1-7 32,-2 1 3-32,1 0-4 0,-1-1 5 0,-1 1-1 15,0 1 0-15,-3 1 1 0,0 0 16 0,-1 2-1 16,-1 1 9-16,-1 2-7 0,-1 0 11 0,0 2 9 0,-2 0-6 15,1 2 6-15,-3 1-31 0,1 0-21 16,1 2-3-16,-1 2-4 0,0-1-17 0,6 1-16 16,0 0-2-16,0 0-8 0,-18 7-35 0,18-7-33 0,0 0-14 15,-1 1-9-15,0-1-86 0,-14 17-165 0,15-17-129 16</inkml:trace>
  <inkml:trace contextRef="#ctx0" brushRef="#br0" timeOffset="78627.28">9414 5737 2684 0,'0'0'460'0,"0"0"-364"16,0 0 24-16,0 0-93 0,0 0-55 0,0 1 13 15,-4 17-1-15,4-18 7 0,0 1 9 0,0 16-5 16,0-17-4-16,0 1-3 0,0 15-60 0,0-16-32 15,0 1-11-15,0-1-8 0,6 17-82 0,-6-17-139 0,0 0-36 16</inkml:trace>
  <inkml:trace contextRef="#ctx0" brushRef="#br0" timeOffset="78926.88">9642 5493 2582 0,'0'0'160'0,"0"0"411"0,-1 0-582 0,0 1-12 0,1-1 5 0,-13 23-5 16,11-13 24-1,-2 1-3-15,0 3 1 0,-3 1-2 16,2 2-1-16,-1 2 4 0,0 0 0 0,1 1 2 0,-1-1 0 16,3-1 2-16,-1 1-4 0,0-2 4 15,1-1-4-15,1-2-1 0,1-1-2 0,1-2-1 0,2-1-9 0,1-1-7 16,-1-1-4-16,3-3-5 0,-5-5-58 0,0 0 30 15,20 7-2-15,-9-7 19 0,4 0 48 0,2 0 9 16,1-3 1-16,1 0 1 0,-2-2-7 0,1 0-7 0,-2 0-3 16,0-1 0-16,0 2-2 0,-1-1 0 15,-1 1-1-15,1-1 0 0,-2 1-1 0,1-1-8 0,1 0-5 0,-1 1-10 16,0-1-114-16,-3 1-49 0,0 0-27 16,-3-1-7-16,0-1-138 0</inkml:trace>
  <inkml:trace contextRef="#ctx0" brushRef="#br0" timeOffset="79144.95">9767 5514 2217 0,'0'0'378'0,"0"0"-223"0,0 0 30 0,-1 0-123 0,0 1-79 15,-15 11 18-15,16-12-1 0,0 1 11 0,-10 19 3 0,5-9-8 16,0 2-3-16,1 3 0 0,-1 1-1 0,0 2-1 15,0 0 3-15,0 2-4 0,-1-1-1 0,1 3 7 16,0-1-7-16,0-1 7 0,1 1-12 0,-1-1 0 16,2 0-40-16,-1 0 7 0,1-2-188 0,2-1-125 15,0-2-58-15</inkml:trace>
  <inkml:trace contextRef="#ctx0" brushRef="#br0" timeOffset="79377.64">9837 5671 3168 0,'0'0'64'0,"0"0"-73"0,0 0-13 0,0 0-9 15,0 0 28-15,1 1 7 0,-1-1-1 16,19 18 2 0,-19-18-8-16,14 9-1 0,-4-4 2 0,0-1-3 0,2 0 1 15,1 0 1-15,0 1-1 0,2-3 0 0,-1 2-11 16,2-2 0-16,0-1 2 0,-1 0-1 0,1-1 8 15,-1 0-2-15,0-1-1 0,0 0-1 0,0-2-11 0,-2 0-90 16,-1-1 4-16,0 1-42 0,-2-2-72 0,0-1-113 16,-1 0-85-16</inkml:trace>
  <inkml:trace contextRef="#ctx0" brushRef="#br0" timeOffset="79566.03">10045 5517 2163 0,'0'0'370'0,"-1"0"-272"0,1 0 16 0,-18 4-85 32,18-4-67-32,-10 13 32 0,2-5 1 0,1 5 11 0,-2 0 1 0,0 3-3 0,1 3-6 0,-1 0 3 31,1 3 2-31,2-1-3 0,0 2 0 0,-1 1 0 16,2 0-1-16,1 0 1 0,0 0 2 0,2 0-10 15,0-1-111-15,1-1-199 0,1-1-87 0</inkml:trace>
  <inkml:trace contextRef="#ctx0" brushRef="#br0" timeOffset="79996.25">10108 5516 3499 0,'0'0'0'0,"0"0"-50"0,0 0 13 15,0 0-18-15,18 7 67 0,-18-7-7 0,0 1 4 16,19 12-8-16,-11-8-1 0,1 0 3 0,0 1-6 0,2 1 3 16,0 0 0-16,-3 1-3 0,1 0 5 0,-1 0-5 15,-2 0 7-15,0 0 2 16,-1-1-4-16,-1 0 2 0,0 1-1 16,-2-2 2-16,1 1 0 0,-1-1 0 15,-1 1-5-15,0 0-1 0,-1-1-1 0,-1 0-3 0,-1-1-6 0,0 1 4 16,-1 1-3-16,-2 0 2 0,1-1-26 0,-3 1 18 15,-1 0 0-15,1-1 8 0,-3 1 9 16,2-1 3-16,-1 0-2 0,1 0 1 0,0-2-4 0,4 2 6 16,-2 0-1-16,6-6 4 0,-1 0-8 0,1 0 0 15,-1 1-2-15,-7 17 2 0,8-18-2 0,0 0 15 16,0 0-7-16,0 1 11 0,12 16-10 0,-12-17-2 16,1 0 3-16,17 13-2 0,-17-13 1 0,15 8-2 15,-7-4-3-15,1 0 1 0,0 0-6 0,-1 0 1 16,1-1 1-16,1 0-1 15,-2 0-7-15,1-1-9 0,0 0-40 0,1 0 8 0,-1-1-149 0,-1 0-47 0,0 0-5 16,-1-1-25 0,-1 0-122-16</inkml:trace>
  <inkml:trace contextRef="#ctx0" brushRef="#br0" timeOffset="80162.69">10416 5692 2529 0,'0'0'164'0,"0"0"385"0,0 0-535 16,0 0-7-16,0 0-7 0,0 0 3 0,0 0 1 0,0 0-8 15,0 0 4-15,0 0-7 0,0 1-9 0,0-1-91 16,0 1-7-16,0-1-38 0,0 1-118 0,0-1-189 16</inkml:trace>
  <inkml:trace contextRef="#ctx0" brushRef="#br0" timeOffset="80609.64">10549 5737 2570 0,'0'0'445'0,"0"0"-363"0,0 0-17 0,0 0-10 16,0 0-100-16,0 1 23 0,1 17 1 0,-1-18 10 0,0 1 13 16,0-1-2-16,3 19 0 0,-3-19-1 0,0 1-1 0,2 21-2 15,-2-21 0-15,1 15 1 0,0-8 3 16,0 0 3-16,0 1-4 0,1-2 4 0,0 0 3 0,2 0-7 16,-2-2 1-16,-2-5-4 0,0 1-7 0,0-1-8 15,1 1 2-15,16 9-4 0,-17-10 4 0,1 0 15 16,0 0-4-16,20-10 6 15,-14 4 0-15,0-1 3 0,0-1 2 0,1-1-1 0,0 0-2 0,-1-2 10 16,0-1-1-16,-1-1 5 0,0 2 3 0,0 0 4 16,-2 1-1-16,0-1 1 0,0-1-6 0,-3 1 2 0,1-1 1 15,-2 0 0 1,0 0 2-16,0-1-1 0,-2 3-3 0,1-1 2 16,-1 1-10-16,-1 1-1 0,-1 0-4 0,1 0 1 15,-2 1-11-15,0 2 3 0,0 0-4 0,0 2 3 16,0 0-12-16,5 4-9 0,0 0-1 0,0 0-5 15,-19-4-21-15,19 4-45 0,-1 0-9 0,-16 6-17 16,17-6-75-16,0 0-102 0,0 0-35 0</inkml:trace>
  <inkml:trace contextRef="#ctx0" brushRef="#br0" timeOffset="80792.09">10776 5830 2189 0,'0'0'367'0,"0"0"-164"16,0 0 67-16,0 1-225 0,0-1-60 0,9 21 6 16,-9-21 7-16,0 0-3 0,8 17 0 0,-8-17-69 0,0 0-10 31,0 1-25-31,0-1-95 0,1 0-65 0,-1 1-37 0</inkml:trace>
  <inkml:trace contextRef="#ctx0" brushRef="#br0" timeOffset="81226.52">11023 5421 2479 0,'0'0'574'16,"0"0"-424"-16,0 0-81 15,0 0-65-15,0 0-29 0,0 0 22 0,0 0-5 0,0 0 9 0,0 0-4 0,0 0-6 16,-10 19 1-16,5-10-3 0,0 1 6 0,-2 3-2 15,-1 1 7-15,-1 3-4 0,-1 1 5 0,-1 2-2 16,0 1-2 0,0 3 0-16,-1 1 0 0,2 2 4 0,0-1 2 15,0 1 1-15,0-1-4 0,1-2 0 0,0 1-1 16,1-1 1-16,1 0 2 0,1-1-2 0,1-2 0 16,1-3 0-16,2-1 8 0,1-2-8 0,1-3 2 15,1 0-3-15,1-3-6 0,1-1-12 0,1-2 0 0,2-2-3 16,1 0 12-16,-1-1 24 0,3 0-4 0,-2-2 13 15,3-1 11-15,0-2-2 0,0-2 2 0,0-1-4 0,2 0-7 16,-1-1-5-16,1-1 1 0,-2-2-3 16,1 1 5-16,0-2-7 0,-2 0 0 0,-1-2-3 15,-1-1-7-15,-1-1 2 0,-1-1-3 0,-1-1 2 0,-2 0 0 0,0-1-14 16,-2 1 5-16,0-1-10 0,-1 3-4 16,-1 1-4-16,0 2 2 0,-2 2-2 0,0 0-1 0,-1 3-10 15,0 0-7-15,-2 2-1 16,-1 1-29-16,-2 1-62 0,1 1 3 0,-2 1-26 0,1 1-23 0,2 0-150 15,0 2-100-15</inkml:trace>
  <inkml:trace contextRef="#ctx0" brushRef="#br0" timeOffset="81477.08">11235 5591 3659 0,'0'0'-13'0,"0"0"-46"0,0 0 18 0,22 4-20 16,-13-2 62-16,0 1 4 0,0-1-3 0,0 0 3 0,0 0-6 16,1 0-4-16,0 0 1 0,-2 0-2 0,2 0 1 15,-1 0-5-15,-1 0-1 0,0 1-7 0,1 0-78 0,1 1-28 16,0-1-19-1,-2 0 3-15,-1 0-48 0,0 0-86 0,-2 0-39 0</inkml:trace>
  <inkml:trace contextRef="#ctx0" brushRef="#br0" timeOffset="81676.53">11240 5797 2255 0,'0'0'381'0,"0"0"-214"0,0 0 49 0,0 1-172 15,0-1-45-15,0 1 56 0,11 16-2 16,-11-17 19-16,1 1-22 0,17 13-36 0,-11-10-1 0,3 0-11 16,0-1-2-16,1 0-3 0,0-1 0 0,0 0-4 15,-1 0-7-15,2-1-10 0,-1 0-13 0,0-1-8 16,1-1-146-16,0-2-82 0,1 1-34 0,0-2-27 16,2-1-289-16</inkml:trace>
  <inkml:trace contextRef="#ctx0" brushRef="#br0" timeOffset="81977.48">11687 5628 2813 0,'0'0'486'0,"0"0"-397"0,0 0 9 0,0 1-56 15,-5 17-66-15,5-7 15 0,0 2-6 0,-1 3 12 16,0 0 5-16,-1-1 1 0,0 3 2 0,-1-2-2 16,1 2 2-16,-1 1-5 15,1 0 2-15,-1 2-2 0,-1-1-6 0,-1 1 10 0,1 0-8 0,0-2 5 0,-2-1-35 16,1-1-62-16,0-1 2 0,0-3-26 15,1-1-37-15,-1-2-100 0,0-1-10 0,0-2-47 0,1 0-198 16</inkml:trace>
  <inkml:trace contextRef="#ctx0" brushRef="#br0" timeOffset="82148.25">11751 5877 3124 0,'0'0'57'0,"0"0"-39"0,0 0-14 15,17 10 4-15,-17-10 20 0,0 1-11 0,0-1 5 0,15 20-9 16,-15-20-6-16,0 0-7 0,10 17 0 16,-10-17-6-16,0 1-58 0,0-1-171 0,1 1-11 15,0-1-70-15,-1 1-197 0</inkml:trace>
  <inkml:trace contextRef="#ctx0" brushRef="#br0" timeOffset="83216.1">12170 5458 2834 0,'0'0'102'16,"0"0"-87"-16,0 0 0 0,0 0-26 0,0 0 5 0,0 0 34 16,0 0-7-16,0 0 17 0,0 0-16 0,0 0-24 15,0 0 3-15,0 0-10 0,-1 0 4 0,1 0 4 16,0 0 0-16,-17 13 1 0,17-13-8 0,-8 13 2 15,2-4-2-15,0 1 3 0,-1 1 7 0,1 2 2 16,-2-1-1-16,0 1 0 0,0 0-1 0,0 0-2 16,0 1 1-16,-1 1-1 0,1-1 5 0,-1 0-4 0,1 0 0 15,0 0-1-15,1-1 2 0,0 2-5 16,1-1 4-16,-1 1-5 0,3-1 6 0,-1 0-2 0,1 0 0 16,2 2 0-16,-3-2 0 0,3 2 2 0,-1-1-2 0,1-1 2 15,1 0 5-15,1-1-4 0,0-1 7 0,0-1-7 16,0-1 3-1,0 0 3-15,0-1-3 0,2-1 4 0,-1 1-6 0,1-2 2 16,1 0-5-16,0 0 3 0,-1 0-3 0,0 0-1 16,1 0 3-16,-1-2-3 0,1 1 5 0,-3-6-4 15,0 0 6-15,1 0-6 0,0 0 1 0,17 14-1 16,-18-14-1-16,0 0 0 0,20 6 8 0,-20-6-8 16,1 0 5-16,22 1-5 0,-14-3 3 0,0-1 4 15,1 1 0-15,-1-1 2 0,1-2 0 0,0 0 1 16,1-1 0-16,0-1 0 0,0 0-2 0,1-1 12 15,-1-1-6-15,-1 0 8 0,0 0-2 0,0-2 3 16,-3 1-1-16,0-1 2 0,-1 1 9 0,-1 0-2 16,-1 0 9-16,-1 0-8 0,-1 1 2 0,-2-1-11 15,0 2-1-15,-2-1-2 0,0 1-3 0,-1 1-16 0,-1 1 2 16,-1 2-5-16,1-1-4 0,-2 1-17 16,-2 0 0-16,-4-1-7 0,-1 1-7 0,-5 1-6 0,-1 1-8 15,-2 2 1-15,0 0-26 0,0 1-61 0,-2 0-9 0,2 1-29 16,1 1-126-16,0 0 891 0</inkml:trace>
  <inkml:trace contextRef="#ctx0" brushRef="#br0" timeOffset="85627.47">7454 6213 958 0,'0'0'333'16,"0"0"182"-16,0 0 5 0,-1 1-403 0,0-1-55 0,1 1-6 15,-14 17-2-15,14-18 14 0,0 1-7 0,0-1-18 16,-1 1-9-16,-11 20-1 0,10-13-12 0,-1 1-17 16,1 2 9-16,-2 0-11 0,0 1 8 0,-2 2-10 15,1 1 0-15,-1 1-2 0,0 1 6 0,-1 0-5 16,0 2 4-16,-2-2-4 0,-1 2 4 0,0 0-3 16,-1 0 0-16,1 2 0 0,-1-1 0 0,1 1 1 15,0-2-3-15,0 0 3 16,1 0 3-16,1-3-4 0,0 0 6 0,1-4-6 15,1 1 7-15,2-1-5 0,0 0 0 0,0 0-2 0,2-3 7 0,0-1-3 0,2-1 2 0,0-1-3 16,0-6 6-16,0 0 9 0,0 0 0 16,0 1 3-16,14 15 1 15,-14-16-7-15,0 0 1 0,19 4-3 0,-19-4 5 0,16 0-1 0,-6 0-2 0,1-1 1 32,1 0-3-32,-2-1-3 0,1 2 1 0,0-1-3 15,-2 0 4-15,0 0-9 0,1 1 4 0,-2-1-6 16,0 1 3-16,0 1-31 0,-2-1-6 0,1 0-10 0,0 0-27 0,0 0-9 15,-1 0 4-15,1-1-8 16,-1 1-8-16,-6 0-20 0,0 0-9 0,1 0-6 0,17-4-52 0,-18 4-38 16,0 0-33-16</inkml:trace>
  <inkml:trace contextRef="#ctx0" brushRef="#br0" timeOffset="85914.76">7267 6493 2849 0,'0'0'135'0,"0"0"-115"0,0 0 5 0,0 0-41 15,14 7 17-15,-5-6 31 0,3 1-2 0,-1 0 8 16,2 0-19-16,0 0-12 0,4 0 5 0,-1-1-8 0,0 1 5 15,0-1-6-15,2 1-2 0,-2-1 0 0,0-1 0 16,0 1 10-16,-1 0-6 0,-2-1 7 16,0 0-12-16,-2 0-37 0,1-1-7 0,-2 0-17 0,0-1-53 0,-2-1-25 15,1-1-7-15,-2 0-10 0,-1-1-62 0,0 1-134 16,0-2-150-16</inkml:trace>
  <inkml:trace contextRef="#ctx0" brushRef="#br0" timeOffset="86161.63">7353 6330 2544 0,'0'0'101'16,"-1"-1"55"-16,1 1-128 0,0-1-15 0,0 1 2 0,-12-17-4 16,12 17 8-16,0 0-1 15,0 0-3-15,17-8 0 16,-9 7-11-16,3-1 5 0,2 1-1 0,4 0 3 0,1-1-5 15,2 1 10-15,0 0-5 0,1-1 6 0,-1 0-11 0,-1 0 2 16,0 0-2-16,-1 0 2 0,-1-1-7 16,-2 0 12-16,1 0-11 0,-3 0 7 0,2-1-47 15,-1 0-60-15,1 0-10 0,0-2-23 0,-3 0-101 0,1-1-152 16,-1 0 834-16</inkml:trace>
  <inkml:trace contextRef="#ctx0" brushRef="#br0" timeOffset="86410.07">7744 6201 2856 0,'0'0'102'0,"0"0"-79"0,0 0-10 0,0 0-13 0,1 0 9 0,0 1 8 0,17 12-5 0,-18-13 3 31,15 6-19-31,-3-4 7 0,0-1-5 0,2 1 5 16,2 0-4-16,1-1 3 0,2 0 3 0,0-1 0 0,0-1-3 15,-1 0 3-15,0 1-5 0,0 0 5 16,-2 0-4-16,-1 0 5 0,1 0 5 0,-4-1-1 0,0-1-2 16,1 0-18-16,-3 1-4 0,0-2-8 0,-1 1-36 15,0 0-55-15,-1 0-9 0,-1 0-19 0,0-1-73 0,-7 3-44 16,0 0-20-16,0 0-22 0,1 0-235 0</inkml:trace>
  <inkml:trace contextRef="#ctx0" brushRef="#br0" timeOffset="86776.26">7936 6223 2115 0,'-6'1'165'0,"1"0"-82"0,5-1-4 15,0 0-19-15,0 1 32 0,-1-1-9 0,-15 15 1 16,16-15-9 0,0 0-35-16,0 0-16 0,-7 17-5 0,7-17-3 15,0 0-10-15,-3 19-6 0,3-19 0 16,0 0-4-16,-6 24-12 0,3-14 1 0,0 2 1 0,0 2 1 15,-1 1 13-15,-2-1 2 0,-1 1 3 0,-1 1-1 16,2 0 3-16,1 1 5 0,0 0 1 0,1 0 1 0,0-1-5 16,0 0 10-16,0-1-8 0,1-3 10 0,2 0-5 15,0-2-1-15,1 0 3 0,1-2-2 0,0 0-2 0,-1 0 3 16,2-1-6-16,2 0 4 0,-1-1-9 0,2-1 4 16,-1 0 0-16,3-1 0 0,0 1-6 0,3-1 5 15,0 0-3-15,1-1 4 16,1-1 3-16,2 1-5 0,2-3 3 0,-2 1-4 0,3 0 5 15,0-1-6-15,0 1 4 16,1-2-5-16,-1-1 3 0,0 1-1 0,-1 0-5 0,1-1-1 0,0 0-33 0,-2-1-44 16,0 0-7-1,-2-1-15-15,-1 1-54 0,-2 0-83 0,-1-3-17 16,-1 2-37-16,-1-2-217 0</inkml:trace>
  <inkml:trace contextRef="#ctx0" brushRef="#br0" timeOffset="87010.59">8103 6238 2622 0,'0'0'307'0,"0"0"-200"0,-1 0 17 0,1 0-88 0,0 0-49 16,-1 0 15-16,1 0-10 0,0 0 10 0,0 0-18 0,1 0-9 15,12 18 2-15,-6-12-4 0,-1 1 8 0,2 1 17 16,1 0-1-16,-1 1 5 15,1 0-2-15,0-1 1 0,0 1 0 0,0 0 1 0,0-1-7 0,0-1-81 16,-1 0-4-16,1-2-35 16,1-1-87-16,0 0-102 0,1-2-57 0</inkml:trace>
  <inkml:trace contextRef="#ctx0" brushRef="#br0" timeOffset="87425.19">8387 6314 1245 0,'0'0'176'0,"0"0"447"0,0 0 251 0,-1 0-740 15,-16 7-128-15,17-7-1 0,0 0 3 0,0 0 0 0,-18 14 15 16,11-10-22-16,-2 1 5 0,0 1-10 16,0 0-3-16,1 0 2 0,0 0-6 0,0 0 4 0,-1 0-6 15,2-1-19-15,0-1-6 0,7-4-8 0,-1 0-35 0,1 1-1 16,-17 8 3-1,17-9-2-15,-1 0 13 0,0 0 25 0,1 0 7 0,-1 0 7 0,1-1 28 0,0 1 10 16,-9-16-2-16,9 16 4 0,0 0 3 0,0-1 33 16,0 1-3-16,1 0 12 0,-1-1-13 0,1 1 2 31,-1-1-5-31,18-8 6 0,-18 9-9 0,0 0 6 0,0 1-5 16,1-1 4-16,7 21-16 0,-8-12-7 15,0 0 4-15,0 2-4 0,1 1-1 0,-1 2 5 0,0 1-6 16,0 4 5-16,0 1 3 0,0 1 15 0,0 0-4 15,-1 2 7-15,1 0-15 0,0 1-4 0,-2 0-6 0,0 0 1 16,1 1-15-16,-1 0 1 0,1 1 4 0,-1-1-3 16,0-2-6-16,1-1 2 0,-1-1-5 0,2-3 4 15,-1-2-4-15,2-1-46 0,0-2-5 0,-1-3-19 0,2 0-57 16,-2-3-38 0,2-1-8-16,-2-6-15 0,0 0-62 0,0 0-146 0</inkml:trace>
  <inkml:trace contextRef="#ctx0" brushRef="#br0" timeOffset="87862.78">8442 6237 2696 0,'0'0'130'0,"0"0"-95"16,0 0-15-16,0 0-16 0,0 0-2 0,0 0-6 15,0 0-2-15,0 0-3 0,0 0-5 0,1 0-3 0,15 4 2 0,-15-4-1 16,-1 0 11-16,24 5 5 0,-14-3 0 0,-1-2 4 16,2 2 9-16,-2-2 10 0,2 1 5 0,-1 0 1 15,0-1 15-15,-1 1 11 0,-1 0-9 0,0 1 9 16,-2-1-15-16,0 2-8 0,0 0 4 0,-1-1-6 0,-5-2-5 16,1 0-9-16,-1 0-5 0,0 1 0 15,18 15-9-15,-18-16-4 0,0 0 2 0,0 1-3 16,7 16 3-16,-7-17-2 0,0 1 2 0,0 18-2 0,0-19-1 15,0 16 7-15,-2-7-4 0,1 1 4 16,-1 1-4-16,1 1 0 16,0 0 4-16,-1 1-3 0,1-1 1 0,-1 1 11 0,1 2-9 0,0 0 11 0,0 1-1 0,1 1-1 31,0 1 8-31,-1 0-7 0,1 1 5 0,0 1 7 16,0 0-10-16,0-1 9 0,0 1-11 0,1-3 5 15,-1 1-4-15,0-1 2 0,1-1-14 0,0 0-3 16,-1-3 5-16,0 0-4 0,1-1 0 0,-1-2-20 0,0-1-8 15,1-1-10-15,-1-2-68 0,0-6-90 0,0 0-11 16,0 1-29-16,0-1-68 0,0 1-15 0,-1-1-26 0</inkml:trace>
  <inkml:trace contextRef="#ctx0" brushRef="#br0" timeOffset="88076.99">8503 6712 2301 0,'-5'0'227'0,"5"0"-126"16,0 0-13-16,-1 0-32 0,1 0-20 0,-1 1 33 0,1-1-1 0,0 0 12 15,-11 18 2-15,11-18-36 0,0 0 4 0,0 0-16 0,1 1-7 0,-1-1 7 16,20 18-2-16,-20-18 4 0,0 0-9 0,27 9-13 31,-16-7 0-31,3 0-4 0,0 0 2 0,0-2-7 16,3 1 1-16,-2-2-3 0,3-1 3 0,0 0-23 16,0-1-4-16,0-1-12 0,0 0-49 0,0-1-53 15,1 0-11-15,-1-1-18 0,0 0-81 0,-2-1-147 16,0-1-139-16</inkml:trace>
  <inkml:trace contextRef="#ctx0" brushRef="#br0" timeOffset="88325.48">8909 6497 3365 0,'0'0'55'0,"0"0"-53"0,0 0-2 0,1 0-11 0,18 12 19 16,-19-12 5 0,0 0-1-16,25 8 0 0,-15-6-12 0,4 0 5 0,-1-1-5 0,3 0 4 0,-3-1-1 0,2 2-1 31,-1-1 3-31,-1 0-3 0,1 0-2 0,-3 0 0 0,1 0 0 0,-2 0-3 0,0-1-23 0,-1 1-60 31,-1-1-9-31,0 0-23 0,-1 0-96 0,-2 0-120 16,1 0-34-16</inkml:trace>
  <inkml:trace contextRef="#ctx0" brushRef="#br0" timeOffset="88526.35">8969 6685 3013 0,'0'0'116'0,"0"1"89"15,0-1-160-15,1 1-9 0,21 12 13 0,-10-10-11 16,-1 0 15-16,0 0-36 0,0 0 1 0,1-1-14 15,-1 1-1-15,1-2 0 16,0 1-1-16,0-1 0 0,-1-1-2 0,1 0-8 16,0 2-3-16,-2-2-6 0,1 0-34 0,1 1-48 0,0-1-6 0,0 0-19 0,0 0-74 15,-1-1-173 1,2 0-65-16</inkml:trace>
  <inkml:trace contextRef="#ctx0" brushRef="#br0" timeOffset="89122.39">9470 6332 2450 0,'0'0'416'0,"0"0"-226"0,-1 0 37 0,1 1-151 0,-14 16-116 16,14-17 26 0,0 0-8-16,-6 25 17 0,3-15 11 0,0 3 1 15,0 1-2-15,0-1 0 0,0 1-4 0,1 1-1 0,0 1 1 0,0 2 0 16,0 0-1-16,1 2 4 0,-1-2-4 16,2 2 6-16,-2 1 2 0,1 0 13 0,-1-1-4 15,1 0 6-15,-1 0-8 0,0 1-8 16,1 0 4-16,0-1-7 0,1-1-4 0,0-3 0 15,0 0-5-15,2-3-1 0,0-1-63 0,1-2-68 0,-1-1-22 16,1-3-17-16,-3-6-109 0,0 0-126 0,1 0-119 16</inkml:trace>
  <inkml:trace contextRef="#ctx0" brushRef="#br0" timeOffset="89292.53">9613 6559 2268 0,'0'0'175'0,"0"0"481"0,0 0-617 0,0 0-9 0,0 0 8 0,0 0-2 16,0 0 50-16,0 0-31 0,0 0 2 0,0 0-16 0,0 0-29 0,0 1-14 16,3 17 2-16,-3-18-9 0,0 0-32 0,0 0-94 15,0 1-11-15,0-1-36 0,0 1-112 0,0-1-258 32</inkml:trace>
  <inkml:trace contextRef="#ctx0" brushRef="#br0" timeOffset="90035.08">9807 6509 2832 0,'0'0'198'0,"0"0"-156"0,0 0-19 0,-1 0-31 16,0 0 2-16,1 1 12 16,-11 18-3-16,11-19 5 0,-5 15-21 0,3-5-4 15,-1 1-3-15,1 2 3 0,0 2 7 0,-1 0 1 16,1 1 5-16,0-2-4 0,1-1 8 0,1 0 0 15,0 0 0-15,2-2-1 0,1 0 9 0,2-2-3 16,0-2 3-16,0-1-2 0,2-1 17 0,0-2 0 16,0-1 1-16,1-2-1 0,1 0 2 0,0-2-5 15,2-2 5-15,-1-2-4 0,2-1 5 0,-1-2-2 0,0-1 3 0,1 0-2 16,-3-1 0-16,0-1-3 0,0 1-3 0,-1-2 2 16,-2 0 1-16,1-1-5 15,-3-2-4-15,0 0-1 0,0 1-9 0,-1-1-1 0,-2 0 0 0,-1 1-1 16,-1-1-12-16,-1 2 7 0,-1 1-1 0,0 1 4 15,-1 3 4-15,0 2 3 0,0 2-2 0,4 5 1 16,-1 0-16-16,0 0-13 0,-17-8-7 0,18 8-1 16,0 0-34-16,-18 1 3 0,18-1 0 0,-1 0-1 15,-15 8-39-15,16-8-113 0,-1 1-17 0,0-1-42 0,-12 22-149 16</inkml:trace>
  <inkml:trace contextRef="#ctx0" brushRef="#br0" timeOffset="90225.71">10039 6617 1926 0,'0'0'320'0,"0"0"-67"15,0 1 81-15,0-1-254 0,10 22-52 0,-10-22 40 0,0 0-8 16,14 17 16-16,-14-17-34 0,0 0-30 0,14 20 0 16,-14-20-11-16,0 0-4 0,9 18-64 0,-9-18-2 15,0 0-28-15,0 1-73 0,0-1-97 0,0 0-18 16,0 1-39-16,1-1-189 0</inkml:trace>
  <inkml:trace contextRef="#ctx0" brushRef="#br0" timeOffset="90625.9">10120 6469 2973 0,'0'0'93'0,"0"0"-57"16,0 0-16-16,0 0-1 0,0 0 19 0,0 0-1 15,0 1 4-15,1-1-6 0,15 15-22 0,-16-15 1 16,1 0-1-16,19 13 3 0,-10-9 13 0,0 2-6 16,1-2 2-16,1 1-5 0,1 0-9 0,1 0 4 15,-1 1-4-15,1 0 5 0,0-1-7 0,-1 1-1 16,-1-1 1-16,-1 2-1 0,-1-1-3 0,-1 1-1 0,-1-1-2 16,-2 1 2-16,-2 1 0 0,-1-1-16 15,-2 0-6-15,-1 0-7 0,-1 1-32 0,-2 1 15 0,-1-1 2 16,-2 1 7-16,-1 1 25 0,-2 0 1 0,0-1 3 0,-2 0-2 15,0-1 4-15,1 0 5 0,0 0-3 0,2 0 3 16,0 0-4-16,0-2 21 16,2 0-1-16,2-1 8 0,0 1-1 15,4-6-5-15,0 0-1 0,0 1-1 0,0 17 6 0,0-18-11 16,0 0-2-16,1 0-4 0,16 13-8 16,-17-13 12-16,16 4-1 0,-4-3 4 0,1 0 10 15,4 0 1-15,0-1 0 0,0-1-1 0,0 0-9 0,-1 0-6 16,1-1 0-16,-2 1-3 0,1 0-11 0,-1 1-14 15,-1-1 1-15,0 0-7 0,0-1-14 0,1 1-41 16,-2 0 2-16,1 0-17 0,-1-1-28 0,-1-1-64 16,-1 1-14-16,-1-1-24 0,-1 0-106 0,-4 0 1004 15</inkml:trace>
  <inkml:trace contextRef="#ctx0" brushRef="#br0" timeOffset="90859.45">10444 6671 1900 0,'0'0'311'0,"0"0"51"0,0 0 92 0,-1 0-320 0,1 0-128 0,0 0 6 0,0 1 4 0,0-1 2 15,0 1 26-15,1-1-9 16,22 14 4-16,-10-14-5 0,2 0 9 0,2-1-15 0,2-1 3 0,1 0-7 31,-2-1-10-31,2 1-4 0,-2 0-1 0,0 0 0 0,0 0-5 16,-2 0 5-16,-1 0-10 0,-2 0 4 0,0 0-32 0,0-1-41 15,0 0 1-15,-1 0-18 0,-2 1-39 0,-1-2-49 16,-2 1-10-16,0 0-20 0,-7 3-111 0,0 0 993 16</inkml:trace>
  <inkml:trace contextRef="#ctx0" brushRef="#br0" timeOffset="91110.25">10629 6509 1863 0,'0'0'203'16,"0"0"664"0,0 0-839-16,0 0-19 0,0 0 3 0,0 0-2 0,0 1 38 0,-6 16-22 0,6-17 1 0,0 0-12 15,-3 24-18 1,2-13-1-16,0 2 2 0,0 2-1 16,0 3 5-16,-1 0-2 0,0 1 2 0,0 3-1 15,1-1 8-15,-1 4 6 0,0 0-3 0,1-1 2 16,0 0-12-16,1-3-2 0,0 0 0 0,1-2-3 0,0-2-26 15,0-2-60-15,1-3-3 0,0 0-21 16,0-3-19-16,0-2-67 0,-2-7-11 0,0 0-33 0,0 1-172 0</inkml:trace>
  <inkml:trace contextRef="#ctx0" brushRef="#br0" timeOffset="91625.68">10811 6492 3536 0,'0'0'19'0,"0"0"-28"0,0 0 2 0,0 0-7 16,1 1 32-16,-1-1-1 0,17 16 0 0,-17-16-3 16,0 1-9-16,19 11-3 0,-11-7 0 0,2-1 0 0,-1 1-2 0,2 1 1 15,-1-1 0-15,0 2 1 0,0-1 1 16,-1 0-1-16,0 0 3 0,-1 1-3 0,0-1 5 0,-2 1-4 0,1-1-2 16,-4 1 0-16,1-1-2 0,-2 0-19 15,-2-6 1-15,0 0-9 0,2 17-13 0,-2-17-42 0,0 0 3 16,-8 17-18-1,3-10 12-15,-2 1 38 0,-1-1 3 0,-2 2 13 0,0-1 19 0,1 1 15 0,-1-1-2 16,0-1 9 0,1 0 5-16,2-1 19 0,0 0 2 0,1-1 6 15,2 0 3-15,4-5 10 0,0 0-3 0,0 1 6 16,-7 15-3-16,7-16-20 0,0 0-4 0,0 0-5 16,0 1-12-16,11 15 1 0,-11-16 0 0,1 0 0 15,17 8-13-15,-17-8 2 0,14 4-1 0,-5-2 2 16,-2-1 7-16,2-1-8 0,0 0 0 0,-1 0-4 15,-1 0-5-15,3-1-23 0,-2-1-9 0,1 0-7 16,-1 0-53-16,0-2-60 0,1 0-14 0,-1-1-23 0,0 0-128 16,0-2-465-16</inkml:trace>
  <inkml:trace contextRef="#ctx0" brushRef="#br0" timeOffset="91789.37">11155 6617 2249 0,'0'0'377'0,"0"0"-115"15,0 0 67-15,0 0-230 0,0 0-95 0,0 0 13 16,0 1-5-16,-6 16 6 0,6-17-14 0,0 1-4 16,0-1-8-16,0 1-2 0,0-1-49 0,0 17-34 0,0-17-14 0,0 0-10 31,0 0-105-31,0 0-106 0,0 0-34 0</inkml:trace>
  <inkml:trace contextRef="#ctx0" brushRef="#br0" timeOffset="92179.86">11284 6669 2696 0,'0'0'219'0,"0"1"-167"16,-7 15-14-16,7-16-36 0,-4 18 31 0,1-8 32 15,0 2-10-15,1 1 11 0,-1 0-53 0,1 1-8 16,0-1 0-16,2 0-2 0,0-1-3 0,1 0-6 0,0-3-11 15,2-1 1-15,0 0-20 0,0-3 23 16,-3-5 1-16,1 0 7 0,-1 1 7 0,17 8 7 16,-17-9 0-1,0 0 2-15,20-2-7 0,-20 2 3 0,17-8-6 0,-9 0 4 16,2 1-6-16,0-3 6 0,0-1-1 16,1 0 2-16,0-1-7 0,-1-1 4 0,-1 0 4 15,-2 0 2-15,0 0 3 0,-1-1 3 0,-1 2-5 0,-1-2 4 16,-2 0-1-16,0 1 1 0,-2-1 3 0,0 1-2 15,-1-1-2-15,-2 1-4 0,0 0 0 0,-1 2-1 16,0 0 4-16,-1 2 3 0,0 2-5 0,-2 0 3 16,0 2-10-16,-1 0 5 0,1 2 1 0,0 0-1 15,1 1-15-15,-1 1-15 0,2 1 3 0,5 0-6 0,0 0-9 0,0 0-33 16,-1 0-10-16,-16 10-10 0,17-10-61 16,0 0-40-16,0 0-20 0,-6 19-14 0,6-19-156 15</inkml:trace>
  <inkml:trace contextRef="#ctx0" brushRef="#br0" timeOffset="92347.43">11505 6818 2815 0,'1'7'161'0,"1"-1"-113"0,1 1-13 31,0 1-20-31,0-2 23 0,1 2-20 0,-1-1 4 0,0-1-15 16,-3-6-59-16,0 1-123 0,0-1-7 0,0 1-40 15,0-1-45-15,8 16-116 0</inkml:trace>
  <inkml:trace contextRef="#ctx0" brushRef="#br0" timeOffset="92876.63">11764 6581 2965 0,'0'0'210'0,"0"-1"-141"16,0 1-19-16,0 0-27 0,0-19 8 0,0 19 25 15,0 0-9-15,0-1 10 0,-1 1-44 0,-10-19-22 16,11 19 0-16,-1 0-7 0,1-1 2 0,-18-11 5 16,18 12-7-1,0 0 3-15,-23-6-17 0,23 6 12 0,-16-2 1 16,15 2 4-16,1 0-6 0,-21-1 8 0,21 1-5 16,-1 0 7-16,-14 3-2 0,15-3 11 0,0 0-1 0,-1 0 4 15,0 0-1-15,1 0-19 0,-1 1 3 16,1-1-10-16,-7 19-2 0,7-19 6 0,0 0-1 0,0 1 3 15,10 19 7-15,-10-20-3 0,0 1 4 0,13 20-3 16,-8-13 13-16,2 2-3 0,-2 0 1 0,2-1-2 16,1 1 3-16,-1 0 2 0,3 0 0 0,-2 1 1 15,2 1 1-15,-1 0-6 0,1 1 3 0,-1 0-4 16,-2-1 4-16,0 1 1 0,-2 0-2 0,-1 0 1 16,-1 1 0-16,0-1 3 0,-1 0 0 0,-1 0 3 0,-1-1-6 0,-1 1 0 15,-2-2 1-15,-1-1 1 0,0 1 3 16,-2-4-1-16,1 0-4 0,0 0 2 0,-3-2-3 0,2 0 3 15,-1-1 3 1,0 0 0-16,0-1 2 0,0-2 1 0,0-1 3 16,2-1 1-16,-1 0 26 0,6 1-4 0,-1 0 1 15,0-1-2-15,1 1-3 0,-17-21-7 16,17 20 0-16,0 1-3 0,-4-25-7 0,4 13-6 0,1-2-3 16,2-2-3-16,1 0-18 0,4 0 6 15,-1-1-4-15,2 0 5 0,2 1 1 0,1 0 5 0,1 1 1 0,-1-1 0 16,1 2 2-16,0 1 0 0,1 2 1 15,0-1 0-15,0 1-2 0,-1 2-2 0,0-3-12 0,-2 4 3 16,-1 0-51-16,0 1-49 0,-3 1-18 0,1 1-18 16,-2 0-131-16,-1 1-216 0</inkml:trace>
  <inkml:trace contextRef="#ctx0" brushRef="#br0" timeOffset="93096.13">11963 6697 1603 0,'0'0'241'0,"0"0"337"15,1 0 251-15,0 0-732 0,-1 0-109 0,19 3 10 16,-19-3-2-16,16 5 5 0,-7-2 2 0,-1-2-5 31,0 2-1-31,1-2-2 0,2 0-2 0,-2 0-50 0,1 0 0 16,-2-1-25-16,0 0-58 0,-1 0-63 0,0 0-1 15,1-1-24-15,-3 1-28 0,-5 0-143 0</inkml:trace>
  <inkml:trace contextRef="#ctx0" brushRef="#br0" timeOffset="93310.03">11970 6810 1956 0,'0'0'324'0,"0"0"-22"0,0 0 81 0,0 1-273 0,0-1-86 15,0 1 36-15,0-1 4 0,1 1 9 16,16 15-4-16,-17-16-38 0,0 0 0 0,21 3-11 0,-13-2-4 0,4 0 0 31,-2 0-4-31,1 0 2 0,1-2-10 0,-2 0-15 16,0 0-2-16,0 0-6 0,0 1-16 0,-2-1-46 16,1 0-4-16,-1 0-21 0,0 1-94 0,-1-2-121 15,1 1-38-15</inkml:trace>
  <inkml:trace contextRef="#ctx0" brushRef="#br0" timeOffset="93945.51">12370 6551 3343 0,'0'0'17'0,"0"0"-41"15,0 1-18-15,0-1 1 0,1 20 10 0,-1-20 28 16,0 16-1-16,-2-7 6 0,0 2-14 0,0-2-17 15,-2 4 1-15,1 0-4 0,-1 0 11 0,0 4 15 0,-1 0 2 16,-1 2 4-16,0 0 4 0,0 3 7 16,0-1-3-16,-1 1 5 0,1 1-2 0,1-2-6 0,0 0 1 15,1 0-3-15,-1-3 1 0,2 1-3 0,1-2-1 16,0-1-3-16,1-1-23 0,-1-3-34 0,1-1-12 16,1-2-12-16,0-1-87 0,0-8-83 0,0 0-19 0,0 1-39 0,0-1-258 15</inkml:trace>
  <inkml:trace contextRef="#ctx0" brushRef="#br0" timeOffset="94110.19">12424 6917 2699 0,'0'0'281'0,"0"0"-218"15,0 0-11-15,0 0-54 0,0 0 12 0,0 1-5 16,4 16 0-16,-4-17-4 0,0 0-18 0,0 0-111 15,0 1-5-15,0-1-45 0,0 1-99 0,1-1-353 16</inkml:trace>
  <inkml:trace contextRef="#ctx0" brushRef="#br0" timeOffset="95341.64">12643 6619 2952 0,'0'0'27'0,"0"0"-19"15,0 0-6-15,0-1 1 0,1 1 11 16,-1-1-3-16,12-16-2 0,-12 17-3 0,0-1-27 16,0 1 0-16,4-17 2 0,-4 17 1 0,0 0 11 15,0-1-6-15,1-18 4 0,-1 19-3 0,0-1 13 0,0 1 0 16,-4-19 4-16,4 19-2 0,0-1 10 0,-1 1-2 15,-9-17-4-15,10 17 2 0,0 0-7 0,-1-1 1 0,1 1-1 16,0-1 0-16,-19-13-11 0,19 14-20 16,-1 0 5-16,1 0-9 0,0 0 3 0,-20-3-2 15,20 3-3-15,0 0 2 0,0 0-2 0,-19 3 9 16,19-3 6-16,-1 0 2 0,1 0 19 0,-17 8 17 0,17-8-9 16,0 0 10-16,0 1-14 0,-7 15 3 15,7-16-3-15,0 0 2 0,0 17-7 0,0-17-2 0,0 0 3 16,5 21-3-16,-5-20 2 0,0-1 0 0,10 22-4 15,-5-14 4-15,-1 1 1 16,1 0-2-16,0 0 1 0,0 0-3 0,1 0 3 16,-1-1 1-16,2 2-1 0,-1-1 0 0,1 2-1 0,0-2 1 15,0 1 10-15,0 0-3 0,1-1 8 16,-2 1-4-16,-1 0-8 0,3 0 4 0,0 0-6 16,0 1-4-16,0-1 5 0,-1 0-3 0,1 0 8 15,-1-1 0-15,-2 1-5 0,0 0 3 16,-2 0-5-16,-1-1 5 0,0-1 1 0,-1 0 1 0,-1-1 2 0,-1 2-6 15,0-1 3-15,-1 0-3 0,-1 0 4 0,0-1-5 16,-1 0 0-16,0-1-1 0,-1 0 9 0,0-2-11 16,0 0 9-16,1 0-8 0,-2-1 10 0,1-1-4 15,5-2-4-15,0 0 1 0,0 0 2 0,-21 6 4 16,21-6-1-16,-1 0 2 0,-16-1-5 16,17 1 12-16,-1 0-2 0,-17-6 5 0,18 6 0 0,-1 0 0 0,-15-10 2 0,16 10 0 15,0-1 12-15,0 1 1 0,-18-21 1 0,18 21-1 16,0-1-2-16,-6-20-17 0,6 20 3 15,0 1-9-15,-1-22 2 0,1 22 9 0,0-1-3 16,5-19 5-16,0 14-16 0,1-1-7 0,1 1 0 0,3-1-2 16,2 0 2-16,1-1-1 0,2-1 0 0,2 0 0 15,1 0-1-15,4 0 3 0,-1-1-1 16,0-1 1-16,-1 1 1 16,-2 0 0-16,0 0 6 0,1 0-3 15,-3-1 4-15,-2 3-1 0,-2 0-4 0,-2 0 2 0,1 0-9 16,-4 1-107-16,-2 0-19 0,-3-1-49 15,1 0-263-15</inkml:trace>
  <inkml:trace contextRef="#ctx0" brushRef="#br0" timeOffset="99094.76">6951 7205 40 0,'0'0'927'0,"0"0"-355"16,0 0 465-16,-18-2-955 0,18 2-27 0,0 0-47 16,0 0-9-1,0 0-5-15,-1 0 2 0,1 0-17 0,-18 11 6 16,18-11-2-16,-6 14 5 0,4-5 8 0,-1 2-1 15,-1 0 5-15,-2 2-4 0,1 1 0 0,-1 0 7 0,-1 1-5 0,1 1 6 16,0 1-1-16,-1 0 8 16,0 0 6-16,-1 1 0 0,0 0 19 0,-1 1-3 0,1 1-3 15,-1 0-1-15,1-1-11 0,0-1-10 0,0 0 2 16,1 0-5-16,0-1 1 0,2 0 0 0,0-3 0 16,1 0 0-16,2-1 3 0,0-2-7 0,2 0 4 0,3-3-5 15,-1 0 7-15,2 0 9 0,2-2-6 0,2 0 5 16,0-2-20-16,4-1 3 0,0 0-4 0,2-2 4 15,0 0-1-15,2-3 9 0,0 1-1 0,-1-1 3 16,0-1-4-16,1 0 1 0,0-1 2 0,0 1-1 16,0 1-1-16,0 0 7 15,1-1-5-15,-1 1 6 0,0 0-10 0,-2 0 5 16,0 1-3-16,-2 0 2 0,-1-1-5 16,-1 1 1-16,-1 0 1 0,-1 0 0 0,-1 0-1 0,-1 1 2 15,-6 0-6-15,0 0 0 0,1 0-51 0,0 0-82 16,-1 0-1-16,0 0-30 0,1-1-46 0,-1 1-110 15,1 0-123-15</inkml:trace>
  <inkml:trace contextRef="#ctx0" brushRef="#br0" timeOffset="99412.05">6765 7424 2926 0,'-7'0'114'0,"1"0"47"16,6 0-143-16,-1 0-32 0,1 0-3 0,0 0-7 0,0 0 10 15,0 0 0-15,0 0-1 0,0 0 3 16,20-2 10-16,-8 2 0 0,0-1 2 0,3 0-2 0,0 1-2 0,1-1 4 31,-1 1-2-31,0 0 2 0,0-1 0 0,-1 0 0 16,1 0 1-16,-1 0 0 0,0 0 5 0,2 0-6 15,-1-1 1-15,2 0-1 0,-2 0 0 0,-1 0 1 16,1-1 1-16,-3 1-1 0,-1 0-2 0,-1-1 2 16,-3 2-1-16,0-1 1 0,-1 2-1 0,-6 0-107 15,1 0 7-15,-1 0-49 0,1 0-52 0,-1 0-49 0,0-1-17 0,1 1-31 16,-1-1-274 0</inkml:trace>
  <inkml:trace contextRef="#ctx0" brushRef="#br0" timeOffset="99658.86">6872 7244 2572 0,'0'0'101'0,"0"0"61"0,0 0-162 16,0 0-29 0,0 0 9-16,0 0-10 0,1 0 53 15,18-4-12-15,-9 4 2 0,1 1-5 0,2 0 18 16,0 0-3-16,2 0-1 0,2-1-3 0,0-1-9 0,1 0 0 15,0 1 3-15,-1 0-3 0,0-1-4 0,-2 1-1 16,-1-1 3-16,-1 1-2 0,0-1 2 0,-1 0-5 16,-1 1-2-16,0-2 1 0,-2 1-2 0,0-1-49 15,-1 0-11-15,1-1-22 0,0 0-109 0,0-1-120 16,-1-1-49-16</inkml:trace>
  <inkml:trace contextRef="#ctx0" brushRef="#br0" timeOffset="99949.04">7223 7136 2416 0,'0'0'124'0,"0"0"193"0,0 0-292 15,0 0-56-15,0 0 9 0,0 0-22 0,14 3 49 0,-5-3 3 16,1 1-2-16,-1 0 0 0,2-1-11 15,1-1 5-15,0 1 0 0,0-3 3 0,-1 2 1 0,1-1-2 16,-3 0 2-16,2 2-1 0,-1-1 2 0,-1 0-4 16,1 1 2-16,-1-1-2 0,0 0 8 0,1 1-9 15,-1-1 2-15,0 1-4 0,0-2 3 0,-1 1 2 16,1 0 0-16,-1-1 1 0,0 1-4 0,0 0-2 16,-2-1-10-16,1 1-4 0,-7 1-102 0,0 0-69 15,1 0-25-15,-1 0-15 16,17-1-126-16</inkml:trace>
  <inkml:trace contextRef="#ctx0" brushRef="#br0" timeOffset="100458.57">7303 7147 2822 0,'-8'0'121'0,"1"-1"-92"16,0 0-3-16,7 1-26 0,0 0-4 0,-1 0 0 16,-14-1-4-16,15 1 2 0,-1 0-7 0,0 1-11 15,1-1 4-15,-17 16-7 0,17-16 10 0,-7 14 17 16,3-3-2-16,0 1 4 0,-1 2-6 0,-1 2 4 0,1 1-1 15,-2 3 3-15,1 0 12 0,-2 0 2 0,1 0 5 16,0 1-4-16,0 0-7 0,0 2-2 0,1-3-6 0,-1 1 4 16,1-1-4-16,0-2-2 0,1 0 2 0,0-1-2 15,2-2 8 1,-2 0-4-16,1-1 2 0,0-1-3 16,1 0 1-16,1-2-2 0,0 0 3 0,1-2-2 15,1-2 1-15,1-1 13 0,1 1-8 0,0-2 9 0,1 0-14 0,1 1 2 16,2-1 3-16,0-1 0 0,0-1 15 0,2 0 0 15,0 0-1-15,4-1 1 0,-1 0-2 16,3-1-3-16,1-1-2 0,0 0 1 0,3-1-5 0,0 1-6 16,-1-1-1-16,0 0-2 0,-1 0 1 0,-1 0-1 15,-1 0 2-15,-1-1-3 0,-1 1-4 0,0 1 9 16,-2-2-3-16,0 1 6 0,-2 0-11 0,0-1 4 0,-1 0-2 16,0 1-1-16,-7 1-40 0,0 0-80 15,0-1-6-15,19-9-27 16,-19 10-52-16,1 0-75 0,-1-1-17 0</inkml:trace>
  <inkml:trace contextRef="#ctx0" brushRef="#br0" timeOffset="100742.67">7345 7262 3191 0,'0'0'124'0,"0"0"-109"0,0 0-5 0,0 0-30 0,0 0-9 16,0 1 19-16,1-1-5 0,15 18 10 0,-9-13-6 0,1 2 7 15,1-1-1-15,2 2 2 0,0 0-1 0,1 1 5 16,2 1 1-16,-1 1 2 0,0 0-8 0,-1 0 6 16,-2-1-1-16,1-1 4 0,-1 0-2 0,-1 1-1 15,0 0 3-15,-1-2-3 16,-1 0 2-16,0 0-4 0,0-1 1 0,-1-1-1 0,1 0-1 15,-2-1 0-15,1-1-23 0,-6-4 5 16,0 0-109-16,0 0-78 0,19 5-13 0,-19-5-27 16,0 0-114-16</inkml:trace>
  <inkml:trace contextRef="#ctx0" brushRef="#br0" timeOffset="100992.71">7614 7205 2355 0,'0'0'126'0,"0"0"156"0,-1 0-196 0,1 0-62 16,0 0 10-16,-17 3-26 0,17-3 26 0,0 0-22 15,0 0 1-15,-17 13-9 0,11-7-2 16,-1 1-2-16,0 1 0 0,-2 1-3 0,0 1-6 0,-2 0 6 16,0 1 0-16,-1 1 3 15,0 0 2-15,-1 0 7 0,1 1-1 0,-1-1 3 0,0 1-3 0,0-2-8 16,1 1 4-16,1-1-4 0,1 0 3 0,0-2-3 0,2 2-3 15,0-2-2-15,1-1-4 0,3 1-95 0,-1-3-6 16,1 0-42-16,4-6-133 0</inkml:trace>
  <inkml:trace contextRef="#ctx0" brushRef="#br0" timeOffset="101345.3">7662 7062 2791 0,'0'0'415'0,"0"0"-288"0,0 0-35 15,0 0-67-15,0 1-52 16,0-1 9-16,14 18-2 0,-5-11 6 16,0 2 12-16,1 2-2 0,-1 2 3 0,0 1-2 0,0 1 0 0,1 0 3 15,-2 1 0-15,1 1 2 0,-1 0-2 0,-1 0-1 16,-1 1 3-16,0-2-2 16,-1 1 8-16,-1-2-4 0,0-2-5 0,-2-1-1 15,1-1-49-15,-1 0-19 0,1-1-15 0,-2-3 0 16,-1-7-49-16,0 1-54 0,0-1-12 0,0 1-18 0,0-1-71 15,0 1-122-15</inkml:trace>
  <inkml:trace contextRef="#ctx0" brushRef="#br0" timeOffset="101752.06">7923 7127 1943 0,'0'0'272'0,"0"0"-139"15,0 0-16-15,0 0-42 16,0 0-67-16,0 0 4 0,0 1 7 0,2 15 1 0,-2-16 46 0,0 1-6 15,-8 20 7-15,3-12-10 0,0 1-22 0,-3 0-7 16,0 1-2-16,-1 0-1 16,-2 0-15-16,0-1 5 0,0 0-8 0,1-1 7 0,1-1-10 15,1-3-17-15,0-2 0 0,1-2-9 0,0 2-9 0,1-3-5 16,6 0 0 0,-1 0-1-16,1 0 0 0,-17-7 22 0,17 7-7 0,0 0 12 15,0 0 0-15,-1-1 10 0,-5-16 1 0,6 17 4 16,0 0 4-16,0-1-2 0,0 1 1 0,0-1-1 15,0 1-3-15,1-1-8 0,0 1 0 0,-1-1-2 16,18-2 6-16,-18 3 5 0,0 0 0 0,12 17 2 16,-7-8 1-16,-1 2 2 0,1 0 3 0,-1 3 0 15,0-2 9-15,0 4 9 0,0 1-3 0,-2 1 5 16,2 1 0-16,-2 2 1 0,2 1-2 0,-2 0 0 16,0 1-10-16,-1 0-8 0,0 0 2 0,1 1-5 0,-2 0-2 0,0-1 8 15,0 0-6-15,-1-2 6 16,0-1-15-16,-1-2 2 0,1 0 1 0,-1-3 0 0,2-3-3 0,-1-2-38 15,1-2-10-15,-2-3-16 0,2-5-88 0,0 0-80 16,0 0-24 0,0 0-23-16,5-4-132 0</inkml:trace>
  <inkml:trace contextRef="#ctx0" brushRef="#br0" timeOffset="102328.66">8060 7082 2387 0,'0'0'406'0,"0"0"-237"0,0 0 31 0,0 0-129 16,0 0-111-16,0 0 9 0,1 0-5 0,15 11 12 0,-7-9 20 16,2 1-9-16,1-1 3 0,3 2-3 0,-1-1 9 15,1-2-4-15,0 2 8 0,-1-2-5 0,1 0 8 0,-2 0-2 16,1 0-1-16,-1 0 1 0,0 1 3 0,-2-1 0 15,-1 0 2-15,1-1-1 0,-1 0 4 0,1 1-5 16,-1 0 2-16,-2-1-2 0,0 1 7 0,0 1-7 16,-1 0 4-16,-2 1-4 0,0 1 9 0,-2 1-4 15,-3-5 2-15,0 0-2 16,0 1-6-16,7 20 0 0,-7-21-3 16,0 0 3-16,-3 25-3 0,1-16 0 15,0 2 0-15,-1 1 1 0,-1 1 0 0,0 1 5 0,0 1-4 16,1-1 5-16,-2 1 4 0,2-1 3 0,-1 2 1 15,2 1 1-15,0 1-2 0,-1 2 4 0,0 0-5 0,1 2 4 16,0 0-7-16,0 2-5 0,0 0 1 0,0 0-3 16,0-1-6-16,1 2 9 0,-2-1-6 0,1 1 8 0,0 0-5 15,-1-3-6-15,0 0 8 16,-1-1-7-16,0-4-2 0,0-2-93 0,0-2 0 0,0-2-37 16,0-1-51-16,-1-2 8 0,1-2 10 0,-2-2 7 0,1 0 94 15,-1-1 63-15,-1-2 8 0,1-1 21 0,0 0 46 0,-1-1 21 16,-1 0-8-16,1-1 12 0,-1 1-18 0,1 0 18 15,-1 0-3-15,0 0 8 0,2 1-18 0,6 0-25 32,0 0-4-32,-1 0-8 0,1 0-23 0,0 0 4 0,-1 0-7 0,1 0 6 0,0 1-6 0,9 12 16 15,0-10-2-15,4 0 7 0,-1-1-3 0,3 2-5 16,0-2-1-16,3 2-2 16,-1-1-10-16,2 0-9 15,0-1 0-15,1 0-5 0,2 1-4 0,-1-1 0 0,0 0-6 16,0-1-3-16,0-1-94 0,2 0-286 0,2-1-62 0</inkml:trace>
  <inkml:trace contextRef="#ctx0" brushRef="#br0" timeOffset="107142.4">733 7297 1976 0,'-7'-6'77'0,"1"1"-30"0,6 5 0 0,0 0-22 16,-1 0-19-16,1 0-1 0,-1 0-2 0,1-1 1 15,0 1-5-15,-20-15-10 16,20 15 4-16,0 0-6 16,0 0-3-16,0 0 5 0,0 0-4 0,0 0 5 15,0 1 3-15,0-1 5 0,-4 16-1 0,4-16 0 16,0 1-1-16,0-1-2 0,0 1-2 0,1 17 0 15,-1-18-7-15,0 0-1 0,0 1 2 0,0-1-2 16,0 1-5-16,1-1 6 0,-1 1 1 0,17 16 2 0,-17-17 6 16,0 0 1-16,0 0-2 0,0 0 3 0,1 0 0 0,-1 0-58 15,1 1-58-15</inkml:trace>
  <inkml:trace contextRef="#ctx0" brushRef="#br0" timeOffset="108931.08">748 7296 274 0,'-1'-9'191'0,"0"0"107"0,0 0 13 16,1 2-170-16,0 0-46 0,1 1-8 0,-1 6 3 0,0-1-6 16,0 1-12-16,-5-17 3 0,5 17-12 0,0 0 5 15,0 0-47-15,0 0 20 0,0 0-4 0,0 0 10 16,0 0-1-16,0 1 5 0,-9 16 0 0,9-17 3 16,0 1-2-16,-7 21-7 0,4-14 3 0,0 1-3 0,0 2 13 15,1 1-5-15,-1 3-1 0,0 1-3 16,0 2-7-16,1 2-7 15,-2 3 3-15,0 1-5 0,1 2-5 0,-1 1-10 0,-1 1-2 0,0 4-2 0,0 1-4 0,-2 3-2 16,2 3-2 0,-2-2 1-16,1 1-11 0,1 3 8 0,-1 0-5 15,1 3 5-15,0-3-9 0,0-1 7 16,1 0 1-16,-1 0 2 0,1 0-3 0,3 0 1 0,-1-2 3 0,-1-1-3 16,1 0 4-16,-2 1 18 0,1 2-4 15,2-1 10-15,-1-2-7 0,0 0-9 16,0 0 0-16,0 0-3 0,0 1 3 0,1 0-5 0,-2-3 3 15,3-1-5-15,-2 0-3 0,1-2 0 0,0 0-3 16,0-2 3-16,1-2-5 0,0-2 2 0,0-4 0 16,0-1 0-16,0-1 1 0,0-1 0 0,0 0 0 0,2-4 1 15,-1-1-4-15,0-3-3 0,1-1 1 0,-1-2-3 16,1-1 5-16,-2-7-71 0,0 0-3 0,0 1-35 16,0-1-95-16,0 1-112 0,0-1-38 0</inkml:trace>
  <inkml:trace contextRef="#ctx0" brushRef="#br0" timeOffset="110008.2">676 7418 1787 0,'-8'-4'305'0,"1"0"-148"16,-1 0 3-16,2 0-45 0,0 1-65 0,6 3-13 15,0 0-2-15,0 0-4 0,-1-1-20 0,0 1-12 16,-16-12 1 0,17 12-4-16,0 0 2 0,0 0-17 0,0 0-3 0,0 0-5 15,0 0-21-15,0 0 32 16,0 0-2-16,0 0 13 0,0 0 16 0,19 8 4 15,-11-5 4-15,1 0-1 0,1 0 3 0,2-1 1 0,1 1-2 16,1 0 1-16,0 0-4 0,3 0-9 0,-2-1 2 16,2 1-4-16,1-2 2 0,2 2-8 0,4-2 1 15,2 1-3-15,2-2 5 0,-2 1 2 0,2 0-6 0,-4-1 2 16,2 0 3-16,2 0 2 0,1-2 2 0,5 0-1 16,0 1-4-16,1-2 10 0,-1 0-1 0,-1 0 3 0,0 0-6 15,5-1 0-15,0 1 0 0,2-1-1 16,-2 0 0-16,1 0-6 0,-1 0 5 0,2 0-4 0,2 0 10 15,-1 1-8-15,-2 0 0 0,1-1-3 0,1 1 5 16,2 0-3-16,0 1-2 0,-3 0-1 0,-1 0 0 16,3 0 0-1,0 0 0-15,1 0 0 0,0-1-1 0,-2 2 4 16,1-2-1-16,1 2 1 0,0-1-2 0,-3 1-2 0,-1 1 0 16,0-2 0-16,1 2-2 0,0-2 0 0,-1 1 4 15,-4 1-2-15,-2 0 0 0,1 0 7 16,1 0-5-16,0 1 6 0,0 0-8 0,-3 1 5 15,-1 0 1-15,-2 2 1 0,0-1-4 0,2 0 0 0,-1 1 3 16,0-1-1-16,-1 0 0 0,-3 0 0 0,-2 0-6 0,-3 1 3 16,1-1 3-16,0 1-5 0,-1-1 5 0,0 1-5 15,-1-2 6-15,-2 2-1 0,-3-1 0 0,0 1 3 16,-2 1 21-16,-1-1 10 0,-2 0-9 0,0 0 7 16,-2 0-21-16,0 0 2 0,-1 1 2 0,0 0-2 15,-2-1 3-15,-1 1 3 0,0 1 0 0,-2-1 1 16,0 1 0-16,0 0 3 15,-1 0 2-15,-1 0 0 0,0 2 1 0,-2-1 2 16,0 2-3-16,-1-1 3 0,-1 0-7 0,0 1-9 16,1 0 5-16,-1 2-7 0,1-1-2 0,0 2-4 15,-1 1-2-15,0-1 0 0,0 0-5 0,1 1 0 16,1 1-1-16,-2 1 1 0,1 0-2 0,0 1 0 0,0 1 0 0,0 2 0 16,-1 0 3-16,2 1-2 15,-1 2 1-15,0 1 0 0,1 1 3 0,0 2-8 16,0 0 3-16,0 0-5 0,0 0 5 0,0 2 0 15,0 1 1-15,1 2 1 0,-1 1-2 0,1 0 0 16,-1 0 2-16,1-2-1 0,0 0-1 0,-1 2 6 16,1 0-6-16,0 1 5 0,0 0-8 0,0-2 0 0,0-2 4 15,0 0-1-15,0 1 10 0,1-1-4 0,0 2-3 16,0-1 0-16,0-2-2 0,1-1-1 0,0-1 1 0,0 0-1 16,0-1 3-16,0 1-1 0,0-2 3 0,-1-1-3 15,1 0 3-15,-1-3-1 0,0 0 0 0,2-2 0 16,-2-1-2-16,0-1 0 0,1 0-1 0,0-1 1 15,-1 0-6-15,1 0 3 0,1-1-4 0,-2 0 0 16,1 1-38-16,0-1-91 0,-1 0-19 0,0-2-35 16,-2 1-170-16,1-1-338 15</inkml:trace>
  <inkml:trace contextRef="#ctx0" brushRef="#br0" timeOffset="110745.66">497 9074 2378 0,'0'0'274'16,"-1"-1"-112"-16,1 1 135 0,0 0-328 0,-1-1 15 0,1 1-12 0,0-1 28 15,0 1 3-15,0 0-1 0,0-1-8 0,17-8-2 16,-5 11 1-16,1-1-1 0,1 1 4 0,-1 1 5 16,1 0-3-16,0 0 3 15,4 1-7-15,1 0 11 0,3 1-2 0,0 0 4 0,0-1-8 0,-1-1 4 16,-1 1 4-16,2-1 3 15,-2 0 18-15,5-1-11 0,0 1 6 0,5-1-8 0,1 0 3 0,-2 0 5 16,1 0-8-16,-3 0 7 16,1-1-11-16,3 0 4 0,2 0-2 0,3 0 2 15,1-1-3-15,-2 0 5 0,-1 0-3 0,0 0 2 16,3-1-11-16,2-1 1 0,2 1 2 0,-3-2-1 16,0 1 6-16,0 0-5 0,3 0-4 0,2 0 0 15,-2 0-3-15,-3 1 1 0,1 0 2 0,2 0-2 0,1 1 0 16,2-1-1-16,-3 1 4 0,2-1-3 15,0-1-1-15,2 1 1 0,2-1-2 0,-3-1 3 0,0 0 4 16,0-1-6-16,1-2 4 0,0 2-3 0,-1-2 11 16,-2 0-5-16,1 0 0 0,1 1-1 0,2 1 2 0,-5 2-3 15,-2 0 1-15,1-1-2 0,2 1-1 16,-1 0 5-16,-1 2-6 0,-3 2 4 0,1-3-12 16,0 2 5-16,2-1-2 0,0 0 3 0,-3 0 1 0,-5 1 0 15,0 2 4-15,1-2-3 0,-1 2 6 0,1-3-7 16,-4 0 2-16,-4 2-3 15,-2 0-1-15,-3-1 0 0,-1 1 0 0,1-1 0 0,1 1-1 0,0 1-3 16,0 0-19-16,-3-2-8 0,-2 0-215 0,-1-2-205 0,-1-3-74 16</inkml:trace>
  <inkml:trace contextRef="#ctx0" brushRef="#br0" timeOffset="111613.65">519 6637 2529 0,'0'0'173'0,"0"0"-72"0,-1 0 87 0,0 0-194 0,1-1-3 16,-1 1-6-16,1 0 7 0,0 0-6 0,1 0 7 16,16 2-6-16,-15-2 8 0,7 6 1 0,0 1 3 15,-1-1 3-15,1 2-4 0,-1 0-1 0,2 3-1 16,0 0 1-16,0 1 3 0,2 0 1 0,-1 1 1 0,1 0 4 15,-2 1-6-15,2-1 1 0,-2 1-1 0,0 0 3 16,0-2-3-16,1 1 1 0,-2-1-2 0,1 0 1 16,-1-2 0-16,-1 0 1 0,0 0 2 0,-1 0 12 0,0 0-10 31,-1-1 1-31,0 1-4 0,-1 0-3 0,-1-1 2 16,1 0-1-16,0 0 3 0,-1-2-1 0,0 1 4 0,0-1 0 15,0-1 0-15,0-1-3 0,0 0-1 16,-4-5 4-16,0 0-2 0,0 1 3 0,1-1 0 0,-1 1-7 0,17 11-3 15,-17-12-81-15,0 0-133 0,0 0-24 16,0 0-52-16,0 0-268 0</inkml:trace>
  <inkml:trace contextRef="#ctx0" brushRef="#br0" timeOffset="111894.75">790 6574 3161 0,'-6'-1'103'0,"0"1"49"0,6 0-173 0,0 0-1 16,0 0 0-16,0 1 3 0,-21 22 9 0,13-12 8 16,-1 3 1-1,-2 3 1-15,-1 3 2 0,-2 2-2 16,0 2 2-16,-2 2-2 0,0 0 13 0,-3 0-6 0,2-1 1 15,-1 0-4-15,2 0 0 0,3 0-4 16,-1 1 2-16,1 0-2 0,0 0 3 0,0-3-3 0,1-3-1 16,2-1-7-16,0-3-50 0,0-2-104 0,3-2-19 15,1-3-33-15,1-1-120 0,5-8 964 0</inkml:trace>
  <inkml:trace contextRef="#ctx0" brushRef="#br0" timeOffset="112175.88">858 6499 2741 0,'0'0'179'0,"0"0"-141"16,0 0-36-16,0 0-11 0,0 0-2 0,0 0 5 31,0 0 0-31,0 1 0 0,16 18-3 0,-9-9 4 15,0 0-1-15,0 2 2 0,1 0 4 0,0 1 1 16,-1 1 0-16,0 0 0 0,0 0-1 0,-1 0 0 16,1 0 1-16,-1-1-1 0,-1 0 7 0,1 1-4 0,-1 0 0 15,0-1-2-15,0-1 3 0,-1-1-1 0,0-1-2 16,1-1 0-16,0 0 0 0,-2-1-1 0,1-1-52 16,-1-2 13-16,-3-5-216 0,0 0-132 0,1 0-183 0</inkml:trace>
  <inkml:trace contextRef="#ctx0" brushRef="#br0" timeOffset="112579.07">1109 6549 2739 0,'-7'-1'469'0,"2"2"-393"15,0 1 38-15,5-2-116 0,0 0-13 0,-1 0 3 16,-10 19 9-16,7-9-3 0,-1 3 18 0,-2 3-6 15,0 1-1-15,0 1-3 0,-3 1 4 0,1 1-4 16,0 3 3-16,0 0-4 0,2-1-5 0,0 0 7 16,1-2-12-16,-1-3 2 0,2-1-98 0,0-4-42 15,0-2-6-15,1-3-7 0,4-7-1 0,0 1-19 16,0-1 3-16,-1 1-12 0,0-1-30 0,-9-2 28 0,10-7 10 0,2-4 16 16,1-2 109-16,1 1 123 0,0-2 8 0,1 2 47 15,-1 1 77-15,0 1-6 0,0 1-8 0,-2 2 0 16,0 0-35-1,1 2-22-15,-3 7-4 0,0 0-7 0,0 0-39 0,0-1-24 0,0 1-6 0,0-1-7 16,0 1-27-16,1 0-2 0,-1 0 0 0,9 12 0 16,-8-3-3-16,-1 4 5 15,0 1 3-15,1 2 1 0,-1 2 12 0,1 1 4 16,-1 2 1-16,0 0 1 0,0 2-3 0,-2 4-9 0,1 2-8 0,1 1 0 0,1 3-19 0,1-1 4 31,0 1-1-31,1 1-14 0,1 1-200 0,1 0-228 16,2 2-138-16</inkml:trace>
  <inkml:trace contextRef="#ctx0" brushRef="#br0" timeOffset="114631.72">2699 3645 1992 0,'0'0'91'0,"0"0"-44"0,0-1 43 16,0 1-144-16,0-1 13 0,0 1-3 0,0 0 31 0,0 0 4 0,1 0 2 0,-1 0 0 0,0 0 7 31,1 0-6-31,0 0 6 0,-1 0-7 0,0 0 9 15,1 0-1-15,-1 0 4 0,1 0 1 0,-1 0-10 16,0 1 4-16,1-1-8 0,6 18-9 0,-7-18-101 16,0 0-13-16,0 0-47 0,-3 19-225 0</inkml:trace>
  <inkml:trace contextRef="#ctx0" brushRef="#br0" timeOffset="115258.86">3190 3262 2615 0,'-4'-5'93'0,"4"5"-47"0,0 0 44 16,0 0-177-16,0-1 10 0,0 1-12 0,0 0 54 0,1 0-2 15,0 0 12-15,-1 0-41 0,0-1-28 0,17-5-6 16,-17 6-7-16,0 0-30 0,0 0-100 0,0 0-60 16</inkml:trace>
  <inkml:trace contextRef="#ctx0" brushRef="#br0" timeOffset="117142.67">693 7947 20 0,'0'0'725'0,"0"0"-305"0,-1 0 375 16,0 0-763-16,-15 2 0 0,16-2-7 0,0 0-9 16,0 0 3-16,0 0-6 0,0 0 2 0,-1 0-10 15,1 0 4-15,0 0-7 0,-1 0 3 0,1 0 8 16,0 0 6-16,-1 0 1 0,0 0 23 0,1 0 12 0,0 0-4 0,-1 0 7 16,1 0-3-16,0 0 2 0,0 0 1 15,0 0 0-15,0 0-8 0,1 0-14 0,-1 0 1 0,16-3-7 16,-16 3-11-16,1 0 4 0,-1 0-7 0,20-8 6 15,-20 8-13-15,0 0-3 0,19-2 2 0,-19 2-2 16,1 0 1-16,19-6-6 16,-20 6 0-16,0 0-1 0,21-3 0 0,-20 3-1 0,-1 0 2 0,23-1-1 15,-13 1 1-15,-2-1 1 16,4 0-2-16,0 1 0 0,1-1 0 0,2 1 0 16,-2 0 0-16,1 0 0 0,-1 0 1 0,1 1 0 15,0-1 0-15,-1 1 0 0,0 0 1 0,-1 0 0 16,0 1 0-16,-1-1 0 0,2 2-5 0,0-1 3 15,2 0 0-15,0 1 1 0,1 0-1 0,2 1-2 16,-1 0-2-16,1-1 2 0,0 1 2 0,-2-3 2 0,2 2 2 16,-3-1-1-16,2 2-6 0,-1 0 3 15,-1 0-2-15,2 0 3 0,1 0 3 0,1-1 0 0,2 1-5 16,-1-2 2-16,-1 0-1 0,-1 0 1 16,1 0 2-16,-2 1 1 0,-1-1 9 0,-1 1 5 0,-1 0 3 15,0 0-1-15,2 1-3 0,1 0 1 0,1 0-5 16,1 1 2-16,-1-1-11 0,0 0 1 0,0 0-2 0,1 0 0 15,-1 0-3-15,-1 0 0 0,1-1 2 0,-1 0 0 16,2-1-2-16,2 2 1 0,2-2-2 0,0 0 2 16,0 0 4-16,-2-1-2 0,0 0-1 0,-1-1 0 15,-1 0 6-15,-2 0 3 0,1 0 5 0,0 1-2 16,1-1 3-16,3 1-5 16,-1 1-2-16,0-1-1 0,-1 0-7 15,-1 0 2-15,-1 0 3 0,-1 0-1 0,0-1 2 16,0 1-3-16,1-1-2 0,1 0 0 0,0 0 0 15,1 0-4-15,-1-1 3 0,1 1-2 0,-2-1 6 0,-2 1-4 16,0 0 1-16,-1 0-3 0,-1 0 3 16,0 1-3-16,0-1 0 0,-2 0-1 0,3 1 1 0,0 0 0 15,1 0 2-15,2 0-1 0,-1-1 0 0,0 1 1 16,0-1-3-16,-1 0 1 0,0 0 0 0,-1 0 0 0,0 0 4 16,0 0-4-16,-1-1-4 0,1 1 8 0,2 0-4 15,0 0 5-15,1-1-8 0,0 1 2 16,-1 0 0-16,0 0 1 0,0-1 2 0,-1 1-2 0,0 0 1 15,-1 0-3-15,0-1 0 0,0 1 3 0,0-1 0 0,2 1 2 16,1-1-2-16,1 0 6 0,0 0-4 0,1 0 4 16,-1 0-9-16,1-1 10 0,-3 1 0 0,0-1 4 15,-1 0-7 1,-1 0 2-16,0 0-7 0,1 0 5 0,0 1-4 16,1-1 0-16,1 1 4 0,-1 0-2 0,1 0 2 15,-2 0-4-15,0 1 0 0,0 0-1 0,-1 1-2 16,-1 0 5-16,-1-1-3 0,-1 2 5 0,0-1-8 15,0 0 6-15,0 1 0 0,2 0 2 16,-1 0-5-16,2 0 5 0,-2 0-6 0,1 0 3 0,-2 1-5 0,0-1 1 16,-1 0 2-16,-1 0-1 15,-2-1-2-15,0 0-212 0,-8-1-13 0,1 0-97 0,-1 0-311 0</inkml:trace>
  <inkml:trace contextRef="#ctx0" brushRef="#br0" timeOffset="118175.07">1007 7602 2791 0,'0'0'109'0,"0"0"-56"0,0 0-17 16,-1 0-74-16,1 0-25 0,0 0 36 0,0 0 1 15,0 0 12-15,0 0 10 0,-1 0-2 0,1 0 2 0,0 0-3 16,0 0-7-16,0 0 17 0,0 0-5 0,0 0 9 16,0 0-7-16,0-1 0 0,0 1-2 0,0 0 1 15,0-1 1-15,0 1-2 0,0-1 7 0,0 1-4 16,0-1 9-16,0 1-5 0,0-1 3 0,0 1-4 0,-1 0 1 15,0-1-7-15,1 1-2 16,-1-1-1-16,1 1 9 0,0 0-7 0,-1 0 5 0,1 0-4 0,-1 1 12 16,-7 18-6-16,7-11 1 0,-1 2-2 0,1 0 9 0,-1 2 0 31,-1 0-1-31,1 1 1 0,-1 0 6 0,2 1 2 0,-2-2 3 0,0 0-4 0,0-1-5 0,-1 0-7 31,2-1-1-31,0 0-2 0,-1-2 5 0,2-2-2 16,1-6 4-16,0 1-3 0,0-1 8 0,0 0-13 0,0 1-1 15,0-1-5-15,0 0-27 0,0 0-2 16,0 0 4-16,-6-17 0 0,7 6 30 0,-1-2 6 0,1 1 1 16,0-2 3-16,1 1 11 0,-1-1 0 0,0 0 3 15,1 1-2-15,-1 0 2 0,1 2-12 0,-1 1 4 0,0 1-6 16,-1 2 3-16,0 7 2 0,0 0-6 0,0-1 4 16,0 1-11-16,0-1-3 0,0 1 2 0,0-1-3 15,0 1 0-15,0-1-1 0,0 1-2 0,0 0 0 16,0-1-9-16,0 1 14 0,0 0-6 0,0 0 8 15,0 1-10-15,6 17 0 0,-6-9 6 0,1 1-3 16,-1 1 8-16,1 1-2 0,-1 2-4 0,0-1 1 16,0-1 6-16,0 2-6 0,0-4 3 15,0 0-3-15,0-1 4 0,0-2-3 16,0-7 1-16,0 0-1 0,0 1 1 0,0-1 0 16,0 1 0-16,0-1 0 0,0 1-7 0,1-1 5 15,-1 0-5-15,0 0 4 0,1 0-3 0,16-15-4 16,-17 15 6-16,6-16-4 0,-4 7 11 0,2-2-3 15,-2-1 1-15,1 1-2 0,1-1-1 0,-2 1 1 16,1 3-1-16,-1 2 2 0,-2 6 12 0,0 0 4 16,0 0 0-16,0 0 1 0,0 0-1 0,0 0-11 15,0 0 4-15,-1 10-6 0,-1 0-4 0,-1 4 3 0,0 1-3 16,-2 2 3-16,2 0-9 0,-1 3 4 0,0 1 0 16,2 1-6-16,-1 0-92 0,3 0-304 0,0 0-113 0</inkml:trace>
  <inkml:trace contextRef="#ctx0" brushRef="#br0" timeOffset="118926.07">2977 3859 144 0,'1'-7'114'16,"0"0"-54"-16,3 0 58 0,1 1-154 0,0 1-5 15,0-1-4 1,0 0 22-16,0 1-2 0,0 1 12 0,-5 4 21 15,0-1 19-15,0 1 10 0,0-1 4 0,0 1 53 16,0-1 35-16,0 1-5 0,0 0 11 0,0-1-36 0,0 1-27 16,0-1-19-16,-1 1-1 0,0-1-52 0,1 1-7 15,0-1 9-15,0 1-6 0,0 0 1 0,0-1-58 16,0 1-43-16,0 0-19 0,0 0-287 0</inkml:trace>
  <inkml:trace contextRef="#ctx0" brushRef="#br0" timeOffset="120682.25">2161 7671 135 0,'-10'-2'1044'0,"0"1"-446"15,3-1 538-15,7 2-1130 0,0 0-6 0,-1 0-9 0,-15-5 6 16,16 5-1-16,0 0 4 0,-1 0 0 0,-14-3-2 16,15 3-3-16,0 0 0 0,-1 0-7 0,0 0 0 15,1 0 4-15,-18 15-2 0,18-15 5 0,-9 15 1 0,4-6-3 16,0 2 3-16,0 0 4 0,0 0-7 0,0 3 5 16,2 0-4-16,-2 1 9 0,2 1-3 0,2 0 2 15,0 1-2-15,1-1 6 0,0 0-5 0,0 0 0 16,2-1-1-16,1-1-3 0,-1-1-4 0,2-2 0 15,0 0-1-15,1-2 4 0,0 0-1 0,0-3-3 0,-5-6 1 16,0 0 1-16,0 0 8 0,1 0 3 0,18 6 3 16,-19-6 7-16,0 0-9 0,1 0 0 0,15-19-1 15,-12 8 12-15,0-1 1 0,1-1 3 0,-2-2-3 16,1 0 3-16,-1-1 4 16,0-1 4-16,-1 2 0 0,0-1 3 0,-2 2-6 15,1-1-3-15,-2 1-2 0,1 1-8 0,-1 3 3 16,-1 2 0-16,0 0 1 0,-2 0-7 15,1 0-3-15,-1 1 0 0,0-1-1 0,0 2-4 0,0-1-1 16,0 0-2-16,1 0 0 0,-1 1-8 0,1 1-12 16,3 5 0-16,0 0-4 0,0 0 0 0,0-1 5 15,-1 1 0-15,0-1 1 0,-15-9 7 0,16 10-59 16,0 0-9-16,0 0-25 0,0 1-110 0,-12 18-117 16,9-10-55-16</inkml:trace>
  <inkml:trace contextRef="#ctx0" brushRef="#br0" timeOffset="120909.26">2408 7806 3087 0,'0'0'110'0,"-1"0"75"0,0 0-174 15,1 0-24-15,-1 0 11 0,1 0-15 0,0 0 14 0,0 0-3 16,0 0-3-16,0 1 1 0,0-1 3 0,0 19-5 16,0-19 6-16,0 0-5 0,0 1 4 0,6 17-132 15,-6-18 0-15,0 1-56 0,0-1-87 0,8 19-115 16,-8-19-74-16</inkml:trace>
  <inkml:trace contextRef="#ctx0" brushRef="#br0" timeOffset="121145.58">2667 7506 2956 0,'0'0'107'0,"0"0"-48"0,0 0-29 0,0 0 6 16,0 0-30-16,0 0 5 0,0 0 3 0,0 0 1 31,0 0-2-31,5 19-5 0,-4-10-1 0,0 3-1 0,-1 2 3 16,0 2 10-16,0 3 0 0,0 3 2 0,0 1-7 15,0 2 4-15,-1 2-4 0,0-1 3 0,-1 2-6 16,1 1-4-16,-1 1-1 0,0 2-1 0,0-2-2 0,1-2-1 16,-1-1-3-16,2-1-10 0,0-2-126 0,2 1-198 15,0-2-61-15</inkml:trace>
  <inkml:trace contextRef="#ctx0" brushRef="#br0" timeOffset="122924.65">2714 3676 87 0,'0'0'108'0,"0"0"114"0,0 0 26 0,0 0 7 16,0 0-50-16,0 0-61 0,0 0 5 0,0 0-12 15,0 0-22-15,0-1-39 0,0 1-4 0,0-1-14 16,0 1-20-16,0 0-7 0,0-1 1 0,0 1-4 0,0-1-6 16,0 1-5-16,0-1 0 0,0 1-2 0,0-1 5 0,0 1 20 15,0 0 5-15,0-1 4 0,0 1 10 16,0-1-1-16,0 1-6 0,0-1 3 0,0 1-2 0,0-1-7 15,0 1 5-15,0 0-7 0,0-1-12 0,0 1-18 16,1-1-3-16,-1 1-3 0,0-1-4 0,1 1 0 16,-1-1-3-16,0 1 1 0,0 0-1 0,0 0 3 15,0 0 4-15,0-1-3 16,0 1 4-16,0-1-6 0,0 1 3 16,0-1-3-16,0 1 1 0,0-1-7 0,0 1 3 15,0-1-3-15,0 1 9 0,0 0-6 0,0-1-4 16,0 1 1-16,0 0 2 0,0 0 0 0,0 0 1 15,0 0 0-15,0 0-2 0,0 0 2 0,0 0 0 0,0-1 1 16,0 1-1-16,0-1 1 0,1 1-3 0,-1-1 2 16,0 1-1-16,1 0 3 0,0-1-1 0,-1 1 2 15,0 0-5-15,1-1 0 0,-1 1 2 0,0 0-4 16,0 0-27-16,0 0-155 0,0 0-8 0,0 0-74 16,0 0-285-16</inkml:trace>
  <inkml:trace contextRef="#ctx0" brushRef="#br0" timeOffset="123810.11">4277 3260 2519 0,'-1'-5'90'16,"1"5"-47"0,0 0-5-16,0 0-55 0,0 0-16 0,0-1 17 0,0 1-5 0,0-1 10 0,0 1-6 0,0-1 0 15,0 1 2 1,0-1-1-16,0 1 7 0,0 0-3 0,0 0 6 16,0 0-2-16,0 0 13 0,0 0-4 0,0 0-1 0,0 0 0 15,0 0 2-15,0 0 15 16,0 0-4-16,0 0 8 0,0 1 1 0,0-1-4 0,0 1 0 15,0-1-3-15,0 1 4 0,0-1-9 0,0 1 3 16,0-1-5-16,0 0 1 0,1 1 0 0,-1-1 0 0,1 0-1 16,0 0 1-16,-1 0-2 0,0 0 3 15,1 0-3-15,16 7 1 0,-17-7-1 0,0 0 4 0,0 0-4 16,0 0 1-16,0 0-5 0,0 0-2 0,1 0 2 16,0 0-1-16,-1 0 9 0,0 0 7 0,16-10 0 15,-16 10 20-15,0 0-19 0,0 0-3 0,0 0-5 16,0-1-3-16,1 1 3 0,0-1-4 0,-1 1 4 0,0 0-4 15,1-1-6-15,11-15 5 0,-12 16-6 16,0 0 0-16,0 0-1 0,1 0 2 0,-1-1-1 0,1 1 1 0,16-10-1 31,-17 10-3-31,0 0 1 0,0 0 3 0,0 0-4 0,1 0 2 0,15-8-6 0,-16 8-2 0,0 0 5 32,0 0-41-32,1 0 12 0,-1 0-179 0,1 0-188 15,-1 0-115-15</inkml:trace>
  <inkml:trace contextRef="#ctx0" brushRef="#br0" timeOffset="124391.37">2014 4042 1284 0,'-4'-6'90'0,"0"1"-15"0,2-1-7 0,2 6-74 15,0 0-40-15,0-1-417 0</inkml:trace>
  <inkml:trace contextRef="#ctx0" brushRef="#br0" timeOffset="125708.64">870 8041 2158 0,'-5'-2'194'0,"5"2"-81"0,0 0 101 31,0 0-185-31,-1 0-7 0,0 0-3 0,1 0-19 15,0 0-4-15,-1 0-4 0,0 0-21 0,1 0 10 16,0 0 2-16,-1 0 3 0,1 0 12 0,0 0 2 16,0 0-1-16,0 0 1 0,0 1 10 0,0-1 0 0,17 18 5 15,-17-18-3-15,14 8 4 0,-5-4 1 0,-1-1-5 16,2 0 5-16,-1 0 1 0,-1-1-6 0,2 0 0 16,-3 2-2-16,1-2 1 0,-3 1 5 0,1 1 0 0,0 0 1 15,-1-1-2-15,-5-3-5 0,0 1 0 0,0-1-2 16,7 18 9-16,-7-18-6 0,0 1 13 0,0 22-10 15,-1-13 11-15,-2-1-2 0,-2 1-3 0,-1 1 1 16,0 0-4-16,-2 3-1 0,0-1 5 0,-1 0-2 16,-2 0-2-16,1-2 1 15,-1 0-7-15,0 0 6 0,-1 0-8 0,0-2 6 16,1 0-4-16,-2-1 4 0,2 0-10 0,0 0-1 16,2-1 2-16,1 0 0 0,0-1 4 0,4-1 22 15,4-5-7-15,-1 0 10 0,1 0-20 0,0 0-7 16,-1 1-4-16,0-1 1 0,1 1-8 0,0-1 2 15,0 1-3-15,0-1 3 0,0 1-3 0,0-1 3 16,17 8-2-16,-6-10 3 0,0-1-2 0,2-1 1 16,2 2 6-16,-2-1-3 0,1 1 6 0,0-2 1 15,0 1-5-15,0-1 3 0,-1 1-8 0,0 0 4 0,0 0-3 16,-1 0 3-16,-2 1-9 0,1 0 5 0,-1 1 1 16,1 0 0-16,-1 0-3 0,1 1 4 0,1-1-7 15,0 2 0-15,1 0-98 0,-1 0-145 0,0 1-38 0,0-2-60 16,1 0-403-16</inkml:trace>
  <inkml:trace contextRef="#ctx0" brushRef="#br0" timeOffset="127407.07">4219 3745 1176 0,'1'-5'184'15,"1"0"-69"-15,0 0 93 0,1 0-176 0,1 1-7 0,-4 4-9 16,0-1-13-16,0 1 1 0,1 0-4 0,-1-1 2 0,11-20-3 31,-11 21-3-31,0 0 0 0,1 0-2 0,-1 0 2 0,20-9 3 0,-20 9-2 0,0 0 9 0,1 0 3 31,19-8 4-31,-20 8-2 0,0 0 5 0,0 0 10 16,20-7-1-16,-20 7 5 0,1 0 7 0,-1 0-11 16,0 0 3-16,18-2-7 0,-18 2-12 0,0 0-2 15,0 0 1-15,0 0-1 0,0 0-2 0,0 0-4 16,0 0 1-16,0 1-1 0,0-1 8 0,0 1 2 16,0-1 0-16,0 0 2 0,0 1 6 0,0-1 3 0,0 1-3 15,0-1 2-15,0 1-5 0,0-1 2 0,-1 0-7 16,0 0 4-16,1 0-9 0,0 0 3 0,-18 1 6 0,18-1-4 15,0 0 5-15,-1 0 5 0,0-1-5 0,1 1 5 16,-1-1-9-16,1 1-5 0,0-1 1 0,-1 1-3 16,1-1 1-16,-1 1-7 15,1 0 1-15,0-1-1 0,0 1 1 0,0-1-1 0,0 1 3 0,0-1-2 16,-1 1 0-16,1-1 2 0,0 1-3 16,0 0 2-16,0-1-1 0,0 1-1 0,0-1 2 0,-1 1-1 15,1-1 5-15,0 1-6 16,0 0 0-16,-1 0-4 0,0 0 5 0,1 0-3 15,-1 0 2-15,1 1-1 0,0-1 4 0,-17 13 1 16,17-13-3-16,0 0 3 0,-1 0-2 0,1 0 7 0,0 0 0 16,-1 1 2-16,1-1 7 0,-19 9-6 0,19-9 4 15,-1 0-6-15,1 0 4 0,-17 1-3 0,17-1-3 16,-1 0 1-16,1 0 6 0,-20 3-13 16,20-3 9-16,0 0-10 0,-18 5 7 0,18-5-8 15,0 0 2-15,-18 7-2 0,18-7 7 0,0 0-5 0,-17 5 1 16,17-5-1-16,-1 0 1 0,1 0 5 0,-1 0-4 15,-15 6 4-15,16-6-7 0,0 0 3 0,0 0-7 0,0 0 4 16,0 0-1-16,1 0 5 0,-1 0 10 0,20 2-4 16,-19-2 4-16,15 2 0 0,-6-1-3 0,1-1 3 0,0 1 0 31,1-1-7-31,2 0 0 0,-1 0-2 0,-1 1 6 16,0 0-1-16,-1 0 0 0,0 0-1 0,0-1-1 0,0 1-1 15,1 0 4-15,-2 0-4 0,1 0-4 16,-3 1 4-16,0-1-3 0,-3 0 3 0,-5-1 3 0,1 0-4 15,0 0 8-15,-1 0-5 0,0 0 16 16,1 0 17-16,-1 0-4 0,0 0 11 0,0 0 4 0,0 0-15 16,0 0 3-16,-1 0-9 0,-23 4-11 0,13-5-4 15,0-1-3-15,0 0 1 0,-1 0 0 0,2-1-3 0,0 1 1 16,1-2-4-16,0 2-10 0,1 0 5 0,-1 0-2 16,1 0 3-16,-1 0-2 0,2 0-3 15,0 0 0-15,1 1-1 0,6 1-1 0,-1 0 1 16,1 0-2-16,-17-3 2 0,17 3-4 0,0 0-2 0,0 0 5 15,0 0-5-15,0 0-4 16,0 0-11-16,0 0 0 0,0 0-2 0,0 0 2 16,0 0 10-16,0 0 0 0,0 0 4 0,1 0 4 0,20 0-2 0,-12 1-2 0,0 1 0 15,2 0 1 1,0 0 4-16,-1 0 3 0,0-1-1 0,2 1 4 16,-2-1-3-16,0 0 1 0,0 0-1 0,0 0 6 15,-1 0-1-15,0-1 2 0,-1 0-1 0,-1 0 1 0,-7 0 9 16,1 0-6-16,-1 0 6 0,1 0-12 15,-1 0 17-15,0 0-2 0,1 0 8 0,-1 0 5 0,0 0-9 16,0 0 0-16,-10 4-3 0,0-3-3 0,0 1-10 16,-1 1 2-16,-1 0-5 0,1 0-3 0,-1 0-1 15,2 1-9-15,-1-1-3 0,1 1-84 0,-1 1-152 16,-2 0-33-16,1 2-68 0,-2 1-416 0</inkml:trace>
  <inkml:trace contextRef="#ctx0" brushRef="#br0" timeOffset="128557.45">2148 8243 1513 0,'0'0'241'0,"0"0"-92"0,-1 0 122 0,-15-2-226 16,16 2-12-16,0 0-10 0,0 0 9 0,0 0-8 15,0 0 10-15,-1 0-23 0,-20 2 1 0,21-2-1 0,-1 0 1 16,0 0 4-16,1 0 5 0,-1 0-2 0,-16 5 2 15,17-5 0-15,-1 0 0 0,0 0 1 0,1 0-2 16,-1 1-5-16,-16 12-8 0,17-13 3 0,0 0-6 16,0 1-6-16,-10 18-5 15,10-19-3-15,0 0 1 0,-8 22 1 0,6-11 3 0,0 1-1 0,0 1 3 0,1 1 9 16,1 0 0 0,-2-2 4-16,2 1-3 0,1-1-6 0,0-2-1 15,1 2-3-15,1-2 0 0,0-1-4 0,2-1 1 16,0-2-1-16,-1-1 1 0,-4-5 5 0,1 0-3 15,15 7 0-15,-16-7-1 0,1 0-4 0,19-5 16 16,-20 5 1-16,0 0 7 0,21-15 12 0,-14 8 2 16,1 0 1-16,0-1 0 0,-3 0-1 0,1-1-8 15,0 1 3-15,0 0-4 0,-1-2-5 0,1 1 2 0,-1 0-6 16,0-1 3-16,1 0-7 0,-2-1-4 0,1 0 0 16,-1 0 0-16,-1 0 11 0,0 1-8 0,-2-1 5 15,2 2-5-15,-3 0 10 0,1 1-11 0,-1 1 5 16,0-1-8-16,0 1 3 0,-1 0 4 0,-1 0 1 0,0 2 2 15,2 5 1-15,0 0 2 0,0-1-3 0,-9-15 3 16,9 16-1-16,0 0 4 16,0 0-1-16,-1 0 0 0,-15-9-14 0,16 9-17 0,-1 0 1 15,0 0-8-15,-16-2 0 0,17 2 11 16,0 0-5-16,-17 4 6 0,17-4-5 0,-1 0-19 16,-18 9 2-16,19-9-10 0,0 0-16 0,-1 1-50 15,1-1-13-15,-18 19-18 0,18-19-112 0,0 1-237 16</inkml:trace>
  <inkml:trace contextRef="#ctx0" brushRef="#br0" timeOffset="128823.8">2483 8346 3138 0,'0'0'138'0,"0"0"-114"0,0 0-23 0,0 0-19 16,0 0-31-16,0 0 35 0,0 0-10 0,0 0 16 15,0 0-17-15,0 0-23 16,0 0-19-16,0 0-6 0,0 1-81 0,0-1 35 16,0 1-11-16,0-1 12 0,0 1-65 15,0-1-6-15,0 0-12 0,0 1 1 0,0-1-60 0</inkml:trace>
  <inkml:trace contextRef="#ctx0" brushRef="#br0" timeOffset="129533.49">2734 8139 2617 0,'0'0'128'0,"0"0"179"0,0 0-244 15,0 0-62-15,0 0 9 0,0 0-28 0,0 1 13 0,0-1 1 16,0 1 3-16,0 17-3 0,0-18-3 0,0 0-6 16,0 0 2-16,1 1-3 0,13 18 13 0,-14-19-1 15,0 0 3-15,0 1-1 0,11 15 4 0,-11-16-3 16,0 0 3-16,0 1-3 0,1-1 8 0,11 19-3 16,-12-19-4-16,0 0 2 0,0 0 1 0,0 0 3 0,0 0 4 15,0 1-1-15,0-1 9 0,0 1 2 0,0-1-1 16,-2 18 1-16,2-18-6 0,-1 0 0 0,1 0-2 15,-18 13 1-15,18-13-3 0,-14 9-2 0,5-4 2 16,0-1-3-16,1 0-5 0,0 0 4 0,0-1-1 0,0 1 2 16,0-1-3-16,2 0 1 0,0-1 1 0,6-2 1 0,-1 0-5 31,1 0-2-31,0 0-2 0,-17 5 0 0,17-5-4 0,0 0-17 16,0 0 0-16,0 0-7 0,0 0-17 15,0 0 6-15,0 0 0 0,0 0 3 0,0 0 15 16,0-1 6-16,17-8 4 0,-17 9 1 15,15-7 10-15,-6 5-3 0,0-1-2 0,1 0 2 0,-1 0-2 16,1 1 6-16,0-1-3 0,0 2 3 0,2-1 2 16,-2 2-3-16,1 0 5 0,-2 2-5 0,0 0 10 0,0 1 8 15,-3 0-3-15,0 2 5 0,-3 0 4 0,0 2 1 16,-1 0-3-16,-1 1 2 0,-1 0-1 0,-1 2-1 16,-1 0 6-16,-1 2-4 0,-2-1-2 0,-1-1-2 15,0 1 2-15,-2-1-2 0,1 1-2 0,0 0 6 16,1 0-5-16,1 0 6 0,-3 1-5 0,1-1-3 0,0 0-3 15,-2 0-1-15,3 0-12 0,-2-1 5 0,2-1-1 16,0 0 3-16,1-1 1 0,0-1-10 0,0-2 1 16,5-5-5-16,0 1 3 0,0-1-11 0,0 1-10 0,-1-1-5 15,0 1-84-15,1-1-214 16,-1 1-34-16</inkml:trace>
  <inkml:trace contextRef="#ctx0" brushRef="#br0" timeOffset="130623.86">2143 4302 266 0,'0'0'127'0,"0"0"110"31,0 0 27-31,0 0-35 0,-1 0-58 0,1 0-117 0,-1-1 1 15,1 1-23-15,-14-19-25 0,14 19-2 16,0-1-7-16,-10-19 2 0,10 20-2 0,0 0-1 16,-6-17 4-16,6 17-1 0,0-1 4 0,-7-15-2 0,7 16 9 15,0 0-2-15,0-1 53 0,0 1 24 0,-7-18-2 0,7 18 9 16,0 0 2-16,0 0-7 0,0-1 1 16,0 1-6-16,0-1-12 0,0 1-26 0,0-1 5 0,0 1-13 15,0 0-1-15,5-16-16 0,-5 16 1 0,0 0-7 16,0 0-4-16,1 0 4 0,17-3-1 0,-18 3 1 15,0 0-8-15,18 4-2 0,-18-4-1 0,0 0 0 16,23 6-1-16,-14-3 2 16,1 1-4-16,0-1 3 0,0 1-2 0,0 0-3 15,0 0 4-15,0-1-2 0,2 0 5 0,-1 0-3 16,0 0 0-16,0 0-1 0,-2-2 4 0,2 2-4 16,-2-3-1-16,0 2 0 0,1 0 3 0,-1-3 1 0,-1 2-1 0,-1-1 0 0,2-1 0 0,0 0-6 31,0 1 5-31,0-1-5 0,-2 1 3 0,0-1-1 15,0 1-15-15,-1-1 3 0,-6 1-53 0,0 0-35 16,1 0-3-16,0 0-13 0,-1 0-32 0,0 0-80 16,0-1-59-16</inkml:trace>
  <inkml:trace contextRef="#ctx0" brushRef="#br0" timeOffset="130939.67">2363 4127 1777 0,'-5'-1'220'0,"5"1"-148"0,-1 0-2 0,0 0-49 15,1 0-20-15,-1 0 4 0,1 0 1 0,-17 4 1 16,17-4 4-16,0 0-4 0,0 1-2 0,0-1-1 16,0 0-7-16,-7 20 1 0,7-20 2 0,0 0 0 0,0 0 6 15,7 19-2-15,-7-19 3 0,0 1-3 0,0-1 5 16,21 18 7 0,-13-13-3-16,1-2 4 0,3 2-6 0,0 0-5 15,1-1 2-15,-2 0-3 0,0-1-3 0,0 0 0 16,-1 0 0-16,0 1 1 0,-1 1 4 0,-1-1-1 15,-1 1-2-15,-1-1 2 0,-6-4-2 0,1 0 16 16,-1 1 3-16,11 18 6 0,-11-19 22 0,0 1-4 16,-3 20 10-16,-2-13-5 0,0 1 19 0,-2 0-10 15,-1 1-8-15,-2 0 0 0,0 0-22 0,-3 1-8 0,1 1-1 0,-2-2-2 16,1 0-7-16,0 0-16 0,0-2 3 16,1-1-17-16,2-1-109 0,3 0-212 0,1-1-118 15</inkml:trace>
  <inkml:trace contextRef="#ctx0" brushRef="#br0" timeOffset="131540.54">3566 2986 1892 0,'0'0'231'0,"-1"0"-98"15,1-1 115-15,-1 1-278 0,1 0 2 0,0-1-10 0,-1 1 29 16,1-1 4-16,-1 1 5 0,1-1 7 0,-8-17 5 16,8 18-4-16,0 0 5 0,0 0 3 0,17-5 2 15,-17 5 0-15,0 0 1 0,19 0 1 0,-18 0-14 16,15-1 4-16,-7 1-6 15,1 1 3-15,1 0 0 0,1 0-3 0,-1 1 1 0,2 0-5 0,0-1 0 0,1 0 0 16,-2 0 2 0,0-1 0-16,0 1-2 0,-1 1 2 0,-1-1-2 15,-1 1 1-15,-2 0 4 0,-1 0-5 0,1 1 3 16,-7-3-12-16,0 0-79 0,0 0 8 0,1 0-38 16,-1 0-48-16,1 1-218 0</inkml:trace>
  <inkml:trace contextRef="#ctx0" brushRef="#br0" timeOffset="132507.47">3138 3288 915 0,'0'0'45'0,"0"0"81"16,-1 0-134-16,0 0-34 0,1 0 2 0,-1 0-11 0,1 0 19 16,0 0 28-16,-16 9 4 0,16-9 5 0,0 0 10 15,0 0 53-15,0 0 8 0,0 0 21 0,0 0 80 16,0 0-46-16,0 0-7 0,0 1-19 0,0-1-64 16,0 1 6-16,1-1-3 0,19 7 4 0,-20-7-6 0,0 0-5 15,18-1 2-15,-18 1-4 0,0 0-9 0,22-5 9 16,-22 5-5-16,16-5 6 0,-15 5-14 0,-1 0 8 15,23-6-5-15,-13 4 6 0,-1 0-9 0,2 0-12 16,0 0 4-16,0 0-6 16,2-1 2-16,-2 0-4 0,0 0 0 0,0-2-1 0,1 1 2 0,-3-2 2 0,0-1-2 15,-1 1 4-15,-1-2 4 0,0-1 2 0,-1-1-3 16,-1-3 2-16,-1 1-3 0,-1 0 9 0,0-1-5 0,-2 1 5 31,0 0-10-31,0-1 5 0,-1 0 5 0,-1 0-3 0,0 0 3 0,-3-2 6 0,0 1 1 0,0 0 3 31,-1-1 5-31,-1 2-6 0,0 0 1 0,-2 0-4 16,0 1-6-16,-1 0-7 0,-1 2-1 0,-1 0-2 16,-1 1-4-16,0 1-9 0,-2 1-7 0,-2 0 0 0,0 1-9 15,0 1-23-15,0 3 11 0,1 0-14 16,0 2 22-16,0 0 16 0,1 2-6 0,0 1 9 0,0 1-10 16,1 2-3-16,1 1 1 0,0 2-2 0,0 1-2 15,1 4 6-15,-1 1-5 0,-1 2 5 0,1 3-1 0,1 1 9 16,3 1-1-16,3 1 3 15,0 0-2-15,3-1-4 0,0 0 8 0,1 1-3 0,2 1 12 0,0 3-13 16,1 0-28-16,-1 0 0 0,1 0-127 0,3 0-138 16,0 1-67-16</inkml:trace>
  <inkml:trace contextRef="#ctx0" brushRef="#br0" timeOffset="133090.38">2575 4100 2136 0,'-5'-3'271'0,"5"3"-212"0,0 0-8 16,0 0-66-16,-1 0-45 0,0 0 17 0,1 0 6 15,-1 0 5 1,-11 19 24-16,9-11 0 0,-1 3 2 0,2 0 0 15,-3 2 8-15,0 0-4 0,2 3-3 0,-1-1 1 16,0 1 4-16,0 0-6 0,-1 2 2 0,2 1-4 0,0 1-1 0,0 0 9 16,1 0-2-16,1-1 4 15,1 0-5-15,1-2 0 0,0 1 3 0,2-3 0 16,1-1 11-16,0 1 5 0,1-3-3 0,0 0 3 0,1 1-7 16,-1-1 1-16,2 0-1 0,0-2 2 0,1-1 3 0,-1-1-3 15,1-3 2-15,-1 0-2 0,1-2 7 0,0-1-2 16,1-1 1-16,1-2-1 0,0-1 9 0,0-2-9 15,1-1 5-15,0-3-6 0,0-1 5 0,1-2-3 16,-2-2 4-16,1 1-2 0,-1-2 9 0,-2 0-1 16,0 0-1-16,-1 0 2 15,-2 0 6-15,0 0 10 0,-2 0-2 0,0-1 4 0,-2 0 3 16,-1 0-19-16,0 0 5 0,-3 1-10 0,1-1 5 0,-2 1-10 0,-2 0 0 16,0 1-4-16,-1 2 0 0,-1 2-6 0,0 0-1 31,-2 1-3-31,-1 3-10 0,0-1-31 0,-2 3-7 0,1 1-13 15,-1 1-74-15,0 1-108 0,0 2-43 0</inkml:trace>
  <inkml:trace contextRef="#ctx0" brushRef="#br0" timeOffset="135077.24">881 8584 1833 0,'0'0'271'0,"0"0"-109"0,0 0 139 0,0 0-257 0,0 0-18 16,0 0-7-16,0 0-16 0,0 0-4 0,0 0 2 15,0 0 1-15,-1 0-5 0,1 0 2 0,0 0-4 16,0 0 6-16,0 0 15 0,0 0 0 0,0 0 4 16,0 0 3-16,0 0 1 0,0 0-4 0,1 0 1 0,-1 0-4 15,17-3 3-15,-17 3-1 0,0 0 2 0,1 0 2 16,0 0-7-16,17 1 2 0,-18-1-5 0,1 0 0 0,-1 0 3 31,1 0 1-31,17 1 0 0,-18-1-7 0,1 0-3 16,0 0-3-16,-1 0 2 0,18 6-3 0,-18-6-2 15,1 0 4-15,0 0-4 0,-1 0 2 0,17 6-3 16,-17-6 1-16,0 0-1 0,0 0 9 0,0 0-5 16,1 0-2-16,17 12-1 0,-18-12-1 0,0 0 2 0,1 0 1 0,-1 0 0 15,16 9-3-15,-16-9 0 0,0 0-1 0,1 0 1 16,-1 0 2-16,17 10 3 0,-17-10-2 0,1 0 2 16,-1 1-2-16,16 13 2 0,-16-14-2 0,1 0 2 15,-1 0-3-15,1 1 5 0,13 16-2 16,-14-17 3-16,0 0-3 0,0 1 3 0,8 15 2 0,-8-16 1 15,0 0 4-15,0 1-5 0,6 16-1 0,-6-17-2 16,0 0-2-16,0 1 5 0,4 18-2 0,-4-19 3 16,0 1-5-16,0-1 3 0,0 18-3 0,0-18 3 15,0 1 0-15,0-1 2 0,-5 18 1 0,5-18 1 0,0 0 10 16,-1 0-5 0,0 1 5-16,-16 16-5 0,17-17 4 0,-1 0-2 15,-16 9 0-15,17-9 0 0,-1 0-1 0,-19 9-8 16,13-6 3-16,-2 0-5 0,1 3 3 0,0-3-7 15,-2 1 1-15,2 0-2 0,-1-2 3 16,1 2-4-16,1-2-3 0,-1 1-1 0,2 0 0 0,0-1-2 16,6-2 3-16,-1 0-3 0,0 0 9 0,1 1-7 15,0-1 6-15,0 1-6 0,-1-1 4 0,0 1-6 0,1-1-3 0,-9 16-1 16,9-16-4-16,0 0 1 0,1 0 3 16,-1 0-2-16,17 6 6 0,-17-6 0 15,0 0 0-15,17 5 1 0,-17-5 2 0,1 0 2 0,17 2 1 16,-18-2 1-16,1 0 4 15,21 2-3-15,-13-2 2 0,0 0-1 0,2-1 3 0,2 0 1 0,-1-1-2 0,2 0 2 16,1 0-4-16,2 0 1 0,-1-1-3 0,-1 2 0 16,0 0-7-16,-1 0 4 15,-2-1-1-15,0 1 1 0,-1-1-4 0,-1 0 3 16,0 1 3-16,-1 0-1 0,0 1 1 0,0 0-1 0,0 2-4 0,0-2 2 0,-1 0 0 16,1 0-2-16,0 0-1 0,0 0-11 0,1 2-103 15,0-1-228-15,2 1-55 0</inkml:trace>
  <inkml:trace contextRef="#ctx0" brushRef="#br0" timeOffset="136257.03">3093 4120 2000 0,'-5'-2'94'0,"5"2"-21"0,-1 0-3 16,0 0-58-16,1 0-20 0,-18 0-4 0,18 0 2 16,-1 0 0-16,0 0-4 0,-21 8 6 0,16-3-6 0,-1 2 7 15,1 1 0-15,-1 0 0 0,2 2 3 0,0-1-4 16,-1 2-1-16,1 0-3 0,0 1 3 0,0 1 0 16,2 0 14-16,0 0-9 0,-1 1 1 0,2-1-6 15,0 1 3-15,1-1 0 0,0 0 3 0,1 0-3 16,1 0 2-16,0 0 0 0,2 0-3 0,0 0 3 15,0 0 4-15,1 0 0 0,0-1 4 0,0 0-2 0,1 1-7 16,1-2 3-16,1 0-5 0,0 1 4 0,2-3 3 0,1 1-4 16,-1-1 0-16,0-1-3 0,1 0 4 0,0 0 7 15,-1-1 7 1,1-1 0-16,-1-1 12 0,0 0-9 0,1-2 4 16,-1 0-4-16,0-1 8 0,0-1-8 0,0-1 0 0,0-1-2 0,0-1-3 0,-1-2-3 15,3-1-1 1,-2-2-1-16,1 0-4 0,1-2 5 0,-1 0-3 15,2-3 4-15,1 0 3 0,-1 0 6 16,-1-1 3-16,-2 0 0 0,0-2 8 0,-1 1 1 0,-1 0 0 16,0-1 1-16,-1-1 3 0,-2-2-16 0,2 0 5 15,-3 0-8-15,1 1-2 0,-1-2-1 0,-1 0-5 0,-1 0 2 16,1-1-9-16,-2 3 11 0,0-1-2 0,-2 2 6 16,0-2-3-16,0 2 3 0,-1 1 2 0,-1 0 1 15,0 2 4-15,-1 1 1 0,0 2-2 0,-1-1 1 0,-1 1-1 16,-1 1-1-16,-1 2-7 0,-1 2 2 0,-1 1-22 15,-1 1-44-15,-2 0 6 0,-1 3-23 16,1 1-26-16,-1 3-10 0,1 1 2 0,-2 4-5 0,1 0-23 16,0 4-363-16</inkml:trace>
  <inkml:trace contextRef="#ctx0" brushRef="#br0" timeOffset="137240.65">2176 8672 1939 0,'-8'2'126'0,"1"0"3"0,-1 0 4 0,2 0-72 0,0-1-36 16,-5 1-15-16,4 1-8 0,2 0 6 0,-1 1-7 0,1 0 0 15,0 0 2-15,1 2-3 0,-1 0-8 0,1 0 14 16,-1 2 0-16,2 1 6 0,-1 1 6 16,1 0-7-16,0 2 0 0,0 0-1 0,1 2 9 0,0 2-7 31,2 0 1-31,0 1-4 0,0-1 2 0,0-1 4 0,2 1 0 0,-1-1 3 0,1-3 8 0,0 0-15 16,1-3 5-1,0-1-9-15,1-1 4 0,-1-2 3 16,-3-5-2-16,1 0 0 0,-1 0-13 0,1 1-1 0,18 6 2 15,-19-7-2-15,11-9 2 0,-5 2 13 0,0-1 0 0,1-2 8 16,-1 0 11-16,0-2 7 0,-1 0-3 16,1-2 4-16,0-1 3 0,-2 2-15 0,1 0 6 15,-2 0-10-15,1-1-8 0,-2-1-4 0,0-1-4 0,0 0 1 16,-1 0-5-16,-1 3-3 0,0 0 2 0,-1 1-2 16,-1 1 1-16,0 1 1 0,1 1 3 0,-2 1-1 15,0 0 4-15,-1 1-4 0,-1 0 0 0,1 1-1 16,1 0-4-16,-2 1-28 0,0 1 1 0,0 1-12 0,0 0-10 0,5 3-8 31,-1 0-11-31,0 0-1 0,1 0-50 0,-1 0-46 0,-14-1-13 0,15 1-18 0,0 0-123 16</inkml:trace>
  <inkml:trace contextRef="#ctx0" brushRef="#br0" timeOffset="137459.31">2315 8826 2522 0,'0'0'283'0,"0"0"-183"0,0 0-22 15,0 1-41-15,0-1-15 0,0 1 15 0,0-1-1 16,1 1 3-16,-1-1-24 0,18 14-18 0,-18-14-2 0,0 0-4 16,1 0 1-16,17 6-5 0,-18-6-4 0,0 0-7 0,17 5-86 15,-17-5-42-15,0 0-17 0,17 3-4 16,-17-3-54-16,1 0-91 15,-1 0-51-15</inkml:trace>
  <inkml:trace contextRef="#ctx0" brushRef="#br0" timeOffset="137693.87">2577 8611 2189 0,'0'0'161'0,"0"0"390"0,0 0-453 0,0 0-57 16,0 0 10-16,0 0-28 0,0 1 0 0,0-1-6 16,-1 1 0-16,-9 18-3 0,10-19-14 0,-4 16 3 0,2-6-2 15,0 3 3-15,-1 1 6 0,1 3 1 0,0 0 0 16,-1 3-2-16,2 2-12 0,-1 2 6 0,1 0-3 0,0 1 3 16,1 0-10-16,0 2-44 0,2 0-47 0,0 0-16 15,1 0-318-15</inkml:trace>
  <inkml:trace contextRef="#ctx0" brushRef="#br0" timeOffset="140183.81">2570 4492 1361 0,'0'0'133'0,"0"0"-49"0,0 0 66 0,0 0-119 0,0 0-6 0,0 0-3 31,0 0-4-31,0 0 4 0,1 0-3 0,-1 0 2 16,0 0 8-16,0-1 4 0,0 1 5 0,0-1 30 0,0 1-2 16,0-1-4-16,0 1 1 0,0-1-6 0,0 1-9 15,0 0 1-15,0-1-6 0,0 1-16 0,0 0-4 16,1 0 1-16,-1 0-1 0,0 0 8 0,21-5 6 16,-21 5-1-16,0 0 4 0,20-4-3 0,-19 4-15 15,-1 0 1-15,21-6-6 0,-21 6 3 0,0 0-7 16,19-3 0-16,-19 3-4 0,1 0-5 0,15-1 0 0,-16 1-1 15,1 0 0-15,-1 0-1 16,21-3-2-16,-21 3 1 0,1 0-1 0,15-2-1 0,-16 2 4 0,0 0-1 0,1 0 3 16,19-8 7-1,-20 8-6-15,1 0 5 0,-1-1-4 0,17-8 10 16,-17 9 3-16,0 0 0 0,0 0 0 16,0 0-7-16,0-1 4 0,0 1-1 0,0-1 2 0,0 1-2 0,0 0 4 0,0 0-6 0,0 0 4 31,0 0-8-31,0 0 3 0,0 0 1 0,0 0 0 15,-21 2-6-15,21-2 1 0,-1 0-1 0,-17 6 1 0,18-6 0 16,-1 0-2-16,-19 4 2 0,19-4-3 16,1 0 4-16,-22 4-5 0,22-4-2 0,-1 0 1 0,-21 2-2 0,22-2 7 15,0 0-6-15,-24 4 4 0,24-4-13 0,-1 0 9 16,-21 2-1-16,22-2 4 0,0 0-6 0,-18 4-4 16,18-4 4-16,-1 0-5 0,0 0 4 0,1 0 1 15,-17 5-1-15,17-5 1 0,0 0-2 0,0 0-6 16,0 0-5-16,0 0 1 0,0 0-10 0,0 0 1 0,0 0-1 15,0 0 3-15,1 0 17 0,0 0 2 0,16 2 3 16,-17-2-2-16,16-3 3 0,-6 3-1 0,-1-1-1 16,2-1 0-1,0 0 0-15,-2 0 5 0,0-1-2 0,0 0 2 0,-1 1-7 16,-1 1 2-16,0-1-1 0,-1 1 1 16,-6 1-2-16,0 0 4 0,0 0-2 0,1 0 3 15,-1 0-5-15,1 0 8 0,-1 0 2 0,1 0 2 16,-1 0 7-16,0 0 0 0,1 0 0 0,-1 0 0 15,0 0-4-15,0 1-1 0,-1-1 0 0,1 1-1 16,-22 12-2-16,22-13-5 0,0 0 0 0,-19 5-2 0,19-5-3 16,-1 0 0-16,1 0 1 0,-18 5-1 15,18-5 0-15,0 0 3 0,0 0-6 0,-1 0 2 0,0 0-10 0,1 1-5 16,-1-1-3-16,1 1-8 0,0-1-97 16,0 1-114-16,-1 15-24 0,1-16-35 0,0 0-159 0</inkml:trace>
  <inkml:trace contextRef="#ctx0" brushRef="#br0" timeOffset="141131.84">4266 3360 1362 0,'-4'-4'175'0,"4"4"37"0,0 0 6 0,-1 0-103 15,0-1-70-15,1 1-5 0,0-1 4 0,-1 1 5 16,1 0 24-16,-15-21-7 0,15 21-1 0,0 0-5 0,0 0-12 0,0 0-17 31,0 0 2-31,1-1-7 0,18-8-7 0,-19 9-11 16,0 0 2-16,19-3-6 0,-18 3 0 0,14 0-4 15,-5 0-1-15,1 1-1 0,1-1 2 0,0 1-4 16,1 0 3-16,1 1-3 0,-1-1 1 0,0 2-166 16,-1 2-1-16,-2 0-74 0,0 2-164 0</inkml:trace>
  <inkml:trace contextRef="#ctx0" brushRef="#br0" timeOffset="143598.96">873 9180 2351 0,'-5'0'140'0,"-2"0"-69"0,7 0-12 0,0 0-13 31,0 0-21-31,-1 0-11 0,-18 3-6 0,19-3 0 0,0 0-8 16,0 0-4-16,-1 0 4 0,1 0-4 15,0 0 2-15,-1 1 1 0,-15 12-2 0,16-13 3 16,0 0 0-16,0 1 1 0,-1-1-1 0,-12 19 2 16,13-19 0-16,0 1-1 0,0-1 3 0,-8 21-3 15,8-21 5-15,0 1-6 0,-6 20 0 0,5-12 0 16,0 0-1-16,-1 2 1 0,2-2 0 0,-1 1-1 0,0 1-4 0,1-3 1 16,0 2 1-16,0-1-1 0,2 0-1 15,0-1-2-15,0-1 4 0,1 1-4 0,-2-1 5 0,1 1-1 16,2-1 1-16,-1 0 2 0,2 1 7 0,0-2-7 15,0 1 3-15,3-2-4 0,0 0 4 0,1 2-3 16,2-2-1-16,0-1-1 0,0-1 0 0,2 0 0 16,0-3 0-16,0 2 0 0,0-3 2 15,-1-3-7-15,1 0 5 0,-1 0-4 0,-1 0 7 0,0 1-1 16,0-1-5-16,-1 0 2 0,1-2-1 0,0 3 4 0,-1-1 0 16,0-1 2-16,0 3-2 0,1-1 0 0,-2 1 0 15,0 1 0 1,-1-1-7-16,0 0-99 0,-1 0 6 0,-1-1-45 15,0 1-46-15,-6 2-60 0,0 0-35 0</inkml:trace>
  <inkml:trace contextRef="#ctx0" brushRef="#br0" timeOffset="144622.7">1016 9193 1608 0,'0'0'135'0,"-1"0"51"0,1 0 18 16,-1 0-56-16,1 0-36 0,-24 7-45 0,24-7-4 0,0 0-2 16,0 0-11-1,-1 1-12-15,-13 18 2 0,14-19-6 16,0 0-6-16,-12 21 6 0,8-12 4 0,-1 3 0 15,1 0 4-15,-2 3 1 0,-1 1 0 0,1 3 2 16,0-1 12-16,-1 2-28 0,1-1 2 0,1 3-12 16,0-1-15-16,1 2-8 0,0 4-5 0,1-2-1 0,0 3-3 15,1 4-131-15,-2-1-5 0</inkml:trace>
  <inkml:trace contextRef="#ctx0" brushRef="#br0" timeOffset="146340.37">4219 4492 1213 0,'0'0'107'0,"0"-1"-32"0,0 1 53 15,8-17-70-15,-8 17-1 0,0 0-4 0,0 0 7 16,0-1-6-16,0 1 2 0,1-1-25 0,-1 1 1 0,1-1-4 15,-1 1 2-15,1 0-3 0,-1-1-2 0,1 1 5 16,15-7-4-16,-16 7 3 0,0 0-8 0,0 0 1 0,0 0-3 16,0 0 8-16,1 0 21 0,18 6-3 15,-19-6 8-15,0 0-14 0,1 0 0 0,20 1-2 0,-21-1 1 16,1 0 2-16,19-3 1 0,-20 3 0 0,1 0-1 16,18-2-14-16,-19 2-8 0,1 0-6 0,20 0 1 15,-20 0-11-15,0 0 0 0,20 3 1 0,-21-3-4 31,1 0-57-31,18 3-186 0,-19-3-54 0</inkml:trace>
  <inkml:trace contextRef="#ctx0" brushRef="#br0" timeOffset="147986.84">2233 9146 2036 0,'-7'4'166'15,"-1"-1"-62"-15,1-1 83 0,2 0-156 0,5-2-11 16,-1 0-8-16,-18 4-18 0,19-4-3 0,-1 0-4 0,1 0-6 16,-18 12-10-16,18-12-1 0,0 0-4 0,-14 16-3 15,8-7 21-15,0-1 0 0,0 3 8 0,1 0 10 16,-1 0-1-16,1-1 3 0,1 1-2 0,-1 2 3 0,0 0 5 15,1 3-4-15,-1-1 5 0,2 0-1 0,1 2-5 16,1-1 6 0,0 0-6-16,1 0 3 0,0-3 12 0,1-1-6 0,1 0 6 0,2-2-19 0,-1-3 5 15,-3-7-1-15,1 1 1 16,0-1-6-16,16 16 3 0,-17-16-6 0,1 0 4 0,19-3-5 0,-13 1 4 16,2 0 5-16,0-2-2 0,1-3 10 0,-1 1 1 0,1-4-1 15,-1 0 2-15,0 0 7 0,-2-2-8 0,1-3-1 16,0 0-3-1,1 0 1-15,-1-1 3 0,-3 1 3 0,2-1-1 16,-3 0 6-16,0-1-7 0,0 3-2 16,-3-2-1-16,1 1-5 0,-1 3 6 0,-1-1 1 0,0 3 2 15,-1 0 1-15,-1 3 2 0,-1 0-2 0,1 2 1 16,-2 0-3-16,0 2 8 0,-1 1-4 0,-1-1 3 0,0 0-18 0,-1 0-4 16,-1 1-6-16,0 2 0 15,1-1-16-15,-1 1-9 0,0 3 2 0,0-1-6 0,1 1-6 16,0 0-27-16,0-2 0 15,7-1-14-15,0 0-37 0,0 0-38 0,-1 0-15 0,0 1-13 0,-13 17-125 0</inkml:trace>
  <inkml:trace contextRef="#ctx0" brushRef="#br0" timeOffset="148423.1">2532 9185 768 0,'0'0'109'0,"0"0"275"0,0 0 166 0,0 0-468 16,0 0-59-16,0 0-28 0,0 0 2 0,0 0-10 15,0-1 8-15,0 1 0 0,0-1 3 0,0 1-3 16,0 0 2-16,10-17-75 0,-10 17 6 0,0 0-32 16,0 0-18-16,0 0-77 0,0 0-92 0</inkml:trace>
  <inkml:trace contextRef="#ctx0" brushRef="#br0" timeOffset="149222.79">2594 9140 1779 0,'0'0'297'0,"0"0"-16"0,-1 0 53 0,1 0-177 16,-1 0-104-16,1 0-37 0,0 0-3 0,-1 0-10 0,1 0-10 15,-1 0-4-15,1 0-7 0,0 0 3 0,-1 0-21 0,0 0-57 16,1 1 16-16,-14 15-28 0,14-16 44 0,-4 18 21 31,1-6 6-31,1 1 6 0,-1 1 31 0,1-1 4 0,-1 1 5 0,0-1-2 0,1-1 10 16,0 0-9-16,-1-1 3 16,2-2-5-16,0 1 7 0,0-4-14 0,1 0 2 15,1 2-4-15,0-2 5 0,0 1-7 0,2-2 2 16,-1 1-5-16,2 0 3 0,0-1-5 0,1 1 1 15,0-1-3-15,0-1 0 0,1 0 6 0,0 0-2 16,2 1 2-16,-1-1 1 0,0 0-3 0,0-1 2 16,-1-1-2-16,0 0 10 0,0 1-5 0,-6-3 4 15,0 0-4-15,0 0 3 0,1 0-2 0,16 9 0 0,-17-9 1 16,0 0 6-16,0 0-2 0,0 0 2 0,0 0-2 16,0 0 7-16,0 1-12 0,0-1 1 0,0 1-4 15,0-1-7-15,-5 16-22 0,5-16-1 0,0 0-9 16,0 0-14-16,-22 7-30 0,22-7-7 15,-16 2-15-15,7 0-96 0,-1-2-416 0</inkml:trace>
  <inkml:trace contextRef="#ctx0" brushRef="#br0" timeOffset="149455.31">2585 9134 2461 0,'0'0'105'16,"0"0"53"-16,0 0-108 0,1 0-25 0,0 0 3 0,18 1-7 16,-19-1 9-16,1 0-17 0,20 2 0 0,-12-1-6 15,1 0-6-15,0-1 3 0,0 1-2 0,1 0 3 16,0 0-7-16,-2 0 3 0,1 1-1 0,-2 1 3 16,-1-1-2-16,1 2-44 0,-2 0-4 0,0-2-19 15,0 1-54-15,-2 1-45 0,0 0-7 0,1 0-19 0,-1 1-100 16</inkml:trace>
  <inkml:trace contextRef="#ctx0" brushRef="#br0" timeOffset="149756.01">2351 9191 2513 0,'-4'3'425'0,"4"-3"-200"0,0 0 39 0,-1 1-166 0,-10 16-120 16,11-17-14-16,0 1 2 0,4 15-4 0,-4-16 14 0,9 13-126 16,-2-6 9-16,3 0-58 0,3-3-73 0,2 0-177 15</inkml:trace>
  <inkml:trace contextRef="#ctx0" brushRef="#br0" timeOffset="155722.97">913 8048 789 0,'0'0'128'0,"0"0"-65"0,-1 0 67 15,1 1-186-15,-1-1 1 0,1 1-3 0,-10 15-101 16,10-16-83-16</inkml:trace>
  <inkml:trace contextRef="#ctx0" brushRef="#br0" timeOffset="156718.07">902 8081 1117 0,'-4'-2'103'0,"-3"2"267"0,7 0-311 0,0 0-6 15,-1 0-1-15,-16-5-1 0,17 5-9 0,0 0-19 0,0 0-3 16,-16-4-4-16,16 4-3 0,-1 0 3 0,1 0 4 0,-21 0-2 16,21 0 13-16,0 0 9 0,-19 2-1 0,18-2 4 15,1 0 12-15,-17 3 10 0,17-3 1 0,0 0 2 16,-1 0 5-16,-15 5-9 0,16-5 8 0,0 0-7 31,-1 0 11-31,1 0-16 0,-1 0-7 0,-16 3-2 16,17-3-22-16,0 0 5 0,0 0-10 0,0 0 5 15,0 0-21-15,0 0-5 0,0 0 3 0,0 0-5 0,0 0-1 16,0 0-4-16,0 0 4 0,1 0-4 0,-1 0 7 16,16 0-4-16,-16 0 1 0,0 0-2 0,16-1-3 0,-16 1 8 15,1 0-3-15,22-1 4 0,-12 1-4 0,1 0-1 16,0 0 1-16,1 1-1 0,0 0 2 0,-2 0 2 15,2 0-4-15,0 1 1 0,0 0-4 0,-1 0 5 16,1-1 0-16,-1 2 2 0,0-1-4 0,1 1 2 16,-1 1 0-16,1-1 2 0,0 0 3 0,0 0-3 15,1 0 0-15,-1 1-1 16,-1 1 0-16,0 0 4 0,-2 0 2 0,-1 0-1 0,-1 0 6 0,-3 1-1 0,1 1 2 16,-3-1-2-1,1 2 10-15,-2 0-1 0,-1 1 0 0,-1 1 0 16,-2 2 5-16,-1 1-6 0,0-1 0 0,-2 1-4 15,-1-1-7-15,-1 3 6 0,-1-1-7 0,-1 1 5 16,-3 1-5-16,2-1-2 0,-3 1 9 0,1 0-6 16,-1 1-2-16,1 1 2 0,2-1-5 0,-1 3 3 15,0-2-3-15,-1 0-1 0,1 1 0 0,1-1 0 16,-2-1-1-16,1 0 5 0,-2 0-2 0,0 0 2 0,0-1-3 16,-1 0-2-16,0 1 0 0,-1 1 0 0,1-1 9 0,0 0 7 15,1-2 3-15,2-1 1 0,0-1 7 0,3 0-12 16,0 0-2-16,2-1-4 0,-1-1 0 0,0-1-1 15,1-1 1-15,0 0-2 0,0-1 2 0,2-2-6 16,4-6 8-16,0 1-6 0,0-1 3 0,-8 17 1 16,8-17-6-16,0 0 5 0,0 0-6 0,0 0-2 15,0 1 0-15,0-1-1 0,0 0 5 0,21 11-3 0,-21-11 4 0,0 0-3 32,25-2 7-32,-14 0-8 0,1 0 1 0,4 0-2 15,1-2 4-15,3 1-3 0,3 0-1 0,-1 1-1 16,0-1-1-16,1 1 3 0,-3-2 1 0,2 1 1 15,-3-2-5-15,2 2 2 0,1-1-2 0,3 0 3 16,0 3 2-16,1-3-7 0,1 1 2 0,-4 2-4 16,0-2 4-16,-3 1-1 0,-1 0 3 0,0 1-1 15,1 0 8-15,0 2-7 0,0-1 0 0,-2 0-2 16,-1 0 0-16,-3 1 3 0,-1 0 1 0,0 0 1 16,-3 2 4-16,0-1-4 0,-2-1-2 0,0 1-1 0,-2 2-2 0,-1-2-1 15,-5-2 3-15,1 0-4 0,-1 0-47 0,20 12-190 16,-20-12-62-16,0 0-65 0,21 13-408 15</inkml:trace>
  <inkml:trace contextRef="#ctx0" brushRef="#br0" timeOffset="157493.97">2061 8227 2792 0,'0'0'105'0,"0"0"-55"0,0 0 0 0,18 2-57 16,-7-1-5-16,4-1 25 0,1-2 1 0,2 2 1 16,2-2-11-16,-6-2-2 0,9 2-1 0,2 0-1 15,0 0 6-15,0 1-3 0,0-2 1 0,-3 3-2 16,2 1-3-16,-1 0 1 0,0 0-2 0,1 2 2 0,-1 0 8 16,-1 1-4-16,-1 0 4 0,-2 0-3 15,-1 1-1-15,-3-1-2 0,1 2 1 0,-1-2-2 0,1 0 0 0,0 0 5 16,-2-1-6-16,-1 0 5 0,-1 0-2 0,-3 0-23 15,0-1-14-15,-2 1-12 0,-7-3-138 0,0 0-97 16,1 0-59-16</inkml:trace>
  <inkml:trace contextRef="#ctx0" brushRef="#br0" timeOffset="157756.16">2137 8693 3237 0,'0'0'47'0,"0"0"-17"0,0 0 109 0,0 0-115 15,0 0-40-15,11 1 15 0,2-2 1 0,2 1 5 16,2-1-3-16,2 0 3 0,2 0-6 0,0-1 4 16,1 0-2-16,1-1-1 0,-1 1 2 0,0-1-2 15,3 0 0-15,-1 0 2 0,1 1-2 0,0 0 1 16,-2 1-3-16,-3 1 4 0,-1 0-1 0,-1 0 3 0,-3 0-2 0,0 0-5 15,1 2-2-15,0 1-7 0,1-1-34 0,-1 2-64 16,1-1-10-16,1-1-25 0,-1 2-115 0,1-1-166 16,2-1-73-16</inkml:trace>
  <inkml:trace contextRef="#ctx0" brushRef="#br0" timeOffset="158455.57">3350 8440 2537 0,'-6'2'152'0,"-1"0"210"16,0 1-238-16,2 0-91 0,-1 0 10 0,2 1-38 16,-1 0-4-16,2 2-7 0,-1 0-5 0,1 2-1 0,-1 1-3 0,2 2-2 15,0 0 3-15,0 1-3 0,1 1 5 0,-1 1 0 16,2 0 5-16,0 1-1 0,1-2 12 15,1 0-4-15,-1-1 4 0,2-2-4 0,-1 0 4 0,2 0 3 16,-1-3 0-16,1 0 1 0,-1 0-3 0,1-3 2 0,-4-4-4 16,0 0 5-1,1 0-4-15,-1 0 0 0,20 6 1 0,-20-6 0 16,0 0 8-16,1-1-8 0,18-16 5 16,-15 9-7-16,1 0 1 0,0-2 2 0,-1 0-1 15,0-1 1-15,-1-1 1 0,0-1 1 0,1-2-2 0,-3 0 2 16,0-1 3-16,2 0-5 0,-3 1 6 15,0 1-6-15,0 0 2 0,-2 0 2 0,1 0-5 16,0 1 5-16,0 0-1 0,-2 1 5 0,1 2 0 16,-1 2 0-16,0 1-3 0,-1 2 14 0,1 1-4 0,3 4 8 15,-1 0-3-15,1-1-6 0,-16-8-1 0,16 9-4 16,-1 0-8-16,1 0-6 0,-21 1-2 0,21-1-2 16,0 0-17-16,0 1-30 0,-20 8-4 0,20-9-11 15,0 0-41-15,-1 0-58 0,1 1-5 0,-1-1-25 16,1 0-75-16,-15 17-136 0,15-17-162 0</inkml:trace>
  <inkml:trace contextRef="#ctx0" brushRef="#br0" timeOffset="158689.2">3475 8539 2073 0,'0'0'349'0,"0"0"-75"0,0 0 44 16,0 1-159-16,-5 16-105 0,5-17-16 0,0 1-4 16,0-1-2-16,10 16-11 0,-10-16-14 0,0 1-2 15,0-1-4-15,0 1-5 0,19 17 0 0,-19-18-13 0,0 0 3 16,0 1-52-16,0-1-26 0,1 1-3 0,15 9-11 16,-16-10-38-16,0 0-17 0,0 0-4 0,0 0-5 15,0 0-40-15,0 0-307 0</inkml:trace>
  <inkml:trace contextRef="#ctx0" brushRef="#br0" timeOffset="159106.37">3650 8264 3131 0,'0'0'279'0,"0"0"-162"16,0 0-9-16,0 0-53 0,0 1-49 0,-3 15-5 0,3-16 2 31,0 1-3-31,2 16-7 0,-2-17-2 0,2 16-1 16,-1-7-2-16,0 2-18 0,0 0-2 0,-2 1-3 15,-1 1 4-15,1 0 18 0,-2 1 16 0,1-2-2 0,-1 0 6 16,0-1-7-16,1 0 5 0,1-2 1 0,-1 0 0 16,1-1-6-16,0-1 1 0,1 0 0 0,0-1 2 15,2 0-2-15,-1-1 1 0,1 0-1 0,-2-5 1 16,0 0-3-16,0 1-10 0,14 16 0 0,-14-17-2 15,0 0 2-15,16 12 1 0,-8-9 3 0,1 0-3 0,1 0 3 16,0 0 7-16,-1-1-3 0,2 0 4 0,-1-1-1 0,1-1 0 16,0 1 0-16,1 0 0 0,-1-1 0 0,1 1 0 15,0-1 2-15,-1 0-1 0,-1-1-3 0,2 1 2 16,-3-1-2-16,2 1 3 0,-2 0-1 0,0 0-7 16,0 0-19-16,-1 0 3 0,2-1-53 0,-3 0-13 15,-1 1 6 1,1-2-12-16,-1 0-4 0,-1 1-22 0,-5 1 5 0,0 0-12 0,1-1-17 15,-1 1-14 1,13-21-3-16,-13 21-2 0,0-1-7 0,2-21-51 0,-2 21-45 16</inkml:trace>
  <inkml:trace contextRef="#ctx0" brushRef="#br0" timeOffset="159361.67">3939 8318 1369 0,'-6'-3'228'0,"0"1"84"0,-1-1 26 0,0-1-107 15,-2 0-101-15,3 1-7 0,0 0-11 0,0 1 2 0,0 1-42 16,0 0-15-16,0 1-4 0,0 1-2 0,1 0-15 16,5-1-23-16,-1 0 4 0,1 1-9 0,-18 14 13 15,13-8-5-15,1 2 7 0,-1 3-4 0,1 1 15 0,0 3 4 16,0 1 3-16,0 2 2 0,0 2 14 0,-1 3-7 16,2 1-3-16,-2 1 0 0,2 1-9 0,-1 0-26 15,1-2 8 1,-1 1-15-16,1-1 1 0,0-2-14 0,0 2-17 15,-1-1-5-15,1 1-116 0,-1 0-173 16,1 0-36-16,0 2 54 0,-1 3 1075 0</inkml:trace>
  <inkml:trace contextRef="#ctx0" brushRef="#br0" timeOffset="162388.68">464 7185 2289 0,'0'0'100'0,"0"0"-30"0,-1 0 3 0,0 0-39 0,1 0-19 0,0 0-24 15,-1 0-4-15,1 0-9 0,-1 0-8 0,-17-2 23 0,18 2 2 16,0 0 5-16,0 1-7 0,0-1-1 16,7 18-2-16,-7-18 3 0,0 0 7 0,0 1 11 15,0-1 4-15,12 16 4 0,-12-16 15 0,0 0-4 16,1 1 6-16,-1-1-3 0,0 1 26 0,17 15-11 0,-17-16 3 0,1 0-8 15,15 10-10-15,-16-10-5 0,15 4-2 16,-6-1-1-16,1-1-6 0,1-1-9 0,2 1 6 0,0-1-6 16,2 0 2-16,2-2-2 0,3 0-6 0,4-1 3 15,-1 0-7-15,0 0 1 0,1-1 0 16,-1 1 3-16,-1-1 0 0,1 1-1 0,0 0 3 0,1 0-3 16,2 0 6-16,0 1 2 15,-1 0 7-15,0-1-2 0,-3 1 15 16,0 0-15-16,-1 0 0 0,-1 0-4 0,0 0 4 0,0 1-4 15,-3 0-1-15,1 0-1 0,-1 1 2 16,-2 1-7-16,-3 0 6 0,-1 1-6 0,-1 0 1 16,-2 0 2-16,-1 2-5 0,-1-1 4 0,-2 1-4 0,2-1-40 15,-2 1-31-15,-4-5-20 0,1 0-249 0,0 0 834 16</inkml:trace>
  <inkml:trace contextRef="#ctx0" brushRef="#br0" timeOffset="164243.12">8517 7423 2702 0,'0'0'154'0,"0"0"-52"0,0 0 72 0,0 0-166 0,0 0 0 31,1-1-15-31,16-16 24 0,-17 17 0 0,1 0 6 16,22-8-8-16,-15 5 3 0,1 0 4 0,-1 1-1 15,1-1 5-15,-1 0-5 0,-1 1 0 0,1 0-1 16,-1 0 6-16,0 0-3 0,-1 0-2 0,-1 2-1 0,-5 0-7 16,1 0-1-16,0 0-4 0,17-5 2 0,-18 5-3 15,1 0-1-15,0 0 1 0,-1 0-2 0,0 0 0 0,17-2-5 16,-17 2 1-16,0 0-5 0,0 0-50 0,1 0-62 15,-1 0-17-15,1 0-18 0,0 0-89 0,-1 0-101 16,0 0-33-16</inkml:trace>
  <inkml:trace contextRef="#ctx0" brushRef="#br0" timeOffset="164522.7">8486 7671 2938 0,'0'0'378'0,"0"0"-240"0,0 0-18 0,0 0-67 16,0 0-70-16,17-2 19 0,-7 0-6 0,3-1 11 0,-1 1 3 0,1 0-6 16,0 0 3-16,1 0-5 15,-1 0-2-15,1-1 2 0,0 0-2 0,0 1 1 0,-2-1 3 16,1 1 0-16,-3 0-3 0,1 0 1 0,-2 0 2 0,0 0-2 15,-1 0 5-15,0 1-5 0,0 0-2 0,-1 1 5 16,-1 0-3-16,-6 0 3 0,1 0-9 0,-1 0-17 16,19 1-14-16,-19-1-7 0,1 0-101 0,-1 0-188 15,19 6-48-15</inkml:trace>
  <inkml:trace contextRef="#ctx0" brushRef="#br0" timeOffset="166139.12">8976 7285 2851 0,'0'0'178'0,"-1"0"-30"0,1 0-17 0,0 0-129 16,-15 18-74-16,15-6 26 0,0 1-3 0,1 3 26 16,0 2 28-16,-4-3 0 0,4 6-3 0,-1 2 0 0,0 0-3 15,0 1-2-15,0-1 3 16,0 0-3-16,1 1 4 0,-2 0 3 15,1 0-2-15,-2 1 2 0,-1-2 0 16,0 0-4-16,-1-1 3 0,0-1-3 0,1-1 10 0,-1-2-10 16,0 0 2-16,1-3-5 0,0-1-4 15,1-2-98-15,-1-2-4 0,1-2-44 0,2-8-120 0,0 0-176 0</inkml:trace>
  <inkml:trace contextRef="#ctx0" brushRef="#br0" timeOffset="166321.76">9075 7513 2239 0,'0'0'380'0,"0"0"-190"0,0 0 20 16,0 0-103-16,0 0-85 0,0 0 7 0,0 0-5 0,1 0 2 15,-1 0-22-15,1 0-5 0,-1 1-7 0,1-1-1 16,10 18-28-16,-11-18-149 0,0 0-2 0,0 1-67 16,0-1-163-16</inkml:trace>
  <inkml:trace contextRef="#ctx0" brushRef="#br0" timeOffset="166705.43">9266 7441 2547 0,'0'0'432'0,"0"0"-223"16,0 0 36-16,0 0-149 0,0 0-96 0,-1 0-4 15,1 0-2-15,-1 1-2 0,1-1-10 0,-13 21-11 0,13-21 5 16,-4 16-7-16,2-6 5 0,0 3 7 0,0-1-2 16,0 5 4-16,0-1 7 0,1 2 4 0,-2 1 0 0,2 0 2 15,1-1 4-15,0-1-6 0,2-1 4 16,0-2-6-16,3-2 7 0,0-1-1 0,0-2 2 0,1-4 0 16,0-1 3-16,0-1 6 15,-1-2 0-15,2-2 4 0,0-1 11 16,-1-3 10-16,2 0-5 0,-1-3 8 0,1-1-1 0,-1-2-3 15,1-2 5-15,-1-2-5 0,0 0 4 16,-1-2-4-16,0-1-2 0,-3 0 0 0,0 1-5 0,-1 0 1 16,-2-1-5-16,0 0 2 0,-1 1-20 15,0-2-5-15,-1 2 1 0,-1 2-4 0,0 2-8 0,-2 2 1 16,0 2-1-16,-2 1 2 0,-1 2-7 0,0 1-3 16,0 1-7-16,-2 3 0 0,0 0-40 0,0 1-24 15,1 1-3-15,-1 3-15 0,2 0-97 0,0 1-179 16,1 3-51-16</inkml:trace>
  <inkml:trace contextRef="#ctx0" brushRef="#br0" timeOffset="166871.41">9440 7563 2917 0,'0'0'127'0,"0"0"182"0,0 1-291 0,0-1-11 0,6 17 3 0,-6-17-7 16,0 0-5-16,7 17-38 0,-7-17-27 0,0 1-11 15,0-1-161 1,11 18-90-16,-11-18-20 0,0 0-64 0,0 0-539 16</inkml:trace>
  <inkml:trace contextRef="#ctx0" brushRef="#br0" timeOffset="167088.47">9556 7273 3057 0,'0'0'125'0,"0"0"121"0,0 0-222 0,0 0-15 16,0 1 0-16,-4 17-4 0,4-18 9 0,0 16-7 0,0-5 5 16,0 5-7-16,0 2 6 0,0 2-5 0,-1 3 0 15,-2 2 0-15,1 2 0 0,-1 1-2 0,0 2-4 16,0 2 0 0,-1 1-6-16,1 1 5 0,-1 0-2 0,0-1-1 15,2-1-53-15,0-3-83 0,1-1-2 0,0-2-31 16,1-1-53-16,2-3-38 0,-1-3-20 0,2-4-21 0,0-3-224 15</inkml:trace>
  <inkml:trace contextRef="#ctx0" brushRef="#br0" timeOffset="167388.54">9610 7522 3413 0,'0'0'200'0,"0"0"-159"0,0 0 3 16,15 7-60-16,-5-4-28 0,5 2 37 0,3-1 3 0,-2-1 8 15,2 2 0 1,-1-1-2-16,0 0 0 0,1-1 0 0,0 0 7 15,-1-1-10-15,-1 1-4 0,-1 0-4 16,-1-1-24-16,0 0-18 0,0-1-7 0,-2 0-3 16,0-1-25-16,-2-1-32 0,1 0-4 0,-2-1-15 15,0-1-57-15,-1 0-113 0,1-1-26 0</inkml:trace>
  <inkml:trace contextRef="#ctx0" brushRef="#br0" timeOffset="167606.38">9848 7358 3218 0,'0'0'262'0,"-1"0"-187"16,1 0-19-16,-1 1-48 0,-9 20-20 0,11-10 12 0,1 2 0 16,-2 4 4-16,1 4-4 0,0 2 0 0,0 1-1 0,-1 2 1 15,0 1 0-15,0 2 1 0,-1 1-4 0,-1 1-2 16,1 1-58-16,-1-1-137 0,0-1-11 0,0-1-52 31,0-1-129-31,-1 0 995 0</inkml:trace>
  <inkml:trace contextRef="#ctx0" brushRef="#br0" timeOffset="168405.54">10007 7286 1502 0,'0'0'213'0,"0"0"541"0,0 0 311 0,0 0-917 15,0 0-152-15,0 1-14 0,0-1-1 0,0 1-2 16,0-1 17-16,4 18-5 0,-4-18-2 0,0 0-2 0,0 1-16 16,18 15 22-16,-11-9-3 0,2-1 10 0,0 2-2 15,3-1 7-15,-1 0-4 0,0 1 5 0,2 1-7 16,-2 0 4-16,0 0 2 0,-3 1 2 0,0-1 0 0,-2 1 3 15,-2 0-5-15,0-1 4 0,-3 1-6 0,0 0 0 16,-1 1 1-16,-2-1-1 0,0 1-2 0,-2-2-1 16,-1 3 2-16,-2-2-1 0,-1 1-1 0,-1 1 6 15,-1 0-6-15,0-1 8 0,0 0-6 0,0 0 3 16,0-1 2-16,1-1-1 16,1 1 7-16,0-1-3 0,1 0 4 0,2 0-5 0,0-1 0 0,2 0-6 0,1-1-2 15,0 0 1-15,1 0-4 16,2 0 4-16,1-2 0 0,-2-5 2 15,0 1-4-15,0-1 1 0,16 20-2 0,-7-15 1 16,1 0 0-16,2-1-1 0,0 0 3 0,1-3-2 16,-1 0 3-16,1 1-26 0,0-1 2 0,-2 0-18 0,0 1-55 15,-1-3-104-15,2 0-15 0,-1-2-36 16,1 1-118-16,1-2 957 0</inkml:trace>
  <inkml:trace contextRef="#ctx0" brushRef="#br0" timeOffset="168578.29">10338 7531 3124 0,'0'0'336'0,"0"0"-242"16,0 0 4-16,0 0-84 0,0 0-19 0,0 0-6 16,0 0 2-16,0 0-7 0,0 1-48 0,0-1-139 15,0 1-9-15,0-1-52 16,0 1-106-16,5 15-268 0</inkml:trace>
  <inkml:trace contextRef="#ctx0" brushRef="#br0" timeOffset="168974.16">10460 7543 3590 0,'0'0'47'16,"0"0"-54"-16,0 0-18 0,0 0-3 0,-3 17-2 0,3-17-6 15,-2 15 0 1,2-5-3-16,-1 1-5 0,1 0-11 0,-2 0 12 0,2 1-8 0,-2 1 39 0,1-1 14 16,1 1-6-16,0-3 6 0,2 0-2 0,0-1 7 15,2-3 4 1,1 0 2-16,0-2 7 0,1 0 4 0,1-1-3 0,1-3 2 15,3 0-7-15,1-2 3 0,1-1-2 0,1-1 2 16,2-2-1-16,-3-1 8 0,1-2 1 16,-1-2 1-16,-1 1 4 0,0-1-2 0,-1 1 2 15,-3-2-3-15,-1 1-8 0,-1 0-10 0,-2-2 2 0,-3 0-4 16,1 0 1-16,-3-1-6 0,0 1 0 0,-2 0-1 16,-2 0-2-16,-1 2-2 0,0-1-2 0,-3 2 0 15,1 0-5-15,-1 1 0 0,-1 2-4 0,0 1 1 0,-1 0-20 16,2 2-44-16,0 1-13 0,1 1-16 0,0 0-110 0,2 2-183 15,0 0-66-15</inkml:trace>
  <inkml:trace contextRef="#ctx0" brushRef="#br0" timeOffset="169150.33">10725 7645 3051 0,'0'0'522'0,"0"0"-447"0,0 0 36 16,0 16-111-16,0-16-26 0,0 1-65 15,9 16-10-15,-9-17-30 0,0 1-144 0,0-1-208 0,0 0-87 16</inkml:trace>
  <inkml:trace contextRef="#ctx0" brushRef="#br0" timeOffset="169421.64">10937 7339 2873 0,'0'0'491'0,"0"0"-366"15,0 0 41-15,0 0-126 0,0 1-40 16,-6 15-2-16,4-8-3 0,-2 2 2 0,0 3 0 0,-1 2-9 16,-2 3 1-1,1 1-3-15,-1 2 9 0,-2 0 3 0,0 0 1 0,0-1 0 16,2 1 1-16,1 1-4 0,3-2 2 15,1 1-4-15,2-1 4 0,1-3 6 0,2-1-1 16,3 0 3-16,0-1-3 0,2-1-2 0,4-2 4 0,-1-2-2 16,4 0 3-16,1-2-6 0,1-1-7 0,3-1 0 15,-1-2-24-15,-1-4-32 0,1 1-3 16,-1-3-14-16,-2 0-32 0,0-2-42 0,0 0-5 0,-1-2-17 16,-1-1-66-16,0-4-80 0,-2-2-65 0</inkml:trace>
  <inkml:trace contextRef="#ctx0" brushRef="#br0" timeOffset="169644.52">11030 7427 2512 0,'0'6'219'15,"-1"0"678"-15,0 3-879 0,-1 1-14 0,1 3 3 0,1 5-5 0,-1 0 6 0,-1 5-4 16,-1 0-4-16,-1 3 0 15,-1 1-13-15,-2 3 5 16,1 0-3-16,-2 0 4 0,0 0-9 0,0 0-45 16,1 0-3-16,-1-1-21 0,1-2-65 0,2-2-62 15,1-3-6-15,0-1-20 0,2-1-48 0,0-2-208 0</inkml:trace>
  <inkml:trace contextRef="#ctx0" brushRef="#br0" timeOffset="170005.55">11126 7602 3003 0,'0'0'270'0,"0"0"-176"15,0 0-19-15,0 0-40 0,0 0-8 0,1 0 5 0,-1 1-2 16,18 9-1-16,-18-10-33 0,13 5 1 0,-4-2-3 16,1 1 3-16,1-1-4 0,0 0 6 0,1 1-1 15,0 0 2-15,-2 0 0 0,2 0-4 0,-1-1 4 0,0 0-2 16,0 1 3-16,0 0-18 0,0 0-4 0,0 0-7 15,1 1-19-15,-2-2-24 0,1 1-6 0,1-1-8 16,-3-3-49-16,3 1-92 0,-2-1-23 0,0 0-39 0,0-2-237 16</inkml:trace>
  <inkml:trace contextRef="#ctx0" brushRef="#br0" timeOffset="170216.63">11267 7456 3331 0,'0'0'114'0,"0"0"60"0,0 1-172 0,-4 21-8 16,4-14 6-16,-1 3-8 0,0 0 13 0,-1 4-10 0,1 1-2 16,0 4-5-16,-2 2-6 0,1 2 8 0,-1 1 0 15,-1 2 2-15,1 1 0 0,-1 0-91 0,1 0-1 16,0-1-41-16,0-1-111 0,2-1-93 0,0-1-34 15</inkml:trace>
  <inkml:trace contextRef="#ctx0" brushRef="#br0" timeOffset="170521.75">11612 7419 3424 0,'0'0'31'16,"0"0"-25"0,0 0-4-16,-1 0-2 0,-16 18 6 0,12-9-6 15,-3 2 1-15,0 3-3 0,1 0-7 0,-2 1 0 16,3 1 3-16,-1 0-1 0,0 3 6 0,1 1 2 0,-2-1 1 16,3 1 2-16,0-1-3 0,2 0 1 0,2 0-2 15,0-1 1-15,2 0 2 0,1-1 4 0,1-3 3 16,3 1 1-16,0-2-5 0,3 0 1 15,0-2-4-15,3-1 4 0,-1-1 0 0,1-1-8 0,1 0 1 16,1-2-5-16,1-1-7 0,0-2-6 0,-2 0-7 0,1-2-2 16,-1-1-40-16,-1 0-56 0,-1-1-8 0,0-2-21 15,-1 0-75-15,0-4-95 0,0-2-46 0</inkml:trace>
  <inkml:trace contextRef="#ctx0" brushRef="#br0" timeOffset="170739.61">11646 7463 3060 0,'0'0'325'0,"0"0"-245"16,-7 20-6-16,5-11-73 0,0 4-4 0,0 2 6 16,-3 3 1-16,-1 3 3 0,0 1-7 0,-1 2-1 0,-1 3-4 15,1 0 3-15,-1 2 2 0,0-2 0 16,1 0 0-16,0 1 0 0,0 0 0 0,1 0-39 0,-1-1-9 15,0-3-15-15,1-1-81 0,4-3-35 0,-2-2-7 16,2 0-11-16,1-2-56 0,1-3-173 0</inkml:trace>
  <inkml:trace contextRef="#ctx0" brushRef="#br0" timeOffset="170939.53">11768 7643 1682 0,'-3'6'238'0,"3"-6"520"15,0 0 384-15,0 1-1071 0,1 19-90 0,-1-19-19 16,5 14-1-16,-1-7-9 0,-1 0-52 0,-3-8-189 16,0 0-22-16,0 1-76 0,7 15-279 0</inkml:trace>
  <inkml:trace contextRef="#ctx0" brushRef="#br0" timeOffset="171338.07">11957 7716 3253 0,'0'6'53'0,"2"2"-64"15,-2-1-12-15,2 4-7 0,0 1 24 0,-2 0-7 16,2 3-15-16,-2-2-1 0,0-2-88 0,-1-2 8 16,2-1 6-16,-1-8 8 0,0 0 71 0,0 1 29 15,6 15 6-15,-6-16 7 0,0 0 22 0,0 0 16 16,1 0 2-16,19 1 4 0,-20-1-11 0,0 0-18 0,18-9 0 15,-10 4-5-15,1-1 0 0,-1-3-1 0,1 1-5 16,-1-2 3-16,0-1-6 0,-1-1 0 0,-2-1-2 16,-2 0 0-16,1-1-16 0,-3 0 3 0,-1-3 1 0,-1 0 2 15,-3-1 8-15,-1 2-6 0,-3 1 2 0,0 3 0 16,1 2 31-16,-1 3-5 16,1 1-1-16,0 1-4 0,0 1-25 15,1 1-18-15,-1 0-5 0,1 2-9 0,2 1-53 16,4 0-70-16,-1 0-21 0,0 0-25 0,-17 5-143 0</inkml:trace>
  <inkml:trace contextRef="#ctx0" brushRef="#br0" timeOffset="171505.11">12180 7762 3255 0,'2'5'105'0,"0"0"39"0,1 2-159 0,0-1-14 16,1 1-26-16,-2 1 0 0,1-1-136 0,-3-7-183 0,0 0-22 16</inkml:trace>
  <inkml:trace contextRef="#ctx0" brushRef="#br0" timeOffset="171855.05">12312 7577 2916 0,'0'0'133'0,"0"0"202"0,0 0-319 15,0 0 3-15,0 0 3 0,0 1-1 0,-1 17 1 0,1-18-24 16,0 1-2-16,-2 17-8 0,2-18-8 0,0 0 7 16,-6 24 2-16,4-15 2 0,0 1 4 0,1 0 0 15,0 1 3-15,1 0-2 0,0-1 4 0,2 1 0 16,0 0-1-16,3-2 0 0,0 2 7 0,0-2-3 15,2 1 1-15,0 1-1 0,0 0 1 16,2 1-3-16,-1-1 2 0,1 2-1 0,0-1 4 0,0 1-4 16,1 0-4-16,-2 1-1 0,1-1-17 0,1 1 4 0,-2 1 0 15,0-1 3-15,-2-2 11 0,0 2 2 0,-1-3 4 0,0 1-2 16,-2 0-2 0,-1-1 1-16,0 0 0 0,0 0 2 0,-3-2 6 0,0 0-9 0,-1-2 3 15,-3-2-5-15,1 1 0 16,-1-2-19-16,-1-2-7 0,-1 1-6 15,-3-3-34-15,-1 0-43 0,-3-4-9 0,-3-3-18 16,-1-3-97-16,-2-6-97 0,-2-4-61 0</inkml:trace>
  <inkml:trace contextRef="#ctx0" brushRef="#br0" timeOffset="172023.65">12361 7546 3132 0,'5'3'119'0,"3"1"121"0,0 1-222 0,4 1-7 15,3 1 8-15,1 2-10 0,-1-1-6 0,1 0 1 16,-1 0-13-16,0-2 3 0,0 0-53 0,-2 0-58 16,0-1 1-16,-2 1-27 0,0 0-70 0,-2-1-97 0,-1 0-40 15</inkml:trace>
  <inkml:trace contextRef="#ctx0" brushRef="#br0" timeOffset="173058.15">8087 8358 2284 0,'0'0'195'0,"0"0"30"0,0 0 1 0,0 0-119 0,0 0-84 16,0 0-28-16,0 0-10 0,1 0 15 0,20-2-12 16,-10 1 4-16,1 1-3 0,1 0 5 0,-1 0-1 0,0-1 7 15,1 2 0 1,-2-1 0-16,1 1-15 0,-2-2-65 0,1 1 1 0,-1 0-24 0,-1-1-29 0,0-1-51 16,-2 0-11-16,1-1-23 0,0 0-142 0</inkml:trace>
  <inkml:trace contextRef="#ctx0" brushRef="#br0" timeOffset="173270.5">8190 8432 2957 0,'0'0'205'0,"0"0"-110"0,0 0-27 0,1 1-17 16,0-1-37-16,20 18 18 0,-12-13-3 0,1 0 6 0,2 0-22 15,-2-1-7-15,1 0-4 0,1 0 1 0,0-1-11 16,1-1-22-16,0 0-5 0,-1-1-11 0,1 1-77 16,-2-2-82-16,0-1-16 0,-1 0-27 0,-1-2-119 15</inkml:trace>
  <inkml:trace contextRef="#ctx0" brushRef="#br0" timeOffset="177321.6">8646 8247 3113 0,'0'0'176'0,"0"0"-18"0,0 0-4 0,-1 0-56 0,1 0-78 16,0 0-33-1,-1 0 1-15,1 0-1 0,0 0 9 0,1 1 5 0,-1-1-3 0,24 11 2 0,-13-9-11 0,3-1 1 31,0 0 6-31,3 0-2 0,-1 0 7 0,2 0-1 16,1 0-3-16,0 0 2 0,-1 0 3 0,-3 1 0 16,0 0 1-16,-1 1-1 0,-1 0-2 0,-1 1 0 15,-1 0 0-15,-2 1 2 0,-1 1 2 0,-1 0-7 16,-2 0-1-16,-2 0-2 0,-1 1 4 0,-1 0-12 16,0 2 6-16,-2 0-7 0,-1-1 15 0,-1 1-3 15,-2 1 0-15,-1-2-1 0,-1 1 0 0,0-2-3 16,-3 1 2-16,1 0-2 0,0 1 8 0,0-1 4 0,0 0 7 15,3-3-2-15,1 1 13 0,5-6-5 0,0 1-3 16,0-1-1-16,0 0-10 0,0 1-4 0,0-1 0 0,-3 16-3 16,3-16 1-16,0 0-1 0,0 0 0 0,18 6 0 15,-18-6-2-15,0 0 5 0,24 2-5 0,-14-2 5 0,0 0-9 16,0-1-16 0,0 1 1-16,0-2-11 0,1 1-52 0,1-2-109 15,0 1-18-15,4-2-37 0,0-2-134 0</inkml:trace>
  <inkml:trace contextRef="#ctx0" brushRef="#br0" timeOffset="177506.83">9183 8414 2806 0,'0'0'157'0,"0"0"305"0,0 0-377 0,0 0-38 0,0 0 10 16,1 0-23-16,16 10-12 0,-17-10-7 0,1 0-5 15,-1 0-1-15,20 3-21 0,-20-3-39 0,0 0-1 16,1 0-20-16,0 0-73 0,15-1-78 0,-16 1-14 0,0 0-26 16,0 0-105-16</inkml:trace>
  <inkml:trace contextRef="#ctx0" brushRef="#br0" timeOffset="178087.87">9547 8254 2811 0,'0'0'313'0,"0"0"-191"16,0 0-22-16,0-1-46 0,0 1-36 0,1 0 3 15,13-21 0-15,-14 21 0 0,0-1-9 0,4-17-12 0,-4 18 5 16,1-15-6-16,-1 8-4 0,-3-1 9 0,0 0-3 15,-1 2 7-15,0-2-4 0,0 0 15 0,-2 1-2 16,1 0 7-16,-2 1-5 0,1-1-8 0,-1 1-3 0,-1 0 0 16,-1 0-8-16,1 2-3 0,-1 0 1 0,0 3-3 15,0 0 1 1,0 1-1-16,0 2-3 0,0 1 0 0,-1 1-13 0,0 4-2 0,-1 1 0 0,1 4-1 0,-1 1 4 31,1 2 14-31,1 1 2 0,2 1 4 0,-1 0 10 0,3 0-7 16,-1 0-1-16,2-1-1 0,-1-1-1 0,3-1-6 0,2 0 4 0,0-2-5 0,0-2-1 15,3-2-19 1,1-1 3-16,2-3-6 0,2 1 22 16,1-4-2-16,2-1 0 0,2-3 0 0,2-4 0 0,3-2 14 15,1-2-3-15,2-2 8 0,-3 0 7 0,1-1-3 16,-2 0 0-16,-1 0-2 0,-1 1 7 0,-1 1-5 16,0 2 5-16,-3 0-5 0,-2-1 5 15,0 3-4-15,-4 0 4 0,1 1-4 0,-1 2 3 0,-5 4 4 16,0 0-6-16,0-1 5 0,0 1-8 0,1-1-6 0,-1 1 0 15,0-1-3-15,0 1-4 0,0 0-11 0,0 0 6 16,0 0-7-16,0 0 12 0,0 1-2 16,-4 23 1-16,1-11-1 0,1 1 2 0,-1 4 0 0,-2 1 2 0,2 4 1 15,-1 1 6-15,1-1-1 0,1 3-1 0,-1-1 1 16,-1 1 2-16,0 2 1 0,0-1 1 0,-1-1-1 16,1 1-1-16,0-3-7 0,0-1 2 0,2-1-4 15,0 0-6-15,-1-2-62 16,1 0-23-16,0-2-26 0,0-2-224 0</inkml:trace>
  <inkml:trace contextRef="#ctx0" brushRef="#br0" timeOffset="184386.87">1914 6096 2201 0,'0'0'74'0,"0"0"-36"15,-1 0-11-15,1 0-27 0,0 0-19 0,0-1 15 16,0 1 1-16,0-1 6 0,11-16 11 0,-11 17 22 0,0 0-5 16,0-1 7-16,1 1-18 0,19-10-11 0,-20 10 1 15,0 0-4-15,21-1 8 0,-20 1-1 0,-1 0 5 16,23 4-5-16,-14-1 1 0,-2 0-5 0,3 0 2 0,-1 1-1 16,1-1 17-16,1-1-4 0,0 1 0 0,1-1-1 15,0 0 6-15,0-2-6 16,2 0 3-16,1 0-5 0,3-1-10 0,2-2-4 15,1 0 2-15,1-1-2 0,1-1 3 16,-3-1-6-16,1-1-3 0,-2 0 0 0,-1-1-1 0,0 0 3 16,1 0 4-16,0 0-2 0,1-1 5 15,0-1-8-15,1 1 5 0,-2-1-6 0,0 1 4 16,-1 0-4-16,0 0 0 0,-1-1 0 0,-1 0 4 0,1-1 2 16,-1-1-3-16,2 0 3 0,-1 0 3 0,-1-1-7 15,0 1 8-15,-4-1-5 0,0 0 19 0,-5 1 52 16,0 0-12-16,-4 0 26 0,-1-1-9 0,-2 3-14 15,-2 0 1-15,-3 0-7 0,0 0-17 0,-4 0-8 16,0-1-3-16,-3 1-2 0,-2-1-14 0,-2 1-10 16,-1 0 3-16,-3 1-6 0,2-1 1 0,-1 2-3 0,-4-1-3 15,-1 2-1-15,-3 0-17 0,-4 3 5 0,-3-1-1 16,-1 2 3-16,1 2 1 0,0 1 4 0,-1 1-1 16,-2 2 3-16,1 2 0 0,2 1 8 0,2 1 1 0,3 1 3 15,1 1-4 1,3 0-3-16,2 2 0 0,0-1-2 0,4 1-7 15,2 2-15-15,4 2 2 0,1 2-6 0,4 1 4 0,3 4 4 0,1 3 0 0,3 3 3 16,2 2 8 0,5 0-129-16,4 1-13 0,8 1-58 15,5 1-213-15</inkml:trace>
  <inkml:trace contextRef="#ctx0" brushRef="#br0" timeOffset="186737.94">1936 6587 2029 0,'-4'-3'210'15,"4"3"-78"-15,0 0 101 0,0 0-223 0,0 0-6 16,0 0-14-16,0-1-10 0,0 1-1 0,0-1-2 15,0 1 3-15,0-1 9 0,0 1 2 0,0-1 1 0,0 1-4 16,0 0-2 0,0-1 0-16,0 1 1 0,21-10 20 15,-21 10 8-15,1 0 8 0,14 2-2 0,-15-2 16 0,1 0-1 16,16 4 2-16,-17-4 1 0,1 0 15 16,19 4-8-16,-19-4 4 0,14 1-6 0,-5-1-11 0,0-1-1 15,0 0-6-15,2-1 5 0,-1-1-8 0,1 0-9 16,1-1 4-16,0 0-6 0,1-1-4 0,1 0 0 15,1 0-5-15,2 1 5 0,-2-1-8 0,2 0 0 16,0 1 1-16,-2 0 0 0,1 1 6 0,-2 0-4 0,0 0 1 16,0 1-2-16,-2-1-4 0,1 1 2 15,-1 0 0-15,0 0 2 0,1 0 1 0,-1 0 2 0,0 1-2 0,-1-1 3 16,-4 1-2-16,-1-1 10 0,-7 2 7 0,0 0 0 16,1 0 32-1,-1 0-2-15,1 0-1 0,-1 0-1 0,0 0-4 0,1 0-6 16,-1 0 1-16,0 0-3 0,0 0-8 15,-1 0-11-15,-14-5 0 0,5 5-5 0,-2 1-9 0,-3 0-4 16,0 0-2-16,-2-1-1 16,0 1 3-16,1 0 1 0,-1 1 5 0,-1-1-1 0,-1 0 2 0,-2 0-6 15,0 0 2-15,-2-1-3 0,0 2 3 16,0 0 0-16,1 0-1 0,2 1 1 0,0 0 1 0,0-1-2 16,-1 1 3-16,1 1-1 0,-1-1-2 0,1 0 5 15,0 0-7-15,0 0 6 0,2 0-3 0,2-1-1 16,0 0 2-16,3 0-2 0,1-1 5 0,0 0-2 15,-1 1 5-15,4-2-4 0,-2 1 1 0,2-1 4 16,2 1-5-16,1-1 4 0,6 0 0 0,0 0-4 16,0 0-1-16,-1 0-3 0,0 0-9 0,1 0-6 0,-1 0 1 15,1 0-2-15,0 0 0 0,0 0 5 16,0 0-3-16,0 0 3 0,17 0-10 0,-16 0 7 0,15 2 0 16,-5-2 3-16,0 1 5 0,1-1-3 0,0 0 4 0,0 0-3 15,1-1 4-15,3 0 2 0,1-1 0 0,2 0 2 16,-1-1-1-16,2 0 4 15,-2-1-4-15,1 1 4 0,-1 0 0 0,-1 0-4 16,-2 1 3-16,0 0-4 0,-1 1 4 16,0 0-4-16,0 0 1 0,-1 1-1 15,0 0 6-15,-1 0-6 0,-1 0 4 0,-1 1-4 16,-1-1 8-16,-2 1 6 0,-7-1 0 0,1 0 2 0,-1 0-3 16,18 4 8-16,-18-4-4 0,0 0 4 0,0 0-9 0,0 0 3 15,0 0 3-15,1 0-1 0,-1 0 0 16,0 0-8-16,0 0-2 0,0 0-2 15,0 0-3-15,0 0-1 0,0 0-20 0,0 0-2 0,0 0-144 0,0 0-327 16,0 0-112-16</inkml:trace>
  <inkml:trace contextRef="#ctx0" brushRef="#br0" timeOffset="206588.96">6123 2289 2563 0,'-4'-6'81'0,"4"6"-72"0,0 0-19 0,0 0-43 0,0 0-33 0,0 0 51 0,0 0 0 15,0 0 19-15,11 10 16 0,-13-10-3 0,6 7 4 0,-4-7-1 16,0 0 4-16,0 1-2 0,9 18-3 0,-9-19 1 15,0 1 6-15,0-1 7 0,7 20 6 0,-7-20 1 16,0 1 14-16,0-1-10 0,10 21 3 0,-10-21-5 31,0 1 10-31,8 21-5 0,-5-13-2 0,0 1-2 0,1 1-16 16,0 1-7-16,0 1 3 0,1 0-3 0,0 1 6 0,0 1-3 16,-1-1-3-16,1 1 1 0,0 1-2 0,-2-1 1 15,2 2 6-15,-1 0-2 0,-1-2 2 0,1 0 2 16,-1-2-6-16,0-1 5 0,0-1-7 0,0-1 3 15,1-1 4-15,-2-2-1 0,1 0 9 0,-3-7-7 16,0 0 4-16,0 1-5 0,8 15 2 0,-8-16 1 16,0 0 0-16,0 0 2 0,0 0 12 0,0 0 0 15,0 0 0-15,0 0 0 0,0 0 2 0,0 0-5 0,0 0 0 16,0 0-3-16,-1 0-2 16,1 0-3-16,0-1 1 0,-17-19-3 0,17 20-8 0,-9-13 0 0,3 6 3 0,1-1-3 15,0 0-5-15,-2 0 2 0,2 1-3 0,-3 0 3 16,2 0 6-16,-1-1-2 15,0 2-2-15,-1-1 0 0,1 1-7 0,0 0 1 16,-1 1 3-16,1 0-1 16,0 0 0-16,1 1 2 0,1 1-2 0,5 3 3 0,0 0-5 15,-1-1-5-15,1 1 2 0,-17-9-4 16,17 9-1-16,0 0-1 0,0 0-2 0,0 0 2 0,0 0-15 16,0 0 9-16,0 0-6 0,0 1 6 15,1 15-5-15,-1-16 15 0,0 0-2 0,13 19 7 0,-8-11 0 0,2-1 3 16,1 1-2-16,0 0 2 0,1 2-3 0,0-2 5 15,0 1-1-15,3 0 2 0,-2-1-1 0,0 1 4 16,1-2 1-16,-1 0 2 0,-1-1 7 0,1-2 2 16,-2 0 3-16,-1 0-1 0,1 0 14 0,-3-1-5 15,-5-3-3-15,0 0-1 0,1 0-7 0,-1 0-1 16,16 6 1-16,-16-6-1 0,0 0 6 0,0 0-1 0,0 0 6 16,0 0-3-16,1 0 1 0,0 0-17 0,-1 0-3 15,13-23-4-15,-8 13-11 0,0-5-28 0,2-2-8 0,2-5-18 16,2-2-155-16,2-6-275 0</inkml:trace>
  <inkml:trace contextRef="#ctx0" brushRef="#br0" timeOffset="211435.29">7364 2499 476 0,'0'0'32'0,"-1"0"-12"15,1 0-4-15,-1 1-35 0,1-1-5 0,-17 16 23 16,17-16 1-16,0 0 2 0,0 0-1 0,0 0 14 31,-1 1 4-31,1-1 6 0,-17 13 29 0,17-13-1 0,0 0-8 16,0 0 2-16,0 1-14 0,0-1-25 0,-1 1 7 16,-15 18-15-16,16-19-11 0,0 0-2 0,0 0-38 15</inkml:trace>
  <inkml:trace contextRef="#ctx0" brushRef="#br0" timeOffset="-212793.29">6881 4424 1319 0,'0'0'73'0,"0"0"-12"15,-1 0-1-15,0 0-40 0,1 0-20 0,0 0-1 16,0 0-3-16,-1 0 2 0,0 0-3 0,1 0 4 16,-1 0-1-16,1 0 2 0,0 0 1 0,-1 0-2 0,1 0-2 15,-1 0-2-15,1 0-6 0,0 0-16 0,-1 0-12 16,0 0-10-16,1 0-139 0</inkml:trace>
  <inkml:trace contextRef="#ctx0" brushRef="#br0" timeOffset="-209919.37">6419 2650 248 0,'-4'-3'69'0,"-1"0"-48"0,0-1 26 16</inkml:trace>
  <inkml:trace contextRef="#ctx0" brushRef="#br0" timeOffset="-209378.75">6035 2566 754 0,'-4'-4'107'0,"4"4"310"15,0-1 141-15,0 1-433 16,0 0-99-16,0-1 27 0,0 1-1 0,-1-19 11 0,1 19 2 0,0 0-18 15,1 0-3-15,-1 0-5 0,0 0-17 0,1 0-13 16,18-5 1-16,-19 5-5 0,0 0 1 0,0 0-6 0,18 8 0 16,-18-8-3-1,0 1 3-15,1-1-1 0,16 17 1 16,-17-17-1-16,1 1 9 0,12 15-2 0,-13-16 4 0,1 1-4 16,15 16 2-16,-16-17-3 0,13 12-2 0,-6-6 1 15,0 0 3-15,1 1-4 0,-1 0-1 0,0 1 1 16,0 0 4-16,0 0-3 0,1 0 3 0,0-1-3 15,-1 0 6-15,0 0 10 0,1 0 4 0,-1-1 1 16,0-2 10-16,0 0 24 0,0 0-2 0,-1-2 10 16,0 1-9-16,-6-3 0 0,0 0-1 0,16 2 2 0,-16-2-2 15,1 0 2-15,-1 0-6 0,20-4 4 0,-20 4-9 0,0 0-2 16,17-11-1-16,-10 5-2 0,0 1-8 0,0-4-11 16,2 1 3-16,0-3-7 0,-1-1-12 0,2-1-2 15,0 0-2-15,-1-1 1 0,-1-1 3 0,1 0-8 16,0-1-1-16,-2 1-7 0,1-1-40 0,-2 3-61 15,0-1-13 1,-1 1-22-16,0 0-100 0,0-1-139 0,0 1-52 16</inkml:trace>
  <inkml:trace contextRef="#ctx0" brushRef="#br0" timeOffset="-203560.38">8409 2806 2253 0,'0'0'70'0,"0"0"-72"0,0-1-20 0,0 1-20 0,0-1-36 0,0 1 48 16,1-1-1-16,-1 1 15 0,1 0 12 0,-1-1-5 16,0 1 4-16,1 0-9 0,15-7-39 0,-16 7-6 15,0 0 6-15,0 0 2 0,0 0 50 0,0 1 1 16,0-1 4-16,-8 16-2 0,8-16 6 0,0 1 23 16,-1-1 4-16,-8 18 9 0,9-18 28 0,0 1-13 15,-8 17-6-15,4-10-1 0,1 0-22 0,0 2-7 16,0-1 4-16,-1 2-5 0,0-1-1 0,-2 3-13 0,0 0 3 15,0 2-5 1,-1 1-2-16,-2 1-2 0,-1 2-2 0,0 1 3 0,-1 0 4 0,-1 1-3 0,0-1 2 0,0 0-2 31,1-2-2-31,-1-1-1 0,3-1 1 0,-2 0 0 16,1-2 6-16,2-1-27 0,0-2-10 0,2-1-11 16,0-3-57-16,1-3-28 0,5-4-9 0,0 0-11 15,-1 0-76-15,1 0-330 0</inkml:trace>
  <inkml:trace contextRef="#ctx0" brushRef="#br0" timeOffset="-203376.22">8199 3056 1824 0,'-1'-7'158'0,"1"0"-56"16,0 7-7-16,0-1-9 0,0 1 0 0,0-1-49 15,0 1-2-15,0-1-18 16,0 1-30-16,0 0 2 0,0 0-4 0,1 4 4 0,0 6 3 0,2 3 8 16,1 1 0-16,-2 1 3 0,1 0-1 0,2 1 4 15,-2-2-1-15,4 1 2 0,-2-1 2 0,3 0-5 16,1 0 1-16,1 0-3 0,2-2-1 0,2-1-9 15,2-2-3-15,1-3-4 0,1-1-16 0,2-4-19 0,0 0-61 16,0-2-8-16,2-1-458 0</inkml:trace>
  <inkml:trace contextRef="#ctx0" brushRef="#br0" timeOffset="-141638.75">3076 7180 2410 0,'-10'-1'276'15,"-1"0"-106"-15,0 1 137 0,2 0-297 0,1 0-15 0,8 0-23 16,0 0-7-16,-1 0-1 0,1 0 3 0,0 0 12 0,-20-9 3 16,20 9 0-16,0 0 1 0,0 0 0 0,0 0-3 15,0 0 4-15,0-1-2 0,0 1 16 0,0-1 8 16,1 1 4-16,15-11 2 0,-16 11 4 0,1 0 3 16,19 0-1-16,-19 0 3 0,0 0 9 0,22-1-6 15,-14 1 2-15,0 0-3 0,0 0 5 0,1 0-6 16,0 0 2-16,1-1-4 0,0 0-8 0,1 1-1 15,1 0-4-15,-1-1 1 0,0 0-9 0,2-1 1 16,1 1 2-16,1-1 0 0,2 1-3 0,0 0 0 0,1 0-1 16,1 0 2-16,-2 0 7 0,0 1-4 0,1-1 3 15,-3 0-3 1,0 1 7-16,-1-1 6 0,2 0 3 0,-1 0 0 16,2 0 7-16,1 0-1 0,1 0-6 0,-1 0 4 15,1-1-2-15,0 0-7 0,-1-1 6 0,0 2-8 16,0-2-3-16,0 1-2 0,0 1 0 0,2-1-1 15,0 1-8-15,1 0 5 0,1 1-2 0,-1-1 4 16,-1 2-6-16,-1 0 6 0,0-1-5 0,-1 2 5 0,0 1-5 16,-1-2 6-16,3 2-3 0,0-3 2 0,2 0-10 15,-1 1 7-15,0-1 3 0,0 1 0 0,-1-1-5 16,-1 0 0-16,0 0 1 0,2 0 0 0,-2 0 3 0,3 0-2 16,1-1-2-16,-2 1 0 0,3 0 5 0,-4 2-4 15,1-1 0-15,-3 0-1 0,0 1 0 0,-1 0 0 16,0 1 3-16,2-1-3 0,1 1 2 0,1-2-1 15,0 1 1-15,-1-1-1 0,-1 1 5 0,1-1-4 16,-1 1 2-16,-2-2-3 16,0 1 3-16,1 0 1 0,3 0-3 0,1 0 3 0,-1 0-4 0,-1-1 7 0,-1 2-2 15,-1-1 3-15,-1 1-1 0,-1 1 9 16,0-1-2-16,-1 1 5 16,0-1-4-16,2 1-5 0,0-1 7 0,1 1-6 0,0-2 2 15,-1 0-1-15,-1 0-7 0,0-1 6 16,0 0 1-16,-2 0-5 0,0 0-1 0,-2 0-2 15,0-1-3-15,1 0 4 0,-2 0 1 0,2 1-1 16,0 0-4-16,0-1 2 0,0 1-1 0,-2-1 1 16,-1 1-1-16,0-1 3 0,-1 1 3 0,-1 0-1 0,0 0-4 15,0 1 1-15,0-1-5 0,-2 0 4 0,1 0-5 0,-1 0-1 16,1 0 2-16,-2 1 0 0,1 0 5 0,1-1-3 16,-2 1 1-16,0 0-3 0,0 1 2 0,-6-2-7 15,1 0 1-15,0 0-3 0,17 6 7 0,-18-6-9 16,0 0-12-16,1 0-3 15,0 0-65-15,-1 1-87 0,0-1-20 0,12 16-37 0,-12-16-196 16</inkml:trace>
  <inkml:trace contextRef="#ctx0" brushRef="#br0" timeOffset="-127029.66">3005 5011 474 0,'0'0'265'15,"0"0"-94"1,0 0 136-16,0 0-201 0,0 0-14 0,0 0-6 0,0 0-44 15,0 0 1-15,0 0-12 0,0 0-7 0,-1-1-4 16,1 1-2-16,-1-1 0 0,1 1-4 0,0-1-4 16,-1 1 4-16,1-1-2 0,-1 1 13 0,1 0-2 15,0 0 3-15,-1 0-2 0,0 0-5 0,1 0-1 16,-1 0 3-16,1 0-1 0,0 0 7 0,-1 0 0 0,1 0 0 16,-1 0 0-16,1 0-6 0,0 0-9 15,0 0 0-15,0 0-2 0,0 0 0 0,0 0 4 0,0 0-2 16,0 1 3-16,0-1-6 0,0 1-9 0,0-1 6 15,0 1-5-15,0-1 17 0,0 1-16 0,1-1 5 0,17 13-7 16,-18-13 8-16,0 0-3 0,1 0 1 0,16 3-1 16,-17-3 7-16,0 0-5 0,18 3 2 0,-18-3-3 15,0 0-4-15,17 1 8 0,-17-1-2 0,1 0 4 16,16 2-5-16,-17-2 11 0,1 0-4 0,15 2 8 0,-16-2 1 16,1 0 9-16,16 1-5 0,-17-1 5 0,0 0-10 15,20-1-4 1,-20 1 2-16,0 0-3 0,19-1-2 0,-19 1-5 15,0 0-1-15,18 0-1 0,-18 0 1 16,1 0-4-16,17 0 2 0,-18 0-3 0,1 0-4 0,17 0 2 16,-18 0 0-16,1 0 1 0,17 0 2 0,-18 0 0 15,0 0-1-15,21-1 0 0,-21 1 2 0,1 0-4 16,20-2 5-16,-21 2-3 0,1 0 3 0,21-5 2 16,-22 5-4-16,1 0 3 0,20-4-6 0,-20 4 2 15,0 0-2-15,21-5 1 0,-21 5 6 0,-1 0-7 0,24-4 3 16,-24 4-4-16,0 0 2 0,23-3 1 0,-23 3-1 15,1 0 1-15,20-5 6 0,-21 5-4 0,15-4 3 16,-5 2-4-16,-3-1 2 0,1 0 1 0,1 0 4 0,-1-1-1 16,1 1 1-16,0-1-1 0,-2 0-5 0,1 1 3 15,-2-1 0-15,1 1-3 16,-1-1 7-16,0 0-6 0,0 0 5 0,0 1 2 0,-1-2-2 0,0 2 2 16,0-1-6-16,0-1 8 0,0 0-4 0,-1-2 5 0,0 3-7 15,0-1-3 1,0 0 1-16,0 0-2 0,-1 0 3 15,0-1 1-15,1 2 0 0,-2-1 0 0,-2 5 1 0,0-1-7 16,0 1 5-16,8-20-6 0,-8 20 5 16,0-1 1-16,4-16-4 0,-4 17 2 0,0-1-2 0,4-16 0 15,-4 17 4-15,0 0-3 0,2-17 1 0,-2 17-3 16,0 0-1-16,0-17-1 0,0 17 3 0,0-1 1 16,0 1-2-16,-1-20 1 0,1 20-6 0,0 0 6 15,0 0 0-15,-6-22 3 0,6 22-6 0,0 0 1 16,-3-18-2-16,3 18 2 0,0 0-3 0,-3-19 5 0,3 19-5 15,0-1 5-15,-4-17-8 0,4 18 7 0,0 0 0 16,0-1 4-16,-6-17-4 16,6 18 0-16,0-1-1 0,0 1 0 0,-8-19-3 0,8 19 4 0,0 0 0 0,-9-17 1 15,9 17-5 1,0 0 2-16,-8-17 0 0,8 17 1 0,0 0-4 0,-1-1 1 16,-11-17-1-16,12 18 2 0,0 0 2 0,-1-1-1 0,-12-17-1 0,13 18 0 15,0 0 5 1,-1-1-5-16,-15-14 1 0,16 15-2 0,-1-1-7 15,1 1 5-15,-17-14 0 0,17 14 1 0,-1 0 1 16,1 0-2-16,-21-12 2 0,21 12-3 0,-1 0-3 0,-18-9 6 16,19 9-6-16,-1 0 4 0,-15-7-5 0,16 7 7 15,-1 0 0-15,-16-8 1 0,17 8-6 0,0 0 3 16,-1 0 0-16,-21-8 2 0,22 8 0 0,-1 0 0 16,-19-6 2-16,19 6 0 0,1 0 4 0,-22-6-6 15,22 6-1-15,-1 0-3 0,-21-5 4 0,13 4 0 16,1-1 2-16,0 2-2 0,0 0 0 0,-1-1-1 0,0 1-2 15,-1-1 1-15,1 0 4 0,-2 1-5 16,1 0 2-16,0 0-4 0,0 1 2 0,0-1 3 0,2 0 0 16,0-1 0-16,-1 2-4 0,1 0 4 0,-1 1-3 15,0-1 3-15,0-2 0 0,0 1 1 0,0 0-3 0,0 2 2 16,-1-2 0-16,2 1-4 0,0 0 7 0,-1-1-6 16,1 1 7-16,0 0-3 0,-1 0-1 0,0 1-1 15,-1-1 2-15,0 2-4 0,0-1 5 0,2 2-5 31,-2-1 3-31,1 1 1 0,-1 0-1 0,1-1 1 0,1 2-1 16,0-1 2-16,1 1-4 0,-1-1 3 0,0 0-1 16,0 1-1-16,1 0-1 0,-1 0 0 0,0 0-2 0,1-1 5 15,-1 1-1-15,2 0 2 0,-1 0-3 0,0 1-3 16,1-1 4-16,0 0-3 0,0 1 4 0,1-1-4 16,0 0-2-16,0 1-1 0,1-1-3 0,1 1 4 15,-2 0-2-15,2 0 3 0,-1-1-1 0,4-5 0 16,0 0 0-16,0 1 0 0,-9 17-1 0,9-18 8 15,0 0-4-15,-2 17 3 0,2-17-6 0,0 0 3 0,0 0 0 16,0 1 1-16,-1 19-1 0,1-20 2 0,0 0-3 16,3 17 2-16,-3-17-1 0,0 1 0 0,4 16 3 15,-4-17-1-15,0 1 2 0,5 15-4 0,-5-16 2 0,0 1-2 32,7 15 9-32,-7-16-6 0,0 0 0 0,0 1-2 0,6 19-1 0,-6-20 3 0,0 1 0 0,6 16 1 31,-6-17 1-31,0 0-3 0,0 0 0 0,8 19-2 15,-8-19 0-15,0 1 3 0,1-1-1 0,9 19 3 16,-10-19-4-16,0 0 1 0,1 1 1 0,-1-1 0 0,14 20 4 16,-14-20-5-16,0 0 2 0,1 0-2 0,-1 1 6 15,17 16-5-15,-17-17 5 0,0 0-6 0,1 0-2 0,-1 1 2 16,19 15 0-16,-19-16 2 0,1 0 0 0,-1 0 0 16,1 0 0-16,18 18 0 0,-19-18-2 0,0 0 1 15,0 0 0-15,17 13 1 0,-17-13 6 0,1 0-9 16,-1 1 6-16,19 12-5 0,-19-13 1 0,0 0 2 15,0 1-3-15,17 12 2 0,-17-13 3 16,0 0-5-16,1 0 2 0,15 13-3 0,-16-13 5 0,1 0 1 0,-1 0 1 16,19 11-1-1,-19-11-6-15,0 0 6 0,1 0-2 0,19 8 5 16,-20-8-1-16,0 0-2 0,0 0-2 0,21 8 1 16,-21-8-1-16,1 0 3 0,-1 0 1 0,18 5 0 0,-18-5-4 0,1 0-4 0,0 0-5 0,-1 0-3 15,18 9-52-15,-18-9-103 0,1 0-21 0,0 0-39 31,17 3-194-31</inkml:trace>
  <inkml:trace contextRef="#ctx0" brushRef="#br0" timeOffset="-124563.68">4696 3837 840 0,'0'0'218'16,"0"0"74"-16,0 0-3 0,0 0-273 0,-18-2-37 0,18 2 8 0,0 0 1 15,0 0 2-15,0 0 3 0,0 0 13 16,0 0 0-16,0 0 7 0,0 0 6 0,0 0 16 16,0 0 1-16,0 0 7 0,0 0 18 0,0 0-5 15,1 0-4-15,-1 0-1 0,1 0-15 0,-1 0 1 16,16 9 4-16,-16-9-2 0,0 0-5 0,0 0 1 16,1 0-1-16,0 0 4 0,-1 0 6 0,18 0-16 0,-18 0-1 15,0 0-5-15,1 0-4 0,0 0-6 16,-1 0-1-16,17 0-1 0,-17 0-3 0,0 0-4 0,0 0 5 15,1 0-5-15,16 0-1 0,-17 0 0 16,0 0 0-16,1 0 1 0,-1 0-3 0,16 4 1 0,-16-4 0 16,1 0 2-16,-1 0 1 0,1 0-6 0,18 5 0 0,-19-5-1 15,0 0 3-15,0 0 4 0,1 0-1 0,19 4 2 16,-20-4 0-16,0 0 10 0,0 0 0 0,20 1 3 16,-20-1-10-16,1 0-4 0,16 2-1 0,-17-2 0 15,1 0 0-15,19 1-2 0,-19-1 1 0,-1 0-2 31,22 1 0-31,-22-1 0 0,1 0 2 0,19 3-2 0,-20-3 7 16,1 0 0-16,18 4-4 0,-19-4 1 0,0 0-3 16,20 4 3-16,-20-4 2 0,1 0-1 0,20 2-3 0,-21-2 2 15,1 0 1-15,22 1 0 0,-16-2 1 0,3 1-3 16,-1 0 3-16,1 0-3 0,0 0 1 0,0 0 0 16,-2 0 0-16,2-1 1 0,0 0-1 0,0 1 3 15,-1-3-1-15,1 1 2 0,0 0-1 0,-1 1-1 16,2-1 2-16,-3 0-1 0,2 0 4 0,0 0-1 15,-1 0 0-15,0-2 0 0,0 1-3 0,2 0 2 0,0 0-3 16,-1 1 3-16,0 0-4 0,0-2 4 0,0 2 1 16,0-2 1-16,0 1-3 0,-2 1 6 0,1-2-8 15,-1 1 6-15,1 0-4 0,-1 0 3 0,0 0 2 0,-1-1-1 32,-1 1 6-32,1-1-8 0,-2-1 3 0,0 1-6 0,0 0 6 0,0-1-7 0,0 1 4 0,-5 4-5 15,0 0 6 1,1 0-4-16,0-1 4 0,17-17-4 15,-18 18 1-15,0-1-4 0,0 1 1 0,1-1-3 16,13-16-1-16,-14 17 6 0,0-1-6 0,0 1 6 0,1-1-4 16,10-17-1-16,-11 18 3 0,0-1-3 0,0 1-2 15,1-1 6-15,-1 1-6 0,15-18 6 0,-15 18-11 0,0 0 7 16,0-1 0-16,0 1 2 0,1 0-7 0,-1-1 2 16,1 1 1-16,-1-1 0 0,14-16 2 0,-14 17-2 15,0 0 0-15,0 0 0 0,0-1 9 0,0 1-12 16,0-1 5-16,0 1-7 0,0 0 8 0,0-1-3 15,0 1 0-15,0-1 0 0,10-15 0 0,-10 16 1 16,0 0 1-16,0-1-2 0,0 1-4 0,0-1 4 0,0 1-3 16,0-1 3-16,1 1 4 0,-1 0-3 0,1-1-1 15,0 1 0-15,-1-1-3 0,10-15 5 0,-10 16 3 16,0 0 0-16,0-1-1 0,0 1 1 0,0-1 0 0,0 1 1 16,0 0 1-16,3-17 2 0,-3 17 1 0,0-1 1 31,0 1-1-31,0-1-1 0,0 1 0 0,-5-19 0 15,5 19-1-15,0-1 2 0,0 1-1 0,-9-18 1 16,9 18-3-16,-1 0 0 0,-10-16-1 0,11 16 0 16,-9-12-4-16,3 5 5 0,0 0-5 0,0-1 5 0,1 0-3 15,0-1-2-15,-2 0 3 0,1 0-3 0,0 0 3 16,-1-1-3-16,0 0-1 0,0 0 0 0,0 0 2 16,-1 1-1-16,0 0 0 0,0 0 0 0,-1 0 0 0,0 0-5 15,-1 2 3-15,1 0-6 0,0-1 4 0,-1 2-2 16,1 1 1-16,0-1-1 0,-2-1 6 0,1 1-6 15,-1 0 3-15,0 0-4 0,1 1 6 0,1-1 3 16,-1 0-3-16,0 1 1 0,0 0-9 0,1 1 9 16,-2-1-2-16,2 1 5 0,0 0-6 0,-2 0-2 0,1 0 3 15,-1-1-1-15,0 1 2 0,0 1 0 16,-1 0-2-16,0 0 0 0,0-1-9 0,-1 1 9 0,2 0 0 16,-2 0 2-16,1-1-3 0,0 2 2 0,1-1-4 0,0 0 4 31,1 1 0-31,0-1 0 0,0 2 2 0,2 0 0 15,-2 0-5-15,1 1-1 0,0 0-1 0,0 0 1 16,1 1-1-16,-1 0-6 0,0 1-2 0,0 0 0 16,0 0-7-16,0 1 3 0,0 0 2 0,-2 1 0 15,0 1-2-15,-1 0 7 0,-1 1-2 0,1 0 3 0,1 0-4 16,1 2 6-16,0-1-6 0,-1 1 7 0,0 0 0 16,0 1-7-16,0 0 6 0,0 0-7 0,1 1 6 0,-1-1-5 15,1 2 1-15,0 1-1 0,-1 0 7 0,1 3 1 16,0-1-1-16,0-1 1 0,0 3-4 0,1-2 2 15,1 1-1-15,0 0 1 0,3 0-4 0,-1 0 9 16,2 0-6-16,0 1 5 0,2-1-3 16,1-1 3-16,0 1 1 0,0 1-1 0,2 0 1 0,-1 2 0 15,2-1 2-15,-1-1-1 0,2-1 1 0,1 0-47 16,0 1-3-16,0-2-22 0,0 1-66 0,0 1-86 0,1-2-23 16,2 0 97-16,-2 3 1320 0</inkml:trace>
  <inkml:trace contextRef="#ctx0" brushRef="#br0" timeOffset="-124012.95">3327 4921 1452 0,'0'0'87'0,"0"0"8"0,0 0 9 0,0 0-36 16,0 0-6-16,0 0-10 0,18-7-3 0,-18 7-8 16,1 0-33-16,-1 0 20 0,1 0-4 0,16-4 8 31,-17 4-13-31,1 0-11 0,-1 0 2 0,1 0-5 0,0 0-1 15,16 3-12-15,-17-3-32 0,0 0-4 0,0 0-213 0</inkml:trace>
  <inkml:trace contextRef="#ctx0" brushRef="#br0" timeOffset="-123547.23">4894 3788 2344 0,'0'0'60'0,"0"0"-115"16,-1 0-37-16,1 0-72 0,0 0-31 0,0 0-78 0,0 0-94 15</inkml:trace>
  <inkml:trace contextRef="#ctx0" brushRef="#br0" timeOffset="-119913.39">4794 8233 1682 0,'-5'2'195'0,"-1"2"34"0,2 0-4 0,-2 2-159 15,3 0-72-15,-1 1-13 0,0 2 0 0,2 1 7 0,-2 0 22 16,-4 0 0-16,5 4-2 0,1 1 1 0,0 0-3 16,0 1 7-16,0-1 0 0,0 2 2 15,0 1 3-15,2 1 1 0,0 2-1 0,1 1 1 0,1 1-4 0,-2 0 3 16,4 2-2-16,-1-2 2 0,2-1-3 0,-3-2 2 15,3-2-1-15,0-1 0 0,0-1 0 0,2-3-4 16,-1-1 3-16,-1-4-3 16,2-1 8-16,-1-2 6 0,1-3 1 0,-2-1 3 0,-5-1 6 0,1 0 42 15,0-1-15-15,17-12 22 16,-12 5-30-16,-1-3-8 0,1-2 1 0,-2-3-4 0,2-1-8 16,-2-1-3-16,1-1-5 0,0-1 1 0,0 0-14 0,-1-1 0 0,0 0 4 15,0 0-4 1,0 0-2-16,-2 0 1 0,0 0-4 0,-1 1 4 15,-1 0-8-15,0 3 4 0,0-1-2 0,-2 0 2 16,1 2-10-16,-3 0 3 0,1 1-5 0,-1 1 4 16,-1 2-5-16,1 1 2 0,-1 2-2 0,0 0 3 15,1 2-2-15,-1 2-1 0,1-1-2 0,0 4 0 16,4 2-14-16,-1 0 0 0,0 0-2 0,1 0 1 16,-19-6-4-16,19 6-13 0,0 0-2 0,-1 0-6 0,1 0-20 0,-1 1-33 15,1-1-23-15,-14 16-10 0,14-16-139 16,0 1-144-16,2 17 826 0</inkml:trace>
  <inkml:trace contextRef="#ctx0" brushRef="#br0" timeOffset="-119697.53">5053 8605 3529 0,'0'0'126'0,"-1"0"14"32,1 0-113-32,0 1-41 0,-1-1 2 0,0 0-14 15,1 1-1-15,-1-1-39 0,1 1-14 0,-13 15-13 16,13-16-95-16,0 0-97 0,0 0-13 0,0 0-37 0,0 0-135 16</inkml:trace>
  <inkml:trace contextRef="#ctx0" brushRef="#br0" timeOffset="-119309.49">5244 8077 1834 0,'0'0'303'0,"0"0"93"0,0 0 50 0,-1 0-215 16,1 0-185-16,0 0-38 0,-1 0-4 0,1 0-7 16,-1 1-3-16,1-1-2 0,-8 21-7 0,9-12 2 0,0 1-15 15,0 3 6-15,2 1 3 0,0 3 0 0,-1 3 7 16,1 1 10-16,-1 2-6 0,1 3 7 0,0 1-1 0,-1 3 2 15,2 1 6-15,-1 2-3 0,0 0 2 0,1 2 4 16,-2 1-2-16,1 1 3 0,0 0-1 0,-1-1 1 16,1 0 0-16,-1-3 0 0,1 0-1 0,-2-2-4 15,1-1 1-15,-1-4-1 0,0-1 3 0,1-4-6 16,-2-1 2-16,0-3-4 0,-1-1 0 16,0-3-100-16,-1-3-19 0,-1-2-43 15,0-2-195-15</inkml:trace>
  <inkml:trace contextRef="#ctx0" brushRef="#br0" timeOffset="-118130.33">3794 7125 2165 0,'0'0'224'0,"-1"0"41"0,1 0 3 0,0 0-159 16,-1 0-88-16,0 0-43 0,1 0-7 0,0 0 5 15,0 0 2-15,0 0-2 0,1 0-1 0,18 0 1 0,-10 6 4 16,-1-1 8-16,2 4-1 0,0 0 3 16,1 2 3-16,-2 1 4 15,1 1 3-15,1 3 0 0,0 0 5 0,2 2 3 0,0 3-2 0,1-2 4 0,-1 1 7 0,0 0-1 31,1 2 2-31,-1 1-3 0,1 1 1 0,0 1-9 16,1-1-1-16,0 1-2 0,0-1-1 0,-1-1-3 16,0 0 2-16,-1 0-2 0,-1 0 8 0,0-1-5 15,1 0 3-15,-2-1-2 0,-1-1 2 0,0-2 4 16,-2 1-4-16,0-3 3 0,-1 0-2 0,-1-2-4 0,0-1 2 16,-1-1-1-16,1 0 10 0,-2-1-9 0,0-1 3 15,0-2-4-15,-2 0 9 0,-2-8 5 0,0 0-2 16,0 0 1-16,0 1-3 0,0-1-9 0,1 1 2 0,-1-1-6 15,0 1-8-15,0-1-4 0,0 1-1 16,0-1 0-16,0 0-4 0,-1 0-9 0,1-1-3 0,-19-17-2 16,13 9 0-1,0 0 14-15,-1-3-1 0,-1 0 6 0,1 1 0 0,-2 0 11 0,1 3-4 0,-1-3 6 0,0 1-3 16,0 0 3-16,-1-2 2 0,3 3 1 16,-2-1 1-16,2 1 12 0,1 2 2 15,0 0 4-15,1 1 8 0,0 1 9 0,0 0 0 0,5 5 4 16,0-1-14-1,0 1-15-15,0-1-1 0,-1 1-5 0,1-1-8 0,0 1-6 16,-1 0-9-16,1 0 2 0,-1 0-29 0,1 0 10 16,0 0 0-16,5 17 4 0,0-8 16 0,2 3 9 15,0 2-4-15,0 1 5 0,2 1 3 0,1 0 3 16,0-3 4-16,0 1-3 0,0-1 3 0,0 0 9 0,-1-1-5 16,1 0 6-16,-2-2 6 0,1-1 15 0,-1-3 4 15,0 0 3-15,-1-3 1 0,1-1-10 16,-1-1-1-16,1-1-4 0,1-1-12 0,-1-2-4 0,1-2-3 0,0-1-1 15,0-2-30-15,1-3-103 0,2-2-36 0,4-7-49 16,2-9-395-16</inkml:trace>
  <inkml:trace contextRef="#ctx0" brushRef="#br0" timeOffset="-116945.15">5510 8336 2369 0,'0'0'164'0,"0"0"21"0,0 0 0 16,-1 0-51-16,1 0-81 0,-17 6-42 0,17-6 0 0,0 0 5 0,0 0-3 0,0 0-5 15,0 0 0-15,0 0 0 0,0 0 2 0,0 1-2 16,0-1-3 0,0 1 2-16,1-1 9 0,15 15 7 0,-16-15 1 0,15 3 0 0,-6-2-4 0,3-1 2 15,1 0 6-15,2 1-2 0,0 0 9 0,0-1-14 31,0-1 3-31,-1-1-6 0,2 1-4 0,-1 0-1 16,1 0-8-16,0-1 6 0,-3 0-9 0,1 0 2 0,-1 2 2 16,-1-1-2-16,0-1 1 0,1 1-39 15,-2-1 1-15,0-1-19 0,0 2-36 0,-1-1-29 0,-1 1-5 16,-1 0-7-16,-1-1-13 0,0 1-30 0,-7 1-8 16,1 0-15-16,-1 0-104 0</inkml:trace>
  <inkml:trace contextRef="#ctx0" brushRef="#br0" timeOffset="-116675.6">5515 8537 2756 0,'-6'3'258'0,"6"-3"-154"16,0 0-4-16,-1 0-49 0,1 0-17 0,0 0-4 16,-1 1-1-16,0-1-2 0,1 0-11 0,0 1 0 15,0-1 0 1,0 0-1-16,0 0-9 0,20 5 10 15,-11-7-4-15,4 0 6 0,-1 0-2 0,4 0-5 16,-1-1 1-16,2-1-3 0,-3 0-6 0,4 0 3 16,3 0 0-16,-2 0 3 0,3 0-1 0,-3 1-7 0,-1 0 4 15,0 0-5-15,-3 1 4 0,1 1 0 0,-2 0-4 16,-1 0 2-16,-1 1-15 0,-2 0-17 0,0 0-9 16,-1 1-3-16,0 0-37 0,0 0-41 0,0 0-4 0,-1 0-18 15,0-1-67-15,-2-1-122 0,1 0-46 0</inkml:trace>
  <inkml:trace contextRef="#ctx0" brushRef="#br0" timeOffset="-116364.02">5738 7972 2548 0,'0'0'228'0,"0"0"628"0,0 0-774 0,-1 0-77 16,1 1 5-16,-12 16-28 0,12-17 6 0,0 16 3 15,0-4 2-15,1 4-1 0,0 4-4 0,-1 3 6 0,2 3-3 16,-2 3 5-16,2 2-3 0,-1 3-1 16,-1 2 0-16,0 5 1 0,0 0 5 0,-2 1 2 0,1 0 1 0,1 1 0 15,-1-1-5-15,0 1 2 0,1-3-2 0,0 0 2 16,0-1-2-16,0-4 4 0,1 1-2 0,0-4 1 15,0-4-29-15,1-4-46 0,0-3-5 0,1-4-17 16,-1-1-64-16,1-2-80 0,2-3-7 0,0-4-32 16,1-2-94-16</inkml:trace>
  <inkml:trace contextRef="#ctx0" brushRef="#br0" timeOffset="-115846.4">6064 8347 2664 0,'0'0'357'0,"0"0"-196"0,-17 15-18 0,11-7-61 16,1 0-94-16,0 1 5 15,0 2-4-15,-1 2 3 0,0 4-1 0,1 4-3 0,-1 3 3 0,2 1-4 0,-1 2 0 16,1 1 12-16,1-1-4 0,1 0 5 0,1-2-9 16,1-1 5-16,0 0 0 0,0-3 3 0,2-2 2 15,2-2-1-15,0-3-1 0,1-1 0 0,-1-2 0 0,2-3-2 16,-1-1 3-16,1-4-2 0,1-1 6 0,-1-2 5 31,1 0 0-31,0-3 3 0,1-1 13 0,1-3 4 16,-1-2 4-16,1-2-1 0,0-1 1 0,0-2 3 15,0-1-3-15,-1 0 2 0,0-1-15 0,-1-1-6 16,-2 1 3-16,0-2-3 0,-2 1 3 0,-2 1-2 0,-2-2 0 16,-1 1 1-16,-2-1 1 0,-1-1-13 0,-2 1 0 15,0 0-4-15,-1 2-9 0,1-1-3 0,-1 2-2 16,1 2-1-16,-1 1-3 0,1 3-6 0,0-1-2 0,-2 2 0 15,2 1-2-15,-2 2-1 0,1 1 0 0,0 1-3 16,0 1-12-16,1 0-5 0,1 0-10 0,6 2 1 16,-1 0-46-16,1 0-42 0,0 0-34 0,-17 10-12 15,17-10-193-15</inkml:trace>
  <inkml:trace contextRef="#ctx0" brushRef="#br0" timeOffset="-115647.13">6325 8623 2807 0,'0'0'428'0,"0"0"-250"16,2 17-26-16,-2-17-67 0,0 0-80 0,1 1-5 16,11 19-6-16,-12-20 1 0,0 1-12 0,0-1-55 0,20 16-8 15,-20-16-26-15,0 0-113 0,0 1-100 0,0-1-23 16,20 9-43-16,-20-9-281 0</inkml:trace>
  <inkml:trace contextRef="#ctx0" brushRef="#br0" timeOffset="-115264.15">6323 8359 2861 0,'0'0'170'0,"0"0"276"0,0 0-341 16,0 1-75-16,0-1 6 0,2 16-30 0,-2-16-4 31,0 1 4-31,19 11 2 0,-10-7-1 0,0-1-7 0,0 2 4 16,2 1-5-16,0 1 3 0,1 0-2 0,-1 1-3 15,0-1 5-15,-1 1-2 0,0 0 5 0,0 1-2 16,-1-1-3-16,0 1 1 0,-2 0-1 0,-2 1 1 16,0-1-1-16,-1 1-1 0,-3 0 1 0,1 0-4 15,-1 0 2-15,-1 0-4 0,-2 0-8 0,0-1 4 0,-1-1-1 16,-2 1 1-16,1-1-10 0,-2 0 8 0,0 0-3 15,-1 0 7-15,0 0 13 0,1 0-3 16,0-1 0-16,2-1-2 0,1-1-4 0,0 0 8 16,2 0 3-16,1-6 2 0,0 0 0 0,0 1 4 0,-2 17-4 0,2-18 4 15,0 1-7-15,1-1-3 0,0 1 1 0,17 14-3 16,-18-15-4-16,16 4 9 0,-7-2-4 0,2-2 7 16,1 1-2-16,-1 0-7 15,2-1 5-15,0 0-5 0,1-1 4 0,0 0-10 0,0-1-4 0,0 1-5 16,-2 0-22-16,-1-1-35 15,0 0-1-15,-1-1-16 0,1-1-56 0,-1 1-69 16,0-1-14-16,0 0-24 0,-1-1-103 16</inkml:trace>
  <inkml:trace contextRef="#ctx0" brushRef="#br0" timeOffset="-115063.3">6720 8535 3485 0,'0'0'143'16,"0"0"40"-16,0 0-125 0,0 1-47 0,-1-1-6 0,-5 17-7 15,6-17 3-15,0 0-12 0,0 0-11 0,0 0-5 16,0 1-74-16,1-1-98 0,-1 1-18 0,0-1-40 16,16 12-190-16</inkml:trace>
  <inkml:trace contextRef="#ctx0" brushRef="#br0" timeOffset="-114455.49">6979 8515 2979 0,'-5'4'124'0,"-1"0"63"0,1 1-159 0,2 1-32 15,-2 1-9-15,1 0-3 0,0 0 1 0,0 2 14 16,1 1-6-16,0 1 7 0,-1 0-8 0,2 1 3 16,0 1-2-16,0 1 2 0,1 2 4 0,0 1 0 15,1 0 3-15,0 0-2 0,1 0-4 0,2-2 5 16,-1 0-3-16,3-2 4 0,-1-1-5 0,0-3-6 15,0-3 0-15,1 0-1 0,2-2 10 0,1 0 8 0,-1-2 10 16,1-2-4-16,1-3 23 0,-1 0 11 16,1-1-10-16,1-1 10 0,-1 0-6 0,1-4-13 0,1 1 8 0,-1-3-12 15,0-1-6-15,-1 1 0 0,-1-2-5 0,1 0 4 16,-1 0-12-16,-1-1 1 0,-2 1-1 0,0-2 1 16,-1 1 1-16,-3 1-11 15,1-1 3-15,-2 0-7 0,-2 1 5 0,0-2-7 0,-2 1 1 0,-1 1-2 16,0 1-1-16,-1 0-6 15,-2 3 8-15,2 0-6 16,-1 1 10-16,0 1 5 0,0 1-7 0,0 2 7 0,1 1-7 16,1 0 7-16,-1 1-1 0,6 2 1 15,0 0-16-15,-1 0-22 0,1 0-9 0,-17 3-6 0,17-3-47 0,0 0-49 16,0 1-20-16,-5 18-18 0,5-10-138 0,2 2-183 16</inkml:trace>
  <inkml:trace contextRef="#ctx0" brushRef="#br0" timeOffset="-114250.54">7260 8803 3792 0,'0'0'-158'15,"0"1"207"-15,-5 15 125 0,5-16-66 0,0 0-98 16,0 1-9-16,0-1-6 0,0 17-1 0,0-17-25 15,0 0-40-15,0 0-12 0,0 0-13 0,0 0-82 16,0 1-88-16,1-1-14 0,12 18-34 0,-13-18-126 16</inkml:trace>
  <inkml:trace contextRef="#ctx0" brushRef="#br0" timeOffset="-113864.77">7418 8387 3198 0,'0'0'148'0,"0"0"108"31,0 0-175-31,-1 1-65 0,1-1 0 0,0 1-21 0,-18 19-6 0,18-20-12 16,0 0 0-16,-6 24-5 0,5-13-9 15,-2 2 13-15,1 1-3 0,0 3 9 0,0 0 4 16,2 1 10-16,0 2-1 0,1-1 3 0,0-1 0 16,2-1 5-16,-1-3 3 0,2 1 1 0,1-2 5 15,0-2-2-15,2 1 2 0,1-2 0 0,1-1 2 0,1-1-1 16,1 0-2-16,1-1 0 0,0 0-9 0,0-1 10 16,2-1-4-16,-1-1 5 0,1-1-9 0,-1 0-4 15,2-1 1-15,-1-1-1 0,0 1 1 0,0-2-5 16,-1 0-4-16,0 0 0 0,-1-1-1 0,1 0-14 15,1 0 0-15,-2-2-8 0,-1 1-25 0,-1-1-48 16,-1-1-15-16,-1 0-17 0,-1-1-102 0,-2-1-103 16,0-2-47-16</inkml:trace>
  <inkml:trace contextRef="#ctx0" brushRef="#br0" timeOffset="-113659.7">7684 8346 1856 0,'0'1'330'0,"0"-1"1196"32,-6 17-1395-32,6-17-90 0,0 1 3 0,2 15-33 0,0-7-4 0,0 1 6 15,-1 2-1-15,1 4 0 0,-1 3-12 16,0 4-3-16,1 4-2 0,-2 3 1 0,0 3-9 16,-2 3 0-16,0 0-2 0,-3 1 1 0,-1 0-5 0,0 0-81 15,-2-1 0-15,0-4-39 0,-1 0-105 0,-2-5-130 16,0-1-20-16</inkml:trace>
  <inkml:trace contextRef="#ctx0" brushRef="#br0" timeOffset="-112881.31">4588 8907 3238 0,'0'0'126'0,"-1"0"-37"0,1 0 54 16,-1 0-147-16,1 1-16 0,0-1-29 15,-1 1 0-15,1-1 5 16,2 12 1-16,9-9 16 0,2 1 13 0,1 1-1 16,4 0 5-16,2 0 8 0,3-1-4 0,1 1 5 15,1 0-4-15,3 1 0 0,2-2 5 0,3 1-2 0,1-2 3 16,1 0 5-16,-2 0-8 0,2-1 4 0,1 0-3 16,2 0 24-16,2 0-8 0,0 0 1 0,-1 1-5 15,2 0 1-15,1-1 5 0,3 1 0 0,0 1 2 16,-1 1-4-16,1 1-5 0,1 1 0 0,2 0-1 15,0 0 2-15,-2 1-2 0,3 1-1 0,0-1-1 0,1 0 1 16,-1 1-3-16,1-1 1 0,1-1-1 16,-1 0-4-16,2-2 1 0,-1 0 3 15,0-1-2-15,2-1 8 0,-1 1-3 0,-1-1-1 0,0 1-1 0,-1 0 0 0,1 0 9 16,-3 2-1-16,1 0 2 0,0 1-9 0,-1 0 9 16,2 0-2-1,-1-1 3-15,0 0-2 0,0 0-2 0,1 0 1 0,-2-1-1 0,0 0 0 0,2-2 6 16,0 0-4-1,-1 0 6-15,0-1-3 0,0 0 4 0,-1-1-2 16,2-1 2-16,-4-1-2 0,-1-1-7 0,0 1 3 16,-3 1-4-16,0-2-2 0,-4 1 1 0,-3 2-7 15,0 1 5-15,-1 1-6 0,0 1 2 0,0-3 1 16,-3 3-1-16,-2-2 0 0,-1-1 2 0,-1 2 2 0,0-3-1 16,-1 0-7-16,0 2 3 0,-3-1-4 0,-2-1 4 15,-2 1-4-15,-5-1-7 0,0 0 0 0,-3 0-4 16,-1 1-14-16,-2 1-23 0,-3-1-10 0,-5-1-7 15,1 0-61-15,-1 0-130 0,1 0-36 0,16 4-59 16,-17-4-382-16</inkml:trace>
  <inkml:trace contextRef="#ctx0" brushRef="#br0" timeOffset="-110381.29">4975 7141 2120 0,'0'0'208'0,"0"0"38"0,-1 0-1 16,1-1-134-16,0 1-82 0,-1-1-29 0,1 1 0 15,-1-1 0-15,1 1-9 0,-22-15-4 0,22 15-3 16,0 0 1-16,0 0 5 0,0 1 3 0,-3 17 1 0,1-9-1 16,2 1 0-16,-2 3 17 0,-1 1 0 0,1 4 5 15,-1 2-8-15,-2 3 22 16,1 0-2-16,-2 5 11 0,1 1 13 0,-3 2 4 0,0 3-5 0,0-1 3 16,-1 1-12-16,1-2-12 0,-1 1-2 0,1-1-5 15,1-1-22-15,0-1 8 16,1-2-4-16,0-3 6 0,1-2-7 15,1-5-8-15,2-1-4 0,-2-5-6 0,3-1-52 0,1-11-18 16,0 1-1-16,0-1-6 0,0 1-34 0,0-1-23 16,0 0 12-16,5-2-5 0,0-9 87 0,1-3 33 15,1-3 2-15,1-5 11 0,-1 1 21 0,2-2 17 16,-1 0-4-16,1 0 10 0,-1-2 7 0,-1 3-2 16,-1 0 9-16,-1 2-7 0,1 3 5 0,-2 1 13 15,1 0-12-15,-2 2 12 0,-1 2-18 0,0 1-2 16,1 2 6-16,-2 2-4 0,0 1 4 0,-1 6-9 0,0 0-9 15,0 0 0-15,0-1-29 0,0 1-3 0,1-1-5 16,-1 1 2-16,1-1-7 0,0 1 5 0,14-3 3 16,-15 3 0-16,1 1 4 0,13 16 2 0,-9-8 2 0,2 1 0 15,1 2-2-15,1 2 5 0,2 2-5 0,-1 0 5 16,0 0 0-16,1 1 1 0,-1 1 1 0,1 1-2 16,-1 0-3-16,-1-1 7 0,-1-1-3 0,1-2 3 15,0-2-10-15,-2-1 4 0,2-3 0 0,-2-2 3 16,0-1-5-16,1-2 7 15,-1-1-6-15,0-3 4 16,0-2-16-16,1-3 0 0,0-1 1 0,0-4 2 0,-1-1 13 16,1-4 12-16,-1-1 3 0,2-3 3 0,0-3 16 15,0 0 9-15,-1-1 0 0,1-3 3 0,-1 0-6 0,0-3-16 16,1-2 0-16,-1 1-7 0,1 0-10 0,0 1-13 16,0 3 2-16,-1 3-3 0,0 1 6 0,-2 4-5 15,0 0 2-15,-1 2-2 0,-1 2-3 16,-1 1-4-16,1 3-6 0,-2 1-3 0,-1 2-50 0,-1 7-55 0,0-1-4 15,0 1-21-15,0-1-64 0,0 1-100 0,0-16-42 16</inkml:trace>
  <inkml:trace contextRef="#ctx0" brushRef="#br0" timeOffset="-110063.56">5458 7317 2780 0,'-1'6'120'16,"-1"0"-89"-16,2 2-8 0,-2 2-21 0,2 1-2 16,0 4 16-16,-2 2-1 0,1 3 6 0,-1 1-3 0,0 2 10 15,1 1-3-15,2 0 4 0,1-1-11 16,3 0-16-16,0-1 6 0,1-3-8 0,1-1 8 0,1-3-8 16,1-3-5-16,0-4 0 0,-1-2-15 0,1-3-14 15,0-2 6-15,-2-2-3 0,1-3 51 0,1-3 22 16,-1-2 7-16,2-4 3 0,-2-4 13 0,1-3 0 15,-1-2 1-15,1-2-2 0,-2 1-2 0,0 0-7 0,-2-1-1 16,-1 1-3-16,-1 0-11 0,-3 2-20 16,0 2 4-16,-4 1-8 0,1 2 8 0,-2 4 3 15,0 1 2-15,-3 3 0 0,0 1-1 0,-1 3-24 0,-2 0-7 16,-1 3-6-16,-2 1-36 0,-1 1-63 0,0 2-1 0,-2 1-32 16,-1 2-115-16,0 4-340 0</inkml:trace>
  <inkml:trace contextRef="#ctx0" brushRef="#br0" timeOffset="-98211.23">3074 7177 2250 0,'0'0'122'0,"-1"0"-12"0,1 0-1 0,0 0-60 16,0 0-39-16,-1 0-21 15,0-1-2-15,1 1 1 16,-1-1 4-16,-13-16 4 0,14 17 1 0,0 0 0 0,0-1-3 16,0 1-5-16,0 0 0 0,0-1 0 0,0 1 11 15,10-17 10-15,-10 17 1 0,0 0 4 0,1 0 0 16,0 0 1-16,-1 0 2 0,0 0 0 0,20-7 9 16,-20 7 4-16,0 0-2 0,0 0 3 0,17-2-4 15,-17 2 1-15,1 0-1 0,15 1 1 0,-16-1 7 0,1 0-9 16,19 0 7-16,-20 0-9 15,16-2 0-15,-16 2-4 0,18-2-1 0,-10 0 1 0,3 0 6 0,-1 0-8 16,0 0-1-16,2 0-2 0,1 0-3 0,1-1 0 16,2 1-1-16,-1 0-1 15,0 1 1-15,0-1-1 0,-1 1 6 0,0 0-5 0,0 0 3 0,0 1 11 16,-1 1-4-16,0-1 6 0,1 1-4 16,-2 1-5-16,0-2 0 0,0 1-2 15,2 0 5-15,-1-2-9 0,2 1 0 0,0 0-4 16,0 1-4-16,0-1-5 0,0-1 2 0,0 1-2 0,0 0 8 0,1 0-7 0,-2 1 5 0,0 0-6 31,-1 0 2-31,0 0-4 0,1 0 2 0,-2 0 0 16,0 0 7-16,2 1-4 0,0-2 1 0,-1 2-1 15,0-1 4-15,-1-1-4 0,2 0-2 0,-1 1 0 16,0-1 2-16,0 1-1 0,1 0 3 0,0-1-3 16,0 0 3-16,0 0-2 0,-1 0 1 0,2-1-1 0,0 0 1 15,1 0-1-15,0 0 0 0,1 0 0 0,-2 0 5 16,0 1-4-16,0-1 2 0,0 1-2 0,-2 1 5 0,1 0 0 15,-1 1-1-15,-1-1 1 16,0 1-1-16,-1 0-1 0,-1 0-2 0,2 0 1 0,-2 0-2 0,2 1-3 16,-1-1 3-16,1 0-3 0,-1-1 3 0,0-1-2 15,-1 1 3-15,0-1-2 0,1-1 0 0,-1 0 5 16,0 0-2-16,2-1 4 0,-2 2-3 0,1 0 2 16,0-1-2-16,-1 1 2 0,-1-1-9 0,0 1 3 0,1 0 1 15,0-1 1 1,0 1 3-16,1 1-4 0,-1-2-3 0,1 1 1 15,0 1 3-15,-2-1-4 0,1 1 3 0,-3-1-4 16,1 1 2-16,-3 0 4 0,-5-1-4 0,0 0 3 16,1 0-2-16,0 0-29 0,17 9-7 0,-18-9-16 15,0 0-84-15,0 0-137 0,0 1-37 0,0-1-61 16,0 0-414-16</inkml:trace>
  <inkml:trace contextRef="#ctx0" brushRef="#br0" timeOffset="-92697.13">3049 7213 2078 0,'-4'-3'77'16,"4"3"-18"-16,-1 0 34 0,1 0-58 0,0-1-2 16,-10-16-14-16,10 17 11 0,0 0-2 0,0-1 5 0,0 1 1 15,0-1 18-15,-1 1 3 0,1 0 3 0,0-1-12 16,-1 1-29-16,1 0-3 0,0 0-7 0,0 0-8 16,0 0 11-16,0 0-4 0,0 0 8 0,1 0 2 15,-1 0-3-15,22 2 7 0,-21-2-5 0,-1 0 6 0,23-1-5 31,-14 0-2-31,1 0 0 0,0-1-5 0,1 1 1 16,-1 0 0-16,1-1 0 0,1 1 2 0,-1-1-3 16,-1 1 1-16,2 1-2 0,-1-1 0 0,1 1 1 15,1-1 1-15,1 0 0 0,1 0 7 0,3 1 0 16,-1-1 4-16,1 0-3 0,1 0 11 0,-1 0-7 0,1 0-2 16,-1-1-1-16,1 1-4 0,-1-1-1 0,0 0 0 0,2 0-1 15,1-1 4-15,2 1-8 0,0 0 3 16,0-1-4-16,-1 1-1 0,0 1-3 0,-1-1-1 0,-1 2 0 15,-1 0 2-15,2 0-1 0,0 0-1 0,2 0 0 16,-1 1-3-16,0 0 1 0,0 0 3 0,-1 0-2 16,1-1 0-16,-1 0 1 0,-1 0-1 0,3 0 1 15,1 0 8-15,2-1 11 0,1 0-6 0,-2-2 6 16,0 1-10-16,0 0-5 0,-1 0 5 0,-1 1-6 0,1 0 1 16,0 1-4-16,1 0 0 0,-1 1 0 0,0-1 6 15,-1 2-5-15,-1 0 2 0,-2 0-3 0,-2 1-1 0,0 0 8 31,-1 0-2-31,1 0 5 0,1 0 5 0,0 0 2 16,0 0 1-16,-2-1-1 0,-1 0-9 0,1 0 1 16,-2 1-5-16,0-2 3 0,-1 1-2 0,-2 0 0 15,-2 0-2-15,0 0 1 0,1 0-3 0,-2 0-3 16,0 1 1-16,0 0-2 0,1 0 0 0,-2 0-12 16,0 1-32-16,-1-1-6 0,0 0-217 0,0 1-342 0</inkml:trace>
  <inkml:trace contextRef="#ctx0" brushRef="#br0" timeOffset="-88863.93">3743 1211 1961 0,'0'0'76'0,"0"0"-27"0,0 0 35 0,0 0-83 0,0 0 12 16,0 0-2-16,0 0 47 0,0 0 3 0,0 0 10 0,0 0 10 15,-1-1-5-15,1 1-3 0,-1-1-2 16,1 1-21-16,0 0-10 0,0 0-5 0,-1 0-1 0,0 0-15 16,1 0-9-16,-1 0-3 0,1 0-2 0,0 1-5 15,-1-1 0-15,1 1 3 0,-17 19-2 0,17-20 1 0,0 1 1 31,-4 19-1-31,4-20 2 0,0 1-2 0,-5 21 2 0,2-12-1 0,1 0 1 0,2 2-5 0,-1 0 0 32,0 2-1-32,0 0 1 0,0 1 2 0,0 2-2 15,3-1 3-15,-1 1-3 0,1 1 4 0,-1-1-1 16,1 2-2-16,0 2 0 0,0 1 0 0,1 0 3 16,-2 0-2-16,1-2 0 0,0 1-7 0,1-3 9 0,-1-1-1 15,-1-1 6-15,1-2-8 0,0 2 2 0,-1 1 2 16,0-1-1-16,0 0-2 0,1-2 5 0,-1-1-8 0,0-3 5 15,-1 0-8-15,1-2 5 0,-1-1 2 0,2 0 1 16,-2-7-4-16,0 0-36 0,0 0-18 0,0 1-11 16,0-1-110-16,0 1-84 0,0-1-29 0</inkml:trace>
  <inkml:trace contextRef="#ctx0" brushRef="#br0" timeOffset="-86540.76">3787 1234 1848 0,'-8'-4'75'0,"1"1"-27"16,-1 2-3-16,2 1-18 0,-1 0-23 0,7 0 9 0,0 0-5 16,0 0 5-16,-21 3-5 0,20-3 11 0,1 0 6 15,0 0-1-15,0 0-1 0,-17 2-15 16,17-2 1-16,0 0-5 0,0 0 11 0,0 0 52 0,0 0-9 0,0 0 23 15,1 0-9 1,18 1-12-16,-19-1-5 0,1 0-3 16,18-7-26-16,-10 3 6 0,-1-1-3 0,2 3 3 15,0-1-7-15,2 0-1 0,-1 1 3 0,1 0-1 16,0 1 9-16,1 0-16 0,-1 1 0 0,1 0-6 16,0 0-7-16,0 2-6 0,0 1 4 0,1 0-4 0,-3 0 6 15,0 0-6-15,-1 1 2 0,-3 0-3 0,0 1 1 16,0 0-5-16,-3-1 2 0,-1 3-2 0,-1 0 5 0,-2 1-7 15,-1 1 4-15,-2 2-4 0,-1 0 11 0,-3 2 0 16,-2 2 4-16,-3 0-2 0,-1 1 7 0,-2 0-7 16,-1 1 0-16,0-2-2 0,1 1-4 0,3-1 2 15,-3 0 0-15,2 0 2 0,-1 0-4 0,0-1 5 16,0-1-4-16,1 0 5 0,1 0-10 0,-1-1-34 16,0 0-4-16,0-2-14 15,0 1-50-15,0-1-69 0,1-1-9 0,0-1-29 16,1-1-116-16</inkml:trace>
  <inkml:trace contextRef="#ctx0" brushRef="#br0" timeOffset="-86046.98">4192 1251 2014 0,'-5'-6'126'15,"1"1"258"-15,4 5-356 16,-1 0-14-16,1 0-3 0,0-1 0 16,-1 1 13-16,1-1 9 0,-1 1 4 0,1-1 0 15,0 1 3-15,-18-10-12 0,18 10-2 16,0 0-3-16,0 0-12 0,0 0-4 0,-18 5 1 0,18-5-1 16,0 0 0-16,-15 16-6 0,9-8 2 0,0 0-3 15,-1 0 0-15,0 3 5 0,2 0 0 0,-1 1 1 16,0 1-2-16,1 1 3 0,1 2-4 0,0 2 4 15,1 0-4-15,3 1-3 0,-1 1 2 0,2 2-2 0,0 1-3 16,2 1 5-16,0 1-2 0,2 0 2 16,0-1-1-16,1-1 3 0,1-3 0 0,1-2 0 0,1-4-2 0,1-1 5 15,1-2 1-15,1 0 1 0,0-1 2 0,1-2-19 16,-1 0-3-16,1-4-6 0,0 0-16 0,1-1-16 16,0-3-8-16,0-2-6 0,1-1-57 0,0-1-87 15,-1-2-9-15,3-1-43 0,-1-2-214 0</inkml:trace>
  <inkml:trace contextRef="#ctx0" brushRef="#br0" timeOffset="-85696.84">4391 1306 2764 0,'0'0'143'0,"0"0"274"0,-1 0-444 0,1 0-26 15,0 0-1-15,0 0-2 0,7 10 40 0,0-3 16 16,0 1 4-16,-1 1 3 0,1 1 1 0,1 2-8 16,0-1 3-16,1 1-4 0,1 1 4 0,2 1-6 15,-2 0 2-15,2 2-2 0,1-1 8 0,-1 2-6 16,0 0 2-16,2 0-2 0,-1 0 2 15,1-1 0-15,1 0 1 0,-1-1 0 16,0-1 6-16,0-1 0 0,-3-1-6 16,0-2 6-16,-1 0 1 0,1-2 0 0,-2-1 4 15,0-1-3-15,0-1 0 0,-1-1-10 0,0 0-5 16,-2 0-5-16,-6-4-36 0,1 0-60 0,-1 0-3 0,0 0-24 16,19 0-69-16,-19 0-60 0,0 0-31 0</inkml:trace>
  <inkml:trace contextRef="#ctx0" brushRef="#br0" timeOffset="-85364.08">4723 1233 2713 0,'0'0'84'0,"0"-1"25"0,0 1-122 0,-1-1 5 0,0 1 0 31,-16-7 3-31,17 7 14 0,0 0 11 0,-1 0 1 16,-19 8 3-16,11-4-10 0,-1 3-6 0,-1 1 2 0,-2 3-1 16,-2 2 5-16,-2 2-1 0,-1 1 0 0,-1 2 0 15,0 2 5-15,3 1-7 0,1 1 5 0,0-2-4 16,1 0 1-16,1 1 1 0,0-2-5 0,0 2 2 15,1 1-11-15,2-3 4 0,0 1-1 0,1-3 4 16,1 1-6-16,-2-4-82 0,2 1-6 16,-1-2-35-16,2-3-83 0,1-1-128 0,1-1-56 0</inkml:trace>
  <inkml:trace contextRef="#ctx0" brushRef="#br0" timeOffset="-84979.41">4755 1351 2619 0,'0'0'170'0,"0"0"-151"0,0 0 18 0,0 0-64 0,0 0 13 15,0 0 18-15,0 0 6 0,0 0 4 16,17 9 19-16,-16-9 36 0,16 2 7 0,-6 0 10 0,1-1-1 0,2-1-36 16,1 0-10-16,0 0-3 0,0-1-12 15,1 0-1-15,0 0 0 0,0-2 0 0,0 2-4 0,0-2-1 16,-2 1-3-16,2 0-1 0,-1 0-15 0,0 0 4 15,1 0-5-15,-3-1 3 0,0 1-25 0,-3 1-54 32,0-1 0-32,-2 1-25 0,-1-1-62 0,-2 1-88 15,-5 1-18-15,1 0-38 0,-1 0-213 0</inkml:trace>
  <inkml:trace contextRef="#ctx0" brushRef="#br0" timeOffset="-84679.69">4795 1497 1353 0,'0'0'194'0,"-1"0"379"16,0 0 295-16,1 0-833 0,0 0-90 0,0 0 34 0,0 0-6 0,0 0 18 0,1 0 17 16,22 1 10-16,-13 0 3 0,0-1 0 0,2 0-6 0,0 0-2 15,2 0-3-15,1-1 2 0,0 0 0 16,2 1-8-16,-2-1 2 0,2 0-3 0,1 1 6 0,0-2 1 31,0-1 3-31,2 1-2 0,1-2 0 0,-1 1 3 16,0 0-4-16,-2 1 5 0,-1 0-2 0,-1 0-5 15,-1-1 1-15,-1 0-3 0,-1 1 0 0,-2 1-5 16,-2 0 7-16,1 1-6 0,-1 0 4 0,-2-1-3 0,1 1-6 16,-3-2-2-16,2 2-76 0,-7 0-87 0,0 0-17 15,0 0-28-15,1 0-120 0</inkml:trace>
  <inkml:trace contextRef="#ctx0" brushRef="#br0" timeOffset="-83763.29">5458 1225 2479 0,'0'0'76'15,"0"0"25"-15,0 0-124 0,0 0 35 0,0 0 0 0,0 0 15 16,0 1 12-16,0-1 2 0,0 1-4 0,0-1 2 15,5 19-13-15,-5-19-11 0,0 0-2 0,3 20-3 16,-2-11 1-16,-2 1 4 0,1 1 3 0,-1 2-2 16,1 0-6-16,0 2 1 0,-1 1-1 0,0 0 2 15,1-1 8-15,0 0-5 0,0-1 3 0,1-1-3 0,1-1 1 16,0 0 0-16,-1-1-5 0,2 1 2 16,-2 0-8-16,2-1 5 0,-1-1-2 0,1-1 3 0,-1-1-9 15,0-1-29-15,1 0-12 0,-1-1-10 0,1 0-66 0,-3-6-26 16,0 0-9-16,0 1-9 0,0-1-71 0,0 1-104 31,1-1-94-31</inkml:trace>
  <inkml:trace contextRef="#ctx0" brushRef="#br0" timeOffset="-83412.45">5578 1129 2830 0,'0'0'63'0,"0"0"-89"0,0 0-4 0,0 0-20 15,0 0 52-15,0 0 20 0,18 15 6 0,-18-15 0 16,13 12 1-16,-6-5-10 0,0 0-6 0,1 1 0 0,1-2-16 16,-2 1 7-16,3 2 6 0,-1-1 0 0,0 1 12 0,0 0-4 15,0 1-2-15,-1 1 1 0,-1 2 5 0,0 2-5 16,0 0 4-16,-1 3-5 0,0-1 6 0,0 3-14 31,-1 2 5-31,-2 1-8 0,1 0 3 0,-2 1-8 16,0 3 1-16,-2 0-2 0,-2 3 4 0,0 2-2 15,-2-2 0-15,-2-1 0 0,-1-2 0 0,-1 0 3 16,-1 1 1-16,-2-1 0 0,0 0 2 0,-2-3 2 16,1-1-3-16,-1-3 3 0,1-2-7 0,1-3-1 0,1 0 0 15,2-3-1-15,-1 0-2 0,-1-3-68 0,2 0-8 16,-1-4-29-16,0-1-116 0,0-3-186 0,1-1 789 0</inkml:trace>
  <inkml:trace contextRef="#ctx0" brushRef="#br0" timeOffset="-83179">5945 1445 3544 0,'0'0'84'0,"0"0"-78"0,0 0-46 0,15 5 30 15,-6 0 0-15,0 1 12 0,-1 0 21 0,0-1-8 16,-2 1 1-16,0-1-4 0,-2 0-1 0,2 1-4 31,-2-2 0-31,0 0-1 0,-4-4 3 0,0 0-4 16,0 1 1-16,1-1-4 0,0 0-3 0,-1 1-28 0,17 14-13 16,-17-15-12-16,0 0-111 0,0 0-193 15,0 0-66-15</inkml:trace>
  <inkml:trace contextRef="#ctx0" brushRef="#br0" timeOffset="-82747.04">6323 1173 3238 0,'0'0'97'0,"0"0"-85"0,0-1-14 0,0 1-26 0,0 0-31 15,0 0 47-15,0 0 0 0,0 0 13 0,0 0 2 0,0 1-7 16,2 20 1-16,-2-21-3 16,5 18 0-16,-4-8-2 0,2 2-1 0,1 3 1 0,-1 1 4 0,2 3-1 15,-1 1 2-15,0 3 0 0,0 0 1 0,-2 3 5 16,0 1-3-16,0 0 5 16,-1 1-5-16,-2 0 1 0,0 2 2 0,-1-1-1 15,1-1-2-15,-1-2 2 0,0-2-1 0,-1-3 3 16,2-1 0-16,-1-1-36 0,1-2-16 0,-1 0-11 15,1-3-70-15,0-1-7 0,1-1 3 16,-2-2-7-16,2-2-20 0,0-8-46 0,0 1-3 0,0-1-20 16,0 1-66-16,0-1-239 0</inkml:trace>
  <inkml:trace contextRef="#ctx0" brushRef="#br0" timeOffset="-82398.5">6319 1088 1939 0,'-1'-6'78'0,"-1"0"39"0,2 6-62 0,0 0 27 16,0 0-1-16,0-1 9 0,0 1-22 0,0 0-24 15,0-1-4-15,0 1-3 0,0 0 9 0,0 0-16 16,1 0 4-16,16 7-11 0,-16-7-9 0,16 7 2 16,-5-4-2-16,3 0 2 15,1-1-1-15,1 1 1 0,1-1-2 0,-1 0 0 0,1 0-5 0,-1-2-3 16,1 2 1-16,-1-1-1 0,1 0 1 0,0 2-3 15,-2-1 2 1,-2 1-3-16,-2 1-3 0,-3 0 35 0,-1 1-6 0,-3 0 15 16,-1 2-16-16,-2 0-8 0,-1 0-5 15,-1 2 0-15,-3 1-9 0,-1 3 0 0,-2 1 1 16,-3 1-2-16,-4 2-13 0,-2 0-1 0,-2 2-7 0,-1 0 5 16,-1 0-13-16,2 0 12 0,-1-1-1 0,1-1 4 15,0-1-2-15,0-2 6 0,1-1-2 0,2-1-5 16,1-1-95-16,2-1-121 0,1-2-45 0,0-1 91 15,2 0 1184-15</inkml:trace>
  <inkml:trace contextRef="#ctx0" brushRef="#br0" timeOffset="-81896.93">6952 1130 3188 0,'-6'1'75'0,"-1"0"-96"15,0 3-11-15,0 1-34 0,-1 1 2 0,1 4 69 0,-2 2-4 16,0 2 18-16,-1 4-8 0,-2-5-11 0,3 6 1 31,0 2-3-31,1 3-2 0,-2 3 5 0,2 2-1 16,-1 4 4-16,3 0-4 0,1 0 0 0,0 0 0 0,3-1 0 16,1 2 5-16,2-5 1 0,2 0 3 0,3-6-2 15,2-3 1-15,0-4-37 0,2-5 1 0,1-3-16 16,0 0-10-16,0-4-28 0,3-1-6 0,1-4-13 15,1-4-56-15,2-3-107 0,1-5-21 0</inkml:trace>
  <inkml:trace contextRef="#ctx0" brushRef="#br0" timeOffset="-81504.97">7095 1075 2887 0,'0'0'75'0,"0"0"-3"16,0 0-137-16,0 0 56 0,0 0-11 0,0 0 28 0,18 12 4 15,-18-12 1-15,8 13 0 0,-3-5 1 16,0 2 0-16,1 1-7 0,0 0 3 0,1 2-5 0,0 1 2 0,-1 0 3 16,2 1 0-16,1 0 1 0,-2-2-8 0,2 2 5 15,-2-2-4 1,0 1 5-16,0-2 2 0,-1-2-25 0,1 1-10 0,-2-3-9 0,0-1-62 0,0-3-60 15,0-1-16-15,-5-3-23 0,1 0-144 0</inkml:trace>
  <inkml:trace contextRef="#ctx0" brushRef="#br0" timeOffset="-81145.84">7419 1041 2262 0,'0'0'383'0,"0"0"-307"0,0 0 63 0,-1 1-194 15,-13 16 2-15,9-6 83 0,-2 3 0 0,-3 2 29 16,0 1 9-16,-2 3-22 0,0 0-3 0,1 0-9 16,-2 0-32-16,1 0 5 0,-1 0-4 0,1-2 4 0,1 1-10 15,0-2-65-15,1-2-8 0,1-3-24 0,0-2-72 16,1-2 20-16,1-2-3 0,7-6 10 0,0 0 0 0,-1 0 41 31,1 0 7-31,-1 0 18 0,1 0 64 0,0-1 22 0,0 1 23 0,0-17 3 0,0 17 103 0,0-1-4 16,1 1-5-16,15-11-2 0,-16 11-33 0,0 0-22 15,0 0 4-15,1 0-10 0,17 5 3 0,-18-5-9 32,7 13 0-32,-3-3-4 0,-2 2-4 0,1 3-20 15,0 1 1-15,-1 4-11 0,0 1-8 0,0 2 0 16,-1 4-3-16,1 3 2 0,-1 3-4 0,0 2-1 0,0 0 2 16,-1-1-2-16,-1-1 1 0,0 1-2 0,-1 0 2 0,0-2-3 15,0-3 3-15,0-5-30 0,2-2-6 0,-1-6-12 16,1 0-53-16,-1-4-31 0,1-4-9 0,0-8-12 15,0 1-84-15,0-1-113 0</inkml:trace>
  <inkml:trace contextRef="#ctx0" brushRef="#br0" timeOffset="-80896.99">7416 1287 2638 0,'0'0'454'0,"0"0"-454"0,0 0 13 0,0 0-55 0,0 0-1 0,0 0 61 15,1 1-1-15,-1-1 22 0,17 19 7 0,-17-19-16 16,10 14-1-16,-3-6-6 0,2 1-16 0,3-1 10 31,-1 0-3-31,3-1 5 0,-1-1-1 0,1 0 3 16,1-2 2-16,1 1-2 0,0 0-7 0,0-1-1 16,-1 0-3-16,-1-2 1 0,1 1-7 0,-2-1-19 0,0-1-7 15,0 0-6-15,-2-1-33 0,0 0-10 0,-2-1-9 16,-1 0-4-16,-1 0-57 0,-7 1-30 0,0 0-6 0,0 0-11 15,1 0-59-15,-1 0-110 0,1 0-153 0</inkml:trace>
  <inkml:trace contextRef="#ctx0" brushRef="#br0" timeOffset="-80658.94">7526 1445 1902 0,'-8'0'322'0,"1"1"-207"0,-2 2 40 0,1 1-133 0,0 4-29 16,2-1 50-16,1 1 4 0,2 0 18 0,0-1 18 0,2-1-18 15,1 0-5-15,2 1-5 16,1-2-16-16,3 0 25 0,0 0 10 0,3 0 5 0,1 0 22 0,1-1-31 31,3-1-4-31,1 0-10 0,2-1-20 0,1-1-14 16,1 0-3-16,-1-1-4 0,0-1-8 0,2 1 1 15,-2-2 2-15,1 0-2 0,-2 0-4 0,-1 0-8 16,-1 0-10-16,-1 0 1 0,0 0-31 0,-2-1-20 0,0 0-3 16,-3 0-9-16,0 0-51 0,-1 0-42 15,-2 1 1-15,0-1-16 0,-1 0-8 0,0-2-33 0,-1-1-16 16,-1-1-23-16,1 0-239 0</inkml:trace>
  <inkml:trace contextRef="#ctx0" brushRef="#br0" timeOffset="-80430.58">7829 1200 2246 0,'0'0'88'16,"0"0"106"-16,0-1-204 0,0 1 24 0,0 0 4 0,0 0 9 15,0 0 25-15,0 0 13 0,-1 0-8 0,-6 16 7 0,7-8-22 0,0 2-13 16,0 2-2-16,0 4-3 0,0 1 1 15,1 3-4-15,0 0 0 0,-1 1-3 0,1 2-6 0,-1-2 1 32,1 1 1-32,-1-3-2 0,0 2-3 0,0-1 1 15,0 0-3-15,0 0 2 0,0-1-5 0,0-3 2 16,0 0-7-16,1-3 1 0,-1-2-39 0,0-3-45 16,2-1-1-16,-2-7-22 0,0 1-76 0,0-1-86 15,0 1-12-15,0-1 96 0,12-4 1384 0</inkml:trace>
  <inkml:trace contextRef="#ctx0" brushRef="#br0" timeOffset="-80147">7968 962 3177 0,'0'0'6'0,"0"0"-68"0,4 13 3 0,0-4-14 0,3 3 87 16,0 1 9-16,0 0 5 0,-1 4-2 0,2 0-6 0,-1 3-11 15,2 1 5-15,0 3-6 0,-2 0-6 0,0 1 4 16,1-2-5-16,1 3 6 0,1 1-8 0,0 0 1 31,-2 3 0-31,0-2 2 0,1 1 1 0,-2-1-1 16,0-2 0-16,-1-1 1 0,-1-1 12 0,-1 1 8 16,0 2-3-16,-3 1 3 0,0 0-14 0,-1-2-5 15,-2 0 3-15,-2-1-5 0,0 0-4 0,-2 1 2 0,-1 0-5 16,-1 0 5-16,-1-1-7 0,1-4-74 15,2-1-6-15,-4-4-37 0,3-4-145 0,-2-1-126 0,-3-5-129 16</inkml:trace>
  <inkml:trace contextRef="#ctx0" brushRef="#br0" timeOffset="-79746.97">8468 1241 2627 0,'0'0'454'0,"0"0"-476"0,0 0 38 15,1 0-73-15,22 17 72 0,-9-12 25 0,3-1-6 0,3-1 10 16,0 0-8-16,2-1-12 0,1-2 8 0,3 1-10 16,-1-2-4-16,1 0-4 0,1-1-1 0,-1 0-1 15,1-1-3-15,-1 1 0 0,-1-1-4 0,-2-1 3 0,-1 2-4 16,-2-3 2-16,-1 0-6 0,-2 1 0 0,-1-2-55 15,-2 0-72 1,1 2-12-16,-3 0-23 0,-1 1-78 0,-2 1-131 16,-2-3-162-16</inkml:trace>
  <inkml:trace contextRef="#ctx0" brushRef="#br0" timeOffset="-79491">8521 1474 3040 0,'0'0'526'0,"0"0"-609"0,0 0 55 0,22 4-93 15,-7-3 115-15,6 0 11 0,1 1 1 0,0 0 4 16,0-1 6-16,1 0 31 0,2 1-11 0,3-2 14 16,2 0-42-16,4 0 4 0,-2 0-3 0,1 0 4 15,-3 1-6-15,-1 0-3 16,-1 1 1-16,-1 1-2 0,0-1 0 0,-3 0-1 15,0 0 1-15,-6-1-1 0,-1 0 2 0,-1 0-4 0,-2 1-22 0,-3-1 2 0,0-1-96 0,-3 0-90 16,-1-1 0-16,-1 0-41 0,0-1-100 0</inkml:trace>
  <inkml:trace contextRef="#ctx0" brushRef="#br0" timeOffset="-79180.18">9461 995 3427 0,'0'0'54'0,"0"0"-61"16,0 1-134-16,0 13 97 0,2-4-2 0,0 2 38 16,-1 2 27-16,-2 4 4 0,0 4-5 0,0 3 3 15,-2 3-12-15,1 2 1 0,0 0 0 0,1 5 0 16,-1 1-4-16,1 5 0 0,0 2-1 0,0-1 0 15,1 0 0-15,0-2 4 0,0 1 0 0,0 0 0 32,-1-3-5-32,0-4 2 0,1-1 2 0,0-4-1 0,0 1 1 15,0-2 2-15,0-3 1 0,0-3 0 0,1-3-2 0,0-3-19 16,1-3-8-16,-1-4-6 0,1-1-45 16,-2-8-36-16,0 0-8 0,0 1-10 0,0-1-22 0,0 1-19 15,0-1-2-15,0 0-14 0,7-4-74 0</inkml:trace>
  <inkml:trace contextRef="#ctx0" brushRef="#br0" timeOffset="-78847.29">9402 990 2328 0,'0'0'391'0,"0"0"-258"0,0 0 97 0,0-1-277 15,0 1-9-15,0 0 38 0,0 0 1 0,18 0 12 0,-9 3 18 32,2 1-5-32,1-2 3 0,3 1-5 0,2 0-4 0,2-1 7 15,3 1-3-15,0 2 4 0,1-2-1 0,0-1-6 16,2 1 0-16,0 0-2 0,0 1-1 0,-1 1-3 16,-2 1 4-16,-2-1-4 0,-2 0 8 0,-3 2-2 15,-1 0 5-15,-3 1-1 0,-2 0 25 0,-3 1-4 16,-1 1-7-16,-3 1 1 0,-1 1-7 0,-3 2-9 15,-2 0 7-15,-3 2-8 0,-2 2 11 0,-4 0-5 16,0 1-2-16,-5 0-1 0,-1-1-13 0,-2 3 3 0,-1-2-2 16,-2-1 3-16,1-1-1 15,1-3-46-15,5 0-9 0,1-4-23 0,2-1-109 0,3-3-131 0,-1-3-26 16</inkml:trace>
  <inkml:trace contextRef="#ctx0" brushRef="#br0" timeOffset="-78479.38">10103 1025 2883 0,'0'0'199'0,"0"0"-238"16,0 0-28-16,-1 0-37 0,-18 5 83 0,19-5 36 15,-14 11 0-15,3-4 12 0,0 0-10 0,0 1-5 16,-1 0-7-16,0 2 4 0,0 1-8 0,-1 1 1 0,-1 2 1 16,-1 1-1-16,1 1-3 0,-1 2 8 0,-2 1 1 15,1 2 3-15,-1 1 2 0,1 2 14 0,-1 3-1 16,3 3 5-16,1 1-12 0,3 1-6 0,2-2-3 16,2-1 2-16,2 1 3 0,1-1 5 0,2 1-1 0,3 0 2 15,3-3 3-15,0-3 2 0,3-3 0 0,2-3 2 16,0-1 1-16,5-1-9 0,2-2-3 0,1-2-5 15,1-2-29-15,-1-2-35 0,0-3-10 0,0-3-12 16,-1-2-65 0,2-3-62-16,-2-2-8 0,0-2-23 15,-1-2-69-15</inkml:trace>
  <inkml:trace contextRef="#ctx0" brushRef="#br0" timeOffset="-76875.01">10155 1194 2481 0,'-4'-7'111'0,"-1"3"-30"0,0 0 4 16,5 4-45-16,0 0-17 0,0 0 26 0,-1 0-2 15,0 0 6-15,1 0-16 0,-19 8-12 0,19-8-2 0,5 13-3 16,-1-3-5-16,4 0-10 0,0 3 4 0,4 2-6 31,1 1 3-31,3 3 2 0,1 1-1 0,1 2 1 16,0 1-4-16,1 0-4 0,1 2 2 0,0-3-2 16,0 0 3-16,-1 0 3 0,-1 0-2 0,-1 3 2 15,-1-2-4-15,-1 0 3 0,-1-2 0 16,-1-3-1-16,-1-2-10 0,-2-2-44 0,0-1-1 0,0-3-16 0,-1-1-28 15,0-3-30-15,0-2-10 0,-1-3-12 16,1 1-74-16,-1-4-93 0,0-3 806 0</inkml:trace>
  <inkml:trace contextRef="#ctx0" brushRef="#br0" timeOffset="-76646.94">10533 1138 2476 0,'0'0'426'0,"0"0"-439"0,0 0 28 0,-1 0-75 16,1 0 5-16,-17 1 57 0,12 4-6 0,-3 2 25 0,-2 0 12 15,-2 3-15-15,-1 1 3 0,-1 1-9 16,-1 1-8-16,-3 4 1 0,0 0-2 0,-1 3 1 16,0 1-2-16,-1 2 4 0,1 1-2 0,-1-1 3 15,1 0-2-15,3-1-2 0,1-3-1 0,1-1-1 16,4 0-5-16,-1-1-51 0,1-1-20 0,3-3-20 0,-2-1-149 0,3-4-148 15,-1 0-167-15</inkml:trace>
  <inkml:trace contextRef="#ctx0" brushRef="#br0" timeOffset="-76446.38">10537 1193 3321 0,'0'0'66'0,"15"3"-83"0,-5 0-32 0,4 2 50 15,2-1-1-15,1 1 17 0,1 3-6 0,0-1-7 0,-1 0 6 16,0-1-6-16,0 1 7 0,1-1-4 0,-2 1-2 16,0 0 0-1,-1-1-3-15,-3-1-10 0,-1-1-14 16,0 2-4-16,-3-1-89 0,0-1-43 0,-1-1-8 0,-2-1-15 16,-5-2-89-16,0 0-365 0</inkml:trace>
  <inkml:trace contextRef="#ctx0" brushRef="#br0" timeOffset="-76241.97">10504 1370 3120 0,'0'0'-70'16,"0"1"34"-16,0-1 1 0,0 1 19 0,6 18 58 0,-6-19 13 16,14 11-1-16,-4-6 4 0,3 0-17 0,3 0-22 15,2-1 6-15,1 0-13 0,1 2 1 0,0-2-7 16,1 0-1-16,-3-1-1 0,0 0 0 0,0-1-28 15,0 1-6-15,0-2-13 0,-1-1-65 0,-1 0-36 32,-1-2-9-32,-1-2-11 0,-1-2-62 0,0-2-374 0</inkml:trace>
  <inkml:trace contextRef="#ctx0" brushRef="#br0" timeOffset="-75997.13">11000 987 2873 0,'-1'5'-121'0,"0"2"56"0,1 2 5 0,0 1 23 15,0 4 54-15,0 0 17 0,-2 3-1 0,1 3 6 0,-1 0-13 0,2 2-9 16,0 2-4-16,1 0-1 0,0 0-7 0,-1 1 10 16,1 2-7-16,-1 0 8 0,0 2-10 0,1 1 3 15,0-2 0-15,-1-1 0 0,1-3-4 0,-1 0 1 16,1-1 1-16,-1-1 0 0,0 1-3 0,1-3 0 15,0-3-4-15,0-1-1 16,1-2-61-16,0-3-111 0,-1-2-16 16,2-2-41-16,1-1-141 0</inkml:trace>
  <inkml:trace contextRef="#ctx0" brushRef="#br0" timeOffset="-75823.86">11216 1467 3182 0,'0'0'-14'0,"0"1"-37"0,6 16-12 0,-3-7 7 16,-1 3 50-16,-1 2 9 0,-1 1 2 0,-3 0 1 15,-2 2 1-15,-1-2-14 0,-3-2-21 0,-1 1-4 0,0-4-128 0,-2-3-159 16,-1-1-52-16</inkml:trace>
  <inkml:trace contextRef="#ctx0" brushRef="#br0" timeOffset="-75579.98">11385 1002 2741 0,'0'0'474'0,"0"0"-529"0,0 0 27 0,1 0-58 16,16 10 38-16,-9-1 48 0,0 2-6 0,0 0 20 15,-3 3 6-15,-1 0-12 0,1 1 4 0,-1 2-7 16,-1-1 1-16,1 2 1 0,-1 1-2 0,1-1 0 16,-1 1-8-16,1 0 8 0,-1 0-6 0,1 0 6 15,-1-1-10-15,0-2 11 0,-1 0-10 0,1-4 4 16,-1 0-88-16,0-4-75 16,-2-8-11-16,0 0-23 0,0 1-59 0</inkml:trace>
  <inkml:trace contextRef="#ctx0" brushRef="#br0" timeOffset="-75198.39">11699 1063 1594 0,'0'0'224'0,"0"0"1046"0,0 0-1384 0,0 0 67 16,0 16 11-16,-1-5 20 0,-3 0 56 0,-1 2-5 0,-3 2-4 15,-1-1-1-15,-2 1-26 0,-2 0 1 0,1 1 0 16,-3-1-1-16,0-2-4 0,0 0-26 0,0-2-10 0,1-2-8 0,-1 0-72 15,0-3-39-15,2-1-1 0,-2-3-11 16,2-1 19-16,3-2 23 0,2-1 2 0,1-1 4 16,7 3-21-16,0 0 26 0,0 0 14 0,-1-1 17 15,-9-15 160-15,10 16 43 16,0 0 1-16,0 0 10 0,1 0-11 0,0 0-24 16,-1 0 6-16,16-3-15 0,-16 3-1 0,1 1-14 0,9 16 2 0,-5-7-7 0,-2 1-4 0,1 2-14 15,-2 3-3-15,1 2-4 0,-1 0-9 16,0 4-9-16,0 0 8 0,0 1-9 0,0 2 7 15,0 2-5 1,0 2-4-16,-1 3 1 0,0 0-4 0,-1-3-11 0,-1-1 8 0,0-2-9 0,0-3 9 0,0 0-7 31,-1-3-1-31,2-4-4 0,0-1-37 0,-1-5-62 16,2-1-9-16,-1-9-22 0,0 0-96 0,0 0-93 16,0 0 763-16</inkml:trace>
  <inkml:trace contextRef="#ctx0" brushRef="#br0" timeOffset="-74964.54">11706 1206 2880 0,'0'0'503'0,"0"0"-576"16,0 0 15-16,0 0-25 0,0 1 80 0,20 16 25 0,-12-11 8 0,2 2 3 0,1 0 8 15,0 2-20 1,1-2 7-16,0-2-12 0,1 1 0 0,2-1-5 0,0-1-3 0,-1 1 0 0,1-2-8 15,-2 0 4-15,-2 0-1 0,0-1 2 0,-2 0-12 0,0 0-36 16,-2-1-8-16,0 0-12 0,-7-2-57 0,1 0-65 31,-1 0-1-31,0 0-26 0,0 0-46 0,1 0-121 16,-1 0 875-16</inkml:trace>
  <inkml:trace contextRef="#ctx0" brushRef="#br0" timeOffset="-74746.19">11668 1417 1294 0,'0'0'185'0,"0"0"298"0,0 0 307 16,0 0-827-16,0 1 36 0,-5 15 50 15,5-16 12-15,0 0 11 0,10 17 24 0,-10-17-30 0,15 8-1 0,-4-4-11 16,2 0-12-16,4 0-13 0,1-1-1 0,0 0-5 16,2-1-8-16,0 0-4 0,0 0 1 0,1-1-2 0,-2-1-3 15,-1 0-8-15,0-2-3 0,-2 2-4 0,0-1-21 16,-2 0-24-16,0-1-5 0,-1-1-8 0,-1-1-38 0,-2 1-41 31,1 0-6-31,-3-1-16 0,1 1-65 0,-2-1-150 16</inkml:trace>
  <inkml:trace contextRef="#ctx0" brushRef="#br0" timeOffset="-74513.2">12134 1170 3137 0,'0'0'-66'0,"0"0"-2"0,0 1 4 16,7 19 11-16,-4-9 77 0,-1 0 11 0,1 2-10 0,-2 2 10 15,0 3-18-15,0 3-1 0,-1 1 5 0,1 0-5 16,0 3 1-16,-1-2-3 0,0 2-6 0,0-1 3 16,-1 2-11-16,0 0 6 0,0 0-2 0,0 0 3 15,0-1-5-15,-2-3 2 0,2-2-1 0,0-4-1 16,0-5-21-16,0-2-58 15,1-9-14-15,0 1-16 0,0-1-68 0,0 1-41 16,0-1-40-16</inkml:trace>
  <inkml:trace contextRef="#ctx0" brushRef="#br0" timeOffset="-74212.96">12349 1002 2939 0,'0'0'40'16,"0"0"-121"-16,12 8 6 0,-4 0 58 0,1 2 6 16,1 0 17-16,0 2 35 0,-1 2-19 0,-1 1 5 0,0 1-11 15,0 2-8-15,-2 2-6 0,0 1-1 0,-1-1-1 16,2 2 6-16,-1-2-4 0,2 4 2 0,0 1-3 16,1 2 2-16,0 2 0 0,0-1-2 0,0-1 2 31,-1 0 2-31,0 0 24 0,-1-1 2 0,-3 2 7 0,0 0 11 0,-2 1 4 15,0 1-1-15,-2-1 1 0,-2-1-9 0,0 0-8 16,-2 2-4-16,-3 1-1 0,-1 1-6 16,-2 0-8-16,-1-2 1 0,-2-3-5 0,-1-2-13 0,1-2 1 15,-2-2-9-15,0-1-1 0,-1-1-91 16,-2-5-145-16,-1-1-38 0,-4-4-62 0,-4-1-438 0</inkml:trace>
  <inkml:trace contextRef="#ctx0" brushRef="#br0" timeOffset="-71846.72">3128 885 1733 0,'-5'-5'81'16,"5"5"-27"-16,0 0-4 0,-1 0-63 0,0 0-29 0,1 0 3 16,0 0-8-16,0 0 17 0,0 1 15 0,0-1 23 15,0 15-1-15,4-7 9 0,2 0 2 0,-1 0 7 16,0 2 0-16,2 0 3 16,-2 1 12-16,0-2 6 0,1 2 6 0,0 0-2 0,0-2-10 0,1 2 1 15,0-1-8-15,-1-1 5 16,3 3-17-16,-1-1 5 0,2 0-6 0,2 2 4 15,-1 1-16-15,3-1 3 0,-1 0-2 0,0 0 2 16,1-1-2-16,-2 1-4 0,-1-2 1 0,0 2-1 16,-2-2 2-16,0-1 6 0,-2-1-2 0,-1-1 4 15,0 0-5-15,-1-2 1 0,-1 1-2 0,-1-1 2 16,1-2 0-16,-4-4 7 0,0 1-2 0,0-1 3 0,0 1-3 0,0-1 9 16,0 0 1-16,0 1 2 15,0-1 1-15,0 0-8 0,0 0 0 0,0 0-2 16,-12-10-5-16,7 3-6 0,-2-1-3 0,0 1 0 0,0 0-5 0,-2-1 5 15,-1 1-1-15,1-1 1 0,-2 0-4 0,-1-1-2 16,-1 1 2-16,0 0-2 0,-2 1-4 0,1 0 0 16,0 0 1-16,1 1 0 0,1-1 4 0,1 2-1 15,1-1-4-15,-1 1 2 0,2 1 2 0,-1 0 1 16,2 0 1-16,1 0 0 0,0 0 2 0,3 0-4 16,4 4 1-16,0 0-3 0,0 0 3 0,-1-1-3 15,1 1-5-15,-1-1 0 0,1 1-13 0,0 0-6 0,0 0 4 16,0 0-3-16,0 0 12 0,0 0 6 15,0 0-1-15,18 13 4 0,-18-13-1 16,13 12 3-16,-6-5 2 0,0 0-1 0,0 0-1 0,-1 1 5 0,1-1 0 16,-1 1 3-1,1-2-3-15,0 1 0 0,1 0-2 0,-1 0 2 16,0 0 1-16,-1 0-1 0,2-1 1 0,-2 0-1 16,2 0 3-16,0-1 10 0,-2 1 0 0,0-3 4 15,0 2 6-15,1-1-12 0,-2-1 6 0,1 2-8 0,0-2 5 16,-1 0 4-16,-5-3-1 0,0 0 3 0,0 0 1 15,20 5 5-15,-20-5-1 0,0 0 2 0,18-3-5 16,-11 0-5-16,1-3-4 0,1 1 1 0,0-2 0 0,2-2-16 16,1-1 3-16,0-4-7 0,2 0 3 15,2-3-82-15,2-3-19 0,3-2-40 0,1-3-230 0</inkml:trace>
  <inkml:trace contextRef="#ctx0" brushRef="#br0" timeOffset="-67103.73">9145 1826 2175 0,'0'0'92'0,"0"0"-50"0,0-1-11 15,0 1-38-15,0-1-26 0,8-16 44 0,-8 17 5 16,0 0 7-16,0 0-6 0,18-9-6 0,-18 9 2 0,0 0-2 15,16 1 1 1,-16-1 3-16,1 0-4 0,21-2 3 0,-13 2 2 0,-1 0 13 16,2 0-2-16,2 0 6 15,0 0-7-15,-1-2-4 0,3 0-1 0,0 0-1 16,1 0-5-16,1 1-2 0,-1-1 2 0,2 0-2 16,1 0 4-16,-1 0-1 0,3-1 0 0,-1 2-1 0,0-1-5 15,0 1 2-15,-1 0 1 0,2-1 0 0,0 1-5 16,1 1 3-16,0-1-5 0,1 1 3 0,2-1-7 0,0 0 2 15,3 0 2-15,-2 0-1 0,0 0 0 0,-1 0 7 0,0 0-3 16,1 1 4-16,0-1 3 0,1 1 2 16,0 0 1-16,0-1 0 0,-2 1-2 0,1 0-2 15,0 1 3-15,-1-1-3 0,1 1 3 0,-2 0 1 16,1 0-9-16,2 0 6 0,0 0-6 0,-1 0 0 0,0 0 0 16,-1 0-2-1,1-1-5-15,-1 0 4 0,2 0-2 0,0 0 2 0,2-1-7 0,-1 0 8 0,0 0-1 16,-2 0 3-1,0 1-8-15,1 0 2 0,-1 0-2 0,2 0 1 16,0 0 0-16,-1 0 5 0,0 0 0 0,-1 0 0 0,0 0-7 0,0 0-1 0,0 1 1 0,0-1 0 31,0 0 5-31,2 0-4 0,-1 0-1 0,0 0-1 0,-1-1-1 16,0 1 3-16,1 0-1 0,-1 0 4 0,1 0-2 16,0 0-2-16,-1 0 3 0,0 0-3 0,-1 1 3 15,-3 0-1-15,1 1-3 0,0 0 1 16,-1-1 2-16,3 1 0 0,-1-1 2 0,1 1-1 0,1-1-2 15,-2 1 1-15,0 0-1 0,0 0 2 0,-1-1 1 0,0 0 0 16,0 1 1-16,1-1-1 0,0 0-2 0,1 1-3 16,-2-1 1-16,-2 1-1 0,1-1 6 15,0 1-5-15,-2-1 3 0,-1 1-4 0,0 0 1 0,1-2 3 16,0 3-4-16,0-2 4 0,1 0-3 0,-2 2 1 0,0-1 0 16,0 0-1-16,0 1 2 0,0-2 1 0,-1 1 3 15,-1 0-3 1,1 0-2-16,0 0-1 0,1-1-2 0,1 0 1 15,-1 1 4-15,-1-1 0 0,1-1-3 0,-3 2 0 16,1 0-3-16,0-1 6 0,-1 2-4 0,-1-2 4 16,0 0-3-16,-2 1-1 0,0-1 5 0,2 1-4 0,-2-1 6 0,2 1-8 0,0 0 3 0,-1-1-4 31,0 0 6-31,-1-1-2 0,-1 3-2 0,0-1 1 16,-1 0-1-16,1 1 2 0,-1-2-2 0,-1 0 0 15,0 2-2-15,1-2 2 0,0 1 1 0,-1 0-1 16,0 1 5-16,1-1-8 0,-1 0 4 0,-1 2-4 0,1-3 3 15,-1 1 1-15,0 0-3 0,0-2 2 0,-1 0 0 16,1 0-1-16,-1 2-15 0,-7-2 0 0,0 0-92 0,1 0-93 16,0 0-17-16,16-2-37 0,-17 2-163 0</inkml:trace>
  <inkml:trace contextRef="#ctx0" brushRef="#br0" timeOffset="-61097.43">4589 8969 2281 0,'0'0'154'0,"0"0"17"0,-1 0 4 0,-14 8-28 15,15-8-78-15,-1 0-52 0,0 0-1 0,1 0-1 16,0 0-9-16,0 0-4 0,-1 0 5 0,1 0-5 0,0 0 1 0,0 0-3 16,0 0-2-16,1 0 0 0,15 4-1 15,-15-4 4-15,15 2 1 0,-6-1 2 0,0 0 5 0,-1 0-9 16,2 0 4-16,-1 1-4 0,1 1 12 0,1 1 8 16,1 0-3-16,1 0 4 15,0-1-1-15,-1 1 2 0,1 0-1 0,1 0 0 0,0 0-11 0,3 0 11 16,-1-1-2-16,1 0 4 0,0 0-9 0,1-2 2 15,-3 0-2-15,2 0 2 0,-1-1-5 0,-1 1-2 16,0-1 1-16,-2 1-1 16,1 0-1-16,0-1-2 0,0 0 1 0,1 0-1 15,-1-1 2-15,-2 1-1 0,-1 0 0 0,-1-1 0 16,-1 1 1-16,0 1 0 0,-3-1 2 0,-1 0-1 16,-6 0 3-16,1 0 0 0,0 0 0 0,-1 0 2 15,18 0 5-15,-18 0 4 0,0 0-5 0,0 0 2 16,0 0-25-16,0 0 6 0,0 0-6 0,-1 0 5 15,0 0-15-15,-19-12-6 0,12 10 4 0,-3 1-5 0,0 1 14 16,-4 0-12-16,-1 0 12 0,-3 1-10 16,0 0 14-16,0 0 4 0,0 0-7 0,2 1 7 0,0 0 2 0,0-1 4 15,1 2-4-15,0-3 2 0,-1 1-3 0,1 0 1 16,0 2 3-16,0-1-2 0,-1-1 13 0,1 2-6 16,0 0 0-16,3 0-2 0,-2 0-1 0,2 0-7 15,1 0 6-15,-1-1-5 0,1 1 12 0,2-1-4 16,1 0-1-16,2 1-1 15,0-1-4-15,7-2 4 0,0 0-3 0,-1 0 2 0,1 0-12 0,-1 0 1 0,1 0-4 16,0 0 1-16,0 0-18 0,1 0 19 16,19 2 0-1,-8-1 7-15,0 0 0 0,1-2 4 0,1 2-7 16,1-3 5-16,1 2-3 0,2 0 2 0,1-1-1 0,0 1 0 16,2 0-4-16,0 1 5 0,-1 1 2 0,1-2 1 15,-1 1-8-15,0-1 6 0,1 0-2 0,0 0 5 16,1-1 2-16,1-1-6 0,-2 1 6 0,-1 0-7 15,-1-1 3-15,-1 0 4 0,-1 1-4 0,-1-2 5 16,-2 1-6-16,-1 1 2 0,-2-1 0 0,-1 0 1 0,-2 1 4 16,-1 2-3-16,-1-3 2 0,-6 2-2 0,0 0 1 15,1 0 12-15,0 0-1 0,-1 0 6 0,0 0-2 0,1 0-16 16,-1 0 6-16,0 0-9 0,0 0-1 16,0 0-2-16,0 0-8 0,-1-1 4 0,-22-14-10 0,12 11 1 15,-3-1 2-15,-3-1-1 16,0 1 9-16,-3-3-9 0,-1 0 1 0,-3 3-4 15,-1 0 2-15,0 1 12 0,0 0-2 0,0 1 3 0,3 1-3 0,-1 1 14 16,1 0-3-16,0 1 9 0,2 0-2 0,0 0 5 0,2 0-1 16,1 1 1-1,2-1 2-15,3 0-8 0,1 1 3 16,2 0-5-16,2 1 0 0,1-1-1 0,6-1-2 0,0 0-1 16,-1 0-14-16,1 0 3 0,0 0-4 0,0 0 4 15,0 0-6-15,0 0 0 0,12 9 5 0,-1-8-2 16,2 0 15-16,4 0-3 0,1 0-3 0,4-2 1 15,2 0-4-15,1 1 6 0,1-1 2 0,2 0 0 16,-1 1-1-16,1-2-4 0,1 2-2 0,-1 1-1 16,1-1-3-16,-1 2 4 0,-3-2 2 0,-1 3 0 0,-1-1-11 15,-1 1-149-15,1 0-28 0,-1-3-63 0,3-1-313 16</inkml:trace>
  <inkml:trace contextRef="#ctx0" brushRef="#br0" timeOffset="-59602.09">3455 1879 1712 0,'-6'-5'130'0,"1"0"-51"0,0 1 63 16,1-1-134-16,0-1-1 0,0 0-6 0,1-1 16 16,0 0-5-16,0 0 7 0,0 0-8 0,-3-4 23 15,4 5 0-15,0 1 10 0,0-1 16 0,-2 0-17 0,2 1 3 16,-1 0-8-16,3 5-6 0,0 0 10 0,0-1-3 16,-6-18 6-16,6 19-1 0,0 0-24 0,0 0 8 15,0-1-14-15,0 1 8 0,1-19-9 0,-1 19-3 16,0 0-2-16,0-1-2 0,1 1 6 15,19-14-1-15,-20 14 2 0,0 0-7 0,20-7 4 0,-19 7-1 0,15-1 2 16,-6 1 0-16,-2 1 0 0,2-1-2 0,0 1 1 16,0-1-1-16,0 1-4 0,0 2 2 0,1-1-2 31,0 2 4-31,1-1-3 0,1 0 3 0,0 0-4 0,-1 0-1 16,2 0 2-16,0 1 0 0,0-1 2 0,0 0 6 15,-1 1 4-15,1-1-1 0,-1 0 3 0,2 1-3 0,0 0 3 16,1 0-2-16,-1 0 2 0,0 0-7 15,0 0-2-15,2 1 0 0,-2-2-1 0,0 2-4 0,1-2 2 16,-1 1-1-16,0-1 0 0,0 1-7 0,1-1 2 16,0-1 0-16,0 1 1 0,2-1 5 0,-3 0 2 15,2 1-1-15,-2-2 0 0,1 0-6 0,-1 1 10 16,2-1-5-16,-1 1 7 0,0-1-1 0,-1-1 3 16,0 0 1-16,2-1-1 0,-1 1-6 0,2 0-1 0,-1 1-3 15,1-1 1-15,-2-2 2 0,1 2-5 0,1-1 3 16,-2 0-3-16,0 1 0 15,-2-1-2-15,0-1 1 0,2 2-1 16,-1-1 4-16,3 0 1 0,0 0-2 0,1-1 0 0,-1 0-7 0,0 1 6 0,-1-1-2 0,1 0 4 31,-1 1-5-31,1-1 0 0,-1 0 2 0,-2 1-2 16,2 0-2-16,3 0 3 0,-1 0-2 0,0-1 2 16,1 1-2-16,-2 0 2 0,1-2-2 0,-1 2 1 0,2-2-5 15,0 1 3-15,-1 1 2 0,1-1 1 16,0 1-2-16,1 0 1 0,0-1 0 0,1 2 0 0,-1-1-7 0,-1 1 5 15,0 0 0-15,-2 0 1 0,-1 0-1 16,1 1 3-16,-1 0-4 0,3 0 2 0,-1 0-1 0,2 0-1 16,-1 0 1-16,1 0 1 0,0 0 3 0,-2 0 0 15,1 0-2-15,-1-1 1 0,-1 1-3 0,-1 0-1 16,0-1 1-16,0 1 0 0,0 0 4 16,1 0-3-16,-2 0-1 0,0 0 0 15,0 1 2-15,-1-1 2 0,-1 0 0 0,1 1-1 0,-1 0-4 0,0-1 1 16,0 1-1-16,-1 0 1 0,0 0 3 0,-1-1-2 0,2 0 2 15,-1 0-3 1,1 0 1-16,-1 1 0 0,-1-1-1 0,-1 0 2 16,-1 1 1-16,1-2-3 0,0 3 1 0,-1-2-1 15,1 1 2-15,-1-1 2 0,0 0-4 0,-1 1 3 16,-1-1 1-16,0 1-4 0,-1 0 3 0,0-1-3 16,0 1 0-16,-1-1 1 0,-6-1-1 0,0 0 1 15,1 0 2-15,18 4-1 0,-19-4 3 0,0 0-3 0,1 0 3 16,0 0-1-16,-1 0 1 0,17 4-1 0,-17-4-8 15,0 0-10-15,0 0-2 0,0 0-3 0,0 0-17 0,0 0-20 16,0 0-13-16,0 0-5 0,0 0-71 16,0-1-92-16,0 1-12 0,0-1-34 0,0 1-108 0</inkml:trace>
  <inkml:trace contextRef="#ctx0" brushRef="#br0" timeOffset="-51763.63">6121 2206 1798 0,'0'-6'90'0,"0"6"-24"16,0 0 1-16,0-1-33 0,1 1-20 0,11-18 26 0,-12 18 2 16,0 0 4-16,1 0 1 0,0 0-1 0,-1 0 0 31,19-8-2-31,-19 8 0 0,1 0-11 0,-1 0 5 16,17 3-7-16,-17-3 7 0,0 0-5 0,1 0-1 0,21 8-3 15,-15-3-12-15,-1 2 9 0,0 1-9 0,2 1 8 16,0 1-20-16,-1 0 4 0,-1 2-4 0,2-1 3 15,0 1-8-15,0 0 7 0,-1 2-1 0,2 0 2 16,1 1-3-16,-2 2 0 0,2-2 3 0,-1 2-1 16,0 1 1-16,2 0 1 0,-2 1-6 0,1-1 4 0,0 1-3 15,-2-1 1-15,2-2 2 0,-2-1-2 0,1 1-3 16,-1 0 6-16,0 0-1 0,-1 1 2 0,0-1-5 0,-2 0 0 16,1-1 1-16,0-1-1 0,-1-1-1 0,0 0 7 15,-1-2-5-15,0-2 6 0,1 0-8 0,-3-1 5 31,2 0-1-31,-1-3 2 0,-3-5 0 0,0 1 0 0,0-1 0 0,0 1 0 0,0-1 7 0,0 1 3 16,1-1-3-16,-1 1 0 0,1-1-31 0,-1 0-18 16,0 1-5-16,0-1-5 15,0 0-32-15,0-1 1 16,-9-12-3-16,3 4 4 0,-1-1 10 0,0-1-26 0,-2-1 5 16,0-1-15-16,-2-1 1 0,0-1 43 0,-2 1 3 15,0-1 16-15,-1 0 34 0,0 0 1 0,0 0 0 0,-2 2 1 16,1-2 2-16,0 2 0 0,0-1 5 0,0 0-3 15,2 1 4-15,-1-1 7 0,1 1 1 0,0 1 2 16,1 0 5-16,1 1 18 0,0 2-6 16,1 1 10-16,0 0-9 0,1 2-2 0,0 0 0 0,1 1 0 0,-1 1 9 15,3 0-1-15,-1 0-3 0,7 4 0 0,0 0-22 16,-1 0-10-16,1 0 0 0,-1 0-2 0,1 0-4 16,0 0-1-16,-1 0-2 0,1 0 0 0,0 1 1 0,0-1 2 15,-4 17 2-15,4-17 0 0,0 1-4 0,8 20 3 16,-4-12 0-16,1 1 4 0,0 1 2 0,1 0 4 15,1 1-3-15,0-1 4 0,1 1-4 0,1 0 9 16,-1-1-4-16,2 0 5 0,0 1-1 0,3-1-4 16,-1 2 3-16,-1-1-4 0,1 0-3 0,0 2-1 15,-1-1-1 1,0 1 1-16,0 0 0 0,1 0 1 0,0-1-1 16,-1 0 0-16,1-1 0 0,0-1 3 0,-1 0 2 15,0-1 1-15,1-1 9 0,-1-2-1 16,-1 1 4-16,1 0-4 0,-1-1-3 0,0-1 0 15,0-1-6-15,-1 1 5 0,-1 0 0 0,0-2-3 0,-1 2 4 0,0-3-3 16,0 0 5-16,-1-1 11 0,0 0 0 0,-1 0 5 16,-5-2 5-16,1 0 3 0,-1 0-1 0,18-6 2 15,-18 6-3-15,1-1-11 0,0 1 3 0,16-19-5 0,-13 12 2 16,-1-2-13-16,0 1 5 0,0-2-8 0,-1-2-3 16,0-2-13-16,1-1-9 0,-2-2 0 0,0 1-18 0,0-1-17 15,0 2 2-15,0-1-11 16,-1 1-24-16,0-1-60 15,-2 2-3-15,1 0-22 0,-1 1-33 0,1 1-55 0,-2 0-42 0</inkml:trace>
  <inkml:trace contextRef="#ctx0" brushRef="#br0" timeOffset="-51280.11">6211 2059 2915 0,'0'0'87'0,"0"0"22"0,0 0-188 0,0 0 19 16,0 0 1-16,0 0 16 0,0 0 62 15,1 0-11-15,0 1 0 0,17 11-5 0,-18-12-7 0,0 0-5 16,13 19 2-16,-8-9-3 0,2 1 1 0,-3 3-1 16,3 1 4-16,-1 2-2 0,-1 1 7 0,1 2 2 31,0 0-1-31,2 1 4 0,-1 0 5 0,2 0-5 16,0 0 0-16,1 1-2 0,0 1 4 0,-1 1-6 0,2 0 5 15,-2 0-5-15,1 0 3 0,-1-2-1 0,2 0 1 16,-2-2-2-16,1 2 2 0,-1 0 6 0,-2 2-6 15,1-1 4-15,-1 0-3 0,1-2 1 0,-2 0 3 0,0-2-1 16,2-2 6-16,-3 0 1 0,2-2 1 0,-2 0-2 16,0-1-6-16,0-1 7 0,-1-2 1 0,-2-1 3 15,1-2 2-15,-1-1-4 0,1-1 0 0,-3-6-1 16,0 1-2-16,0-1 5 0,1 1-4 0,-1-1 6 0,0 0 0 16,0 1-19-1,1-1-1-15,-1 0-11 0,0 0-48 0,0 0-22 0,0-1-9 16,-1-16-4-16,1 17-28 0,-7-16-55 0,2 6-38 0,0-3-38 0,-2-1-472 0</inkml:trace>
  <inkml:trace contextRef="#ctx0" brushRef="#br0" timeOffset="-50864.36">6092 2431 2686 0,'0'0'100'0,"0"0"-123"0,-1 0-13 16,1 0-21-16,0 0 49 0,-1 1 21 0,-7 20 1 0,8-21 5 15,2 16-15-15,0-7 2 0,1 0-5 0,2 0 4 16,-3 0-4-16,3 1 1 0,2 1-2 0,-1 2 1 16,1 1 1-16,0-1 8 0,1 2 5 0,0-1 0 15,-1-1 18-15,1-1 4 0,1-1-1 0,0-1 1 0,0 1 3 16,1-3 3-16,1 0-1 0,0-1 1 15,1-2-3-15,-1 1-6 0,1-2-1 0,0 0-1 0,0 0 6 16,1-1 0 0,-1-1 5-16,0 0-3 0,2 0 5 0,-2-2-8 0,1 1-3 0,1-1-3 0,-1-1-12 0,-1 0-3 31,-1 0 2-31,0 0-2 0,0 0 4 0,-2-1-7 16,0 0 7-16,0-2-6 0,1 0 13 0,-1-1-12 15,0 0 1-15,1-2-3 0,-1 0 4 0,1-1-5 16,-1-2-1-16,3-1-1 0,0-2-6 0,1-1 0 0,-1-2 3 15,3-1-3-15,-2 0-13 0,-1 0-26 0,-2 1-15 16,0-1-6-16,-2 1-79 0,-1 1-110 0,0-1-73 16,-1 0 84-16,-1-2 931 0</inkml:trace>
  <inkml:trace contextRef="#ctx0" brushRef="#br0" timeOffset="-49063.86">6391 3480 2067 0,'0'0'89'0,"-1"0"-23"16,1-1 3-16,0 1-41 0,-1 0-10 0,1-1 30 0,-1 1-6 31,1-1 11-31,0 1-27 0,-1 0-12 0,0 0-1 16,1 0-4-16,-1 0-7 0,1 0 1 0,0 0-1 15,0 0 3-15,0 0 4 0,0-1 3 0,0 1 4 0,0 0-1 16,1 0 9-16,-1 0 2 0,21-5 1 0,-21 5 0 15,1 0-1-15,23 0-11 0,-15 0-2 0,1 0-3 16,2 1-1-16,-2-2-2 0,2 1 2 0,-1 0-2 16,0 1-6-16,0-1 3 0,0 0-1 0,-1 1 1 15,-1 0-6-15,2 0 3 0,-3-1-3 0,1 2 3 16,-1-1 0-16,-2 0-4 0,0 0-15 0,0 1-4 0,0-1-125 16,-1 1-126-16,1 1-47 0</inkml:trace>
  <inkml:trace contextRef="#ctx0" brushRef="#br0" timeOffset="-47796.88">6974 9067 1952 0,'0'0'195'0,"0"0"86"16,-18 7 16-16,18-7-70 0,0 0-87 0,-18 0-94 16,18 0-9-16,-1 0-1 0,1 0-28 0,-1 0-1 15,1 0-2-15,0 0 0 0,-1 0-14 0,0 0-5 16,1 1-1-16,0-1 0 0,0 0 8 0,12 16 0 0,-1-13 4 15,2 1-1-15,3 0 7 16,-1-1 11-16,4 0-2 0,1 1 4 0,0-2-3 0,2 1 0 16,-1 0-3-16,2 0 1 15,0-1-9-15,1 1 2 0,1-1 1 0,2 1-1 16,0 0-7-16,-2 0 4 0,0 2-1 0,-2 0 2 0,0 0-4 0,-2 1 8 16,2-1-5-16,-1 1 7 15,1-1-7-15,-1 1 5 0,0-1-6 0,-3 1 4 0,-1-1-1 0,-2-1-1 16,-2-1 4-16,-1 0-3 15,-3 1 7-15,-1-3 0 0,-1 1 2 0,-1-1-1 0,-7-1 7 0,1 0 7 16,-1 0-1-16,0 0 3 0,1 0 0 16,-1 0-18-16,0 0 0 0,0 0-6 0,0 0-4 0,0 0-4 15,-1 0-3-15,-21-6 0 0,11 3 0 0,-3-1 3 16,-1 0 5-16,-4-1-3 0,-2 1 4 0,-2-1-2 0,-2 0 0 16,-1 1-1-16,0-1 10 0,2 2-3 0,1-1 1 15,-1 2-1-15,0-1-1 0,0 2 3 16,-1 0 1-16,0 0 1 15,1 1 9-15,3 1 7 0,1 0-2 0,3 1 3 16,1 0 1-16,2 0-9 0,1 0 4 0,1 1-6 0,2 0 5 0,2 0-17 0,1-2 4 16,7-1-9-16,0 0-4 0,0 0-8 0,-1 0-1 15,0 0-3-15,1 1-6 0,0-1 8 0,0 1-1 32,0-1 4-32,7 14 0 0,3-11 14 0,2 0-1 0,4 2 6 15,1-2 4-15,3 2-1 0,3 0 0 0,3-1 1 0,2 1 0 0,3-1 3 16,0 0 2-16,1-1-1 15,-1 1 2-15,0-1-3 0,0 0-5 0,1 1 2 0,1-3-9 16,-1 2 9-16,-2 0-1 0,-2-2 3 0,-1 3 6 16,1-3-6-16,-1 1 6 0,0 1-6 0,0-1 7 15,-1-1-1-15,-2 2-3 0,-1-3 1 0,-2 0-2 0,-4 3-4 16,0-4-1-16,-2 4-2 0,-1-3-8 0,0 4 0 16,-2-2-2-16,-1-1-4 0,-3 0-47 0,0-1-217 15,-2 0-61-15,0-4-141 0,1-11-1181 0</inkml:trace>
  <inkml:trace contextRef="#ctx0" brushRef="#br0" timeOffset="-47207.89">9296 3439 1560 0,'0'0'45'0,"0"0"-94"0,0 0-45 0,0 0-79 0,-1 0-42 0,-21-9-187 16</inkml:trace>
  <inkml:trace contextRef="#ctx0" brushRef="#br0" timeOffset="-46996.72">9123 3415 1432 0,'0'0'235'16,"0"0"-11"-16,0 0 79 0,0 0-246 0,0 0-61 15,1 0 3-15,-1 0 0 0,0 0 1 0,17-5 7 0,-17 5-7 16,0 0 3-16,1 0-3 0,-1 0 0 0,1 0-7 15,19 0 2 1,-20 0-4-16,1 0-5 0,-1 0-83 0,18 1-14 0,-18-1-41 0,1 0-221 0</inkml:trace>
  <inkml:trace contextRef="#ctx0" brushRef="#br0" timeOffset="-46130.21">9814 2711 1755 0,'0'0'568'0,"0"0"-418"16,0 0-106-16,0-1-36 0,0 1-22 0,0-1 20 31,0 1-1-31,0-1 10 0,0 1-6 0,0-1-6 16,0 1-3-16,0 0 0 0,1 0-14 0,-1 0 11 0,1 1-9 15,11 17 11-15,-12-17-4 0,1 16 13 0,-1-6 1 16,0 3 4-16,0-1 0 0,-2 2 8 0,0-1 1 0,0 1 2 15,0 0-3-15,0 1-4 0,0 0-3 0,-1-1 0 16,2 0-3-16,-2-1-5 0,2-1 1 0,-1 0-2 16,0 0 2-16,1 0-5 0,-1 0 4 0,0-1-3 15,-1 0 6-15,2-3 1 0,-1 1-2 0,0-2 3 16,0-2 1-16,2-6-2 0,0 1 4 0,0-1-2 16,0 1 7-16,0-1 6 0,0 1 0 0,0-1 2 0,0 1-2 0,0-1-16 15,0 0-3 1,0 0-4-16,-1 0-10 0,1 0-2 0,0 0 0 0,-13-21-1 0,11 13-2 0,-2-2 3 15,1 1 4-15,0-1 0 0,1 1 9 0,-1 1-4 32,1 0 1-32,0 3-4 0,1-2 5 0,-1 1-4 15,2 6 1-15,0-1-3 0,0 1-2 0,0-1-6 16,0 1 1-16,0-1-3 0,0 1-8 0,0 0-11 16,-1-1-1-16,1 1-2 0,-1 0 11 0,1 1 17 15,-10 15 5-15,12-6 4 0,0 2 18 0,1 0 4 0,2 1 0 16,2-1 0-16,2 0-9 0,3-1-13 0,1 0 0 15,2-1-4-15,1-1-8 0,2-3-45 0,2 1-49 0,2-3-11 16,-1-2-278-16</inkml:trace>
  <inkml:trace contextRef="#ctx0" brushRef="#br0" timeOffset="-45230.33">10257 3736 1418 0,'0'0'23'0,"0"0"-14"0,0 0 2 15,-1 0-1-15,1 1 42 0,-1-1 1 0,1 1 6 0,0-1-3 16,0 1-3-16,0-1 5 0,0 1-4 0,0-1 4 16,0 0 3-16,0 0 0 0,0 0-1 0,0 0 1 15,1 0 1-15,-1 0-11 0,1 0 3 0,16 5-7 16,-17-5-11-16,0 0-17 0,0 0 1 0,1 0-7 0,-1 0 2 16,18 0 3-16,-18 0 2 0,0 0 0 15,17 0-1-15,-16 0-3 0,-1 0 4 0,22 3-2 0,-22-3 5 16,17 3-1-16,-7-1-2 0,0-1 2 0,0 1 1 15,0 0 4-15,2 1 1 0,0-1 1 0,0 0 1 16,0 1-10-16,0 0 0 0,1-1-4 0,1 1-2 0,-1-1 4 16,4 0-2-16,-1 1 3 15,0-2-4-15,-1 1-1 16,0-1 0-16,-1 0 1 0,-1 0 5 0,-1 0-6 0,-1 0 1 16,0 0-4-16,-2 0-3 0,-1 0 2 0,-1 0-1 0,-2 2 2 15,-5-3-2-15,1 0 0 16,-1 0-4-16,1 0 3 0,-1 0-7 0,0 0-1 0,1 1-2 15,-1-1-1-15,0 0 5 0,0 1-24 16,-8 16 12-16,8-17-17 0,-18 5 20 0,6-3 7 0,-3 0-2 0,-1 0 5 16,-2 1 2-16,0 0 5 15,-4-1 5-15,1 2-1 0,-1-2 3 0,2 2 1 0,3-1-2 0,2 1 2 16,2 0-6-16,1-1 1 0,4-2-1 0,1 2 0 16,7-3-5-16,0 0-16 0,0 0 2 0,0 1-6 15,0-1 18-15,7 17 1 0,4-13 1 16,5 2-3-16,2-1-4 0,7 0-1 0,3 0 2 0,2 0-1 0,2 0-6 15,0-1-2-15,0 1-2 16,1 0 2-16,-1 1-4 0,-1 1-6 0,1-1-28 0,-4 1-3 0,-1 2-204 0,-2 0-244 31</inkml:trace>
  <inkml:trace contextRef="#ctx0" brushRef="#br0" timeOffset="-44062.32">6106 8987 2792 0,'-5'4'154'16,"0"0"-21"-16,0 1 59 0,0 0-126 0,5-5-18 15,0 1-45-15,0-1-8 0,0 1 1 0,-1-1-2 16,-9 18-3-16,10-18 4 0,0 1-4 0,0-1 4 0,1 1 1 16,14 15 7-16,-8-14-1 0,4-1 3 0,2 1 3 15,3 0-1-15,1 1 5 0,1-2-4 0,0 0-4 0,2 0-1 16,0 0 0-16,0 1 0 0,1 0-3 0,0-2 2 16,2 2-1-16,0-2 2 15,1 3-4-15,-2-1 1 0,-1-1-1 0,0 1 2 16,-3-1 2-16,-1 1 5 0,-1-2 1 0,-2 0 1 0,-2 0-3 0,-1 0 1 15,0-1-2-15,-3 1 2 0,2-2-1 0,-3 1 2 16,-7 1 3-16,0 0-1 0,1 0 9 0,-1 0 12 16,0-1-1-16,0 1 4 0,0-1-7 0,0 1-18 0,0-1 1 15,-22-12-7 1,10 11 5-16,1 0-4 0,-4-1 1 16,0 2-1-16,-2-1 1 0,-3 0-3 0,-2 2 2 0,-3-1-3 15,0 0 1-15,-2 1 7 0,1-1 1 0,0 0 2 16,0 2-2-16,2-1-6 0,0-1-1 0,-1 2 1 15,1-1 4-15,-1 0-7 0,2 2 8 0,2-2-7 16,2 0 9-16,2 1 1 0,4-1-5 0,2 2 3 0,2-2-10 16,3 0 2-16,6 0 0 0,-1 0 0 0,1 0-4 0,0 0-8 15,-1 0-3-15,1 1 0 0,0-1-10 16,0 1 6-16,9 16-1 16,1-13 4-16,1 0 5 0,3-1 12 0,3-1-2 0,5 1 5 0,1-3-7 0,3 2 0 15,1-2 0-15,0-1 1 0,-2 0 7 0,2-2-2 16,-2 2 2-16,2-2-1 0,1 2 0 0,-2-2 2 15,0 0 0-15,-3-1 0 16,-1 0 2-16,-4 3 6 0,1-2-2 0,-3 0 2 0,-1 0-9 0,0-2-1 0,-1 5-2 16,1-2 0-1,-2 0-5-15,-1 0 2 0,-2 0 0 0,-2 1 1 16,-2-2 1-16,-6 3 1 0,0 0 0 0,1 0 0 16,-1 0-3-16,0 0-6 0,0-1-1 0,0 1-1 15,-15-10 2-15,3 9-18 0,-2 1 9 0,-3-1-10 16,0 2 23-16,0 0-4 0,2 1 0 0,0 1 0 15,2-2 4-15,-1 2-3 0,2-2 6 0,0 1-4 0,1 1 6 16,0 0 0-16,1-1 0 0,1 1 0 16,2-3 1-16,1 0-4 0,6 0-1 0,-1 0 0 0,0 0-9 15,1 0-19-15,0 1-4 0,0-1-7 0,-1 1-33 16,0-1-39-16,1 1-34 0,0-1-7 0,0 1-160 0,0-1-96 16,14 17-35-16</inkml:trace>
  <inkml:trace contextRef="#ctx0" brushRef="#br0" timeOffset="-41578.15">3138 878 2349 0,'-3'-6'58'0,"1"0"-93"15,2 6-24-15,0-1-31 0,0 1-24 0,0-1 64 16,1 1-1-16,20-17 18 0,-21 17 24 0,0-1 12 16,0 1 4-16,1-1 1 0,-1 1 3 0,0-1 1 15,1 1 4-15,0-1-1 0,-1 1 5 0,0 0 10 16,0 0-3-16,0 0 6 0,0 0-9 0,0 0-13 0,0 0 2 15,0 0-5-15,1 0 8 0,-1 1-1 0,14 17 1 16,-10-10-1-16,1 1-2 0,1 2-5 0,1 1-1 16,0 3-2-16,1 2-8 0,0 0 4 0,1 2 0 0,0-1 3 31,0 0 3-31,1 4-4 0,0 0 3 0,1 1-3 16,-2 0 1-16,-1-2-1 0,1 0-3 0,-2-3 2 15,0-1 3-15,0-3 0 0,0 0 1 0,-2-5-1 16,0 2-1-16,0-2 6 0,-1-2-4 0,-1 0 4 0,0-1-6 15,-3 0 17-15,2-1-4 0,-2-5 8 0,0 0 10 16,0 0 6-16,0 0 1 0,-1 0 0 0,0 0-16 0,-15 2-21 16,15-2-1-16,-13-6-6 0,5 0-2 0,-1 0-4 15,0-1 7-15,-3-1-5 0,1 2 7 0,-1-2 3 16,-1-2-4-16,2 2 2 0,1-1 1 0,1 1-1 16,2 1 0-16,1-1 0 0,2 1-4 0,-1 0 5 15,1 1 0-15,-1-1 1 16,1 1-7-16,0-1 13 0,0 1 0 0,2 0 7 0,-1 0 9 0,1 2 2 0,3 4-1 15,0 0 2-15,0-1-10 16,0 1-6-16,0-1-1 0,0 1-2 16,0-1-15-16,0 1-2 0,0-1-1 0,0 1 2 0,0 0 1 0,0 0-1 15,0 0-1-15,1 0 1 16,16 22 4-16,-11-15 3 0,2 3-3 0,-2-1 4 16,1 0-3-16,0 0 5 0,-1 0 5 0,3-1-2 15,-2 0 2-15,2 1 6 0,1-1-6 0,1-1 7 16,-2-1-1-16,1-1 10 0,-1 0 2 0,0 0 1 15,-1 0 13-15,0-1-8 0,0-1 2 0,-1-1-4 0,0 1 0 16,0-1-5-16,1-1-1 0,-2-1-2 0,1 0-1 16,0 0-14-16,-1-1 2 0,1-1-6 0,0 0-4 0,-1-3-10 15,3 0-5-15,-2-2-5 0,2-1-35 0,2-2-145 16,2-2-31-16,4-9-67 0,5-6-387 0</inkml:trace>
  <inkml:trace contextRef="#ctx0" brushRef="#br0" timeOffset="-39285.64">4655 9040 2247 0,'0'0'155'0,"0"0"25"0,0 0 1 0,0 0-50 0,0 0-78 16,0 0-40-16,0 0-11 0,1 0 11 0,-1 0-12 0,17-7 2 15,-17 7 1-15,0 0 0 0,20 1-4 0,-13-1 0 16,3 2 0-16,0 0 0 0,1 1-1 0,0-1 14 15,0 2-1 1,1-1 7-16,1 0 6 0,0 1 24 0,3-1-5 16,0 1 12-16,1-1-4 0,1 0-7 0,2-2 3 15,0 0-5-15,1 1-2 0,0-2-5 0,0 0-4 16,2 0 1-16,0 0-11 0,2-2-13 0,0 2 6 16,-2-1-7-16,0-2 4 0,-3-1-2 0,-1 1-2 15,-1 0 1-15,-2 0-2 0,-3 0 2 0,-1-1-2 0,-2 1 2 16,0 0 3-16,-2 2 6 0,-1-2-5 0,-2 1 5 15,-5 2-3-15,0 0 6 0,0 0-2 0,1 0 0 16,-1-1-19-16,0 1-11 0,0-1 4 0,0 1-8 16,-11-18-17-16,2 16-6 0,-2 0-3 0,-4 0 1 15,-2 1-5-15,-3 2 21 0,0 0-3 0,-2 3 12 0,0-1 14 16,1 0 9-16,1 2-3 0,0-2 5 0,-1 1 4 16,5-1 11-16,1 1 3 0,1-2 3 0,3 1 9 0,1 1-20 15,1 0 5-15,3-1-11 0,-1 2-8 0,7-5-6 16,-1 0 0-16,1 0-3 0,0 1-11 0,-16 17-4 15,16-18 1-15,0 0-2 0,0 1-3 0,7 17 2 16,-7-18-3-16,14 11 5 0,-4-5 2 0,3-2 10 16,1 0 0-16,3-1 4 0,3-1 7 0,2 0-2 15,1-1 4-15,1-1-3 0,0-1 6 0,-1 0 0 0,0 0 3 32,-1 0-2-32,-2-1 7 0,0 1-7 0,-1 0 4 15,-1-1-5-15,0 1 5 0,-3 1-6 0,0-2-2 16,-5 2-1-16,1-1 1 0,-3 1 5 0,0 0-3 0,-8 0 4 15,0 0-3-15,0 0-1 0,0 0 3 0,1 0-3 16,0 0 11-16,-1 0-14 0,0 0 1 0,1 0-6 16,-1 0 0-16,0 0-4 0,0 0 3 0,-1 0-3 15,-15-1-3-15,16 1 2 0,-16 4 2 0,7-2 0 0,0 0 2 16,-1 2 0-16,1-1-4 0,-2 1 4 16,2 2-7-16,3 0-6 0,0-1-4 0,1 1-6 0,0-1-62 15,2 2-130-15,2-1-24 0,2 1-52 0,4 2-275 16</inkml:trace>
  <inkml:trace contextRef="#ctx0" brushRef="#br0" timeOffset="-37595.32">5979 9057 2753 0,'0'0'161'0,"0"0"6"0,0 0 4 0,0 0-74 0,0 0-49 15,0 0-22-15,0 0-7 0,0 0 5 0,0 0-23 16,0 0 6-16,0 0 0 0,0 0 2 0,17 0-9 0,-17 0-4 16,0 0-2-16,20-3 2 0,-20 3 3 0,1 0 1 31,22-4 1-31,-14 4 0 0,0 0 2 0,0 0 2 16,1-1 0-16,-1 1 1 0,2 0 3 0,0 1 7 15,1 0-1-15,1 0 3 0,0-1-2 0,-1 0 4 16,1 2-3-16,1-2 3 0,-1 2-3 0,0 1-5 0,1-3 11 15,-1 3-9-15,-1 1 9 0,-1-1-13 0,0 1-2 16,-2 1-3-16,1-2-2 0,0 1-3 0,0 1 0 16,0-1-3-16,0-1-29 0,0 1-124 0,0 0-20 0,2-1-53 15,0 0-230-15</inkml:trace>
  <inkml:trace contextRef="#ctx0" brushRef="#br0" timeOffset="-37363.18">7218 9221 2948 0,'7'17'507'0,"-1"-8"-426"0,0 1-11 0,0-6-4 16,1-2-83-16,1 1-2 0,1-2-6 15,2 1 8-15,2 2 17 0,-1 0-7 0,0 1 4 16,0 0-10-16,0-1-16 0,0 1-89 0,-1-1 0 16,1 1-37-16,-1 0-66 0,1 1-149 0,-1 1-77 0</inkml:trace>
  <inkml:trace contextRef="#ctx0" brushRef="#br0" timeOffset="-212465.04">3181 694 2641 0,'0'0'47'0,"0"0"-110"0,0 0-14 16,0 0-7-16,-4 15-1 0,10-1 70 0,-1 3-1 0,2 3 11 16,0-1-3-16,-6-7-15 0,6 6-3 0,-2-1-3 15,1 2 14-15,3 1 18 0,-1 2 11 0,1 1 0 16,1 1 18-16,1-1 12 0,-1-1-4 0,1 1 5 15,0 0-5 1,-1 3-10-16,0 2 0 0,-1 0-5 0,0-1-9 0,0-2 0 16,-1-2 1-16,-1-2-1 0,-1 0-5 15,1-2-2-15,-2 0-3 0,-1-2 2 0,0-1-2 0,0-2 6 16,-1-2-2-16,-1-2 3 0,-1-3 0 0,-1-7 14 16,0 0 4-16,0 1 5 0,0-1 31 0,0 1 8 15,0-1-3-15,0 0 0 0,-1 0-47 0,-18-10-21 16,13 1-8-16,-3-1-1 0,0-2-10 0,-2-2-5 15,1-1 0-15,-2-1-4 0,0 0-17 0,-1 1 9 16,-1 0-6-16,-1 0 7 0,0 0-6 0,1-2 8 0,1 0 3 16,1-2 2-16,1 2 10 0,-1-1 10 0,1 1 2 15,1 2 2-15,0 0 4 0,1 2-4 0,1 2 0 0,1 1 0 16,0 3 0-16,1 2-3 0,6 5-2 0,-1 0-3 16,1 0-4-16,-1-1-13 0,1 1-5 0,0 0-2 15,-1-1-18-15,1 1 3 0,-1-1 7 0,1 1-2 16,0 0 39-16,-1 0 0 0,1 0 6 0,0 0-3 15,0 0 6-15,0 1-4 0,8 18 1 0,-2-10-2 0,1 2 8 16,0 2-3 0,1 1 6-16,0 0-4 0,1 1 5 15,-1 1-5-15,1-2-2 0,0 0 1 0,0 0 2 0,1-3-9 16,0 1 6-16,-1-3-5 0,1-1 15 0,-1-1-9 16,2-1 2-16,-2 0-4 0,1 0 3 0,-2-1 4 15,0-1-3-15,-2-1 2 0,1 2-9 0,-1-1 7 16,1 0-6-16,-2-1 6 0,1 0-9 0,0 0 9 15,-1 1 6-15,0-1 1 0,-5-3 17 0,0 0-13 16,0 0-4-16,18 7-3 0,-18-7-10 16,1 0 1-16,15 1 2 0,-16-1-1 0,0 0 1 0,18 2-2 0,-18-2-3 15,0 0 2-15,1 0 4 0,17-3 7 0,-18 3 9 16,0 0-1-16,1 0 32 0,-1-1 2 0,1 1 0 0,15-14 0 16,-16 14-3-16,0-1-14 0,4-15 4 0,-4 8-7 15,1-1-3 1,-1-2-14-16,0-1 2 0,0-2-6 0,0-1-4 0,2-2-4 0,-1-2-4 0,1-1 1 31,1 0-10-31,-1-1 6 0,0 1-3 0,1 0 2 0,0 2-23 16,1 1-49-16,-2 1-17 0,2 0-18 15,-2-1-136-15,0-2-301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20:42:22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6617 0 0,'6'-3'917'0'0,"12"-6"-525"0"0,0 6-39 0 0,2 0-258 0 0,-11 2 136 0 0,-1 2-117 0 0,-6-1-101 0 0,-1 0 0 0 0,0 0 1 0 0,0 0-1 0 0,0 0 0 0 0,0 0 0 0 0,0-1 0 0 0,0 1 0 0 0,0 0 0 0 0,0 0 0 0 0,0-1 1 0 0,0 1-1 0 0,0-1 0 0 0,0 1 0 0 0,0-1 0 0 0,0 1 0 0 0,0-1 0 0 0,0 0 0 0 0,1 0 1 0 0,32-20 41 0 0,-28 20-24 0 0,0 1-1 0 0,22-9 141 0 0,-20 6-106 0 0,1 0-1 0 0,0 0 1 0 0,0 1 0 0 0,1 0 0 0 0,-1 0 0 0 0,0 1-1 0 0,12 0 1 0 0,11 6 114 0 0,0 1-1 0 0,0 2 1 0 0,-1 1 0 0 0,59 25 0 0 0,-9-3-314 0 0,-1-6-2028 0 0,-65-21 1107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20:42:36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28 640 0 0,'0'0'5036'0'0,"1"-1"-4650"0"0,0 1-164 0 0,9-7 240 0 0,-9 6-467 0 0,0 0 1 0 0,0 0-1 0 0,0 1 0 0 0,0-1 1 0 0,0 1-1 0 0,0-1 1 0 0,0 1-1 0 0,-1-1 0 0 0,2 1 1 0 0,-1-1-1 0 0,0 1 1 0 0,0 0-1 0 0,0 0 0 0 0,0 0 1 0 0,1-1-1 0 0,9-8 3100 0 0,-8 6-5866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9T00:17:29.3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6144 2760 894 0,'0'0'102'0,"0"-1"17"0,0 1 5 0,0-1-55 0,-2-15-35 0,2 16 10 16,0 0-6-16,0-1 3 0,0 1-18 0,-3-20 10 15,3 20-6-15,0 0 6 0,0-1-3 0,0 1 4 0,0-1 11 16,-5-17-6-16,5 18 11 0,0-1-6 0,0 1-2 0,0-1-1 16,-10-18-11-1,10 19 0-15,0 0-3 0,-1-1 2 0,-10-16 0 0,11 17-5 0,-1-1-2 0,1 1 0 16,-17-17-11-16,17 17 6 0,0-1-5 0,0 1 4 31,-18-14-4-31,18 14-3 0,0 0 1 0,0-1-2 16,-1 1 6-16,-17-8-12 0,18 8 6 0,-1 0-9 0,1 0 1 15,-17 4 2-15,17-4-3 0,-1 0 2 0,0 0-3 16,-16 15-3-16,17-15 4 0,0 1-3 0,-14 20 8 16,10-12 0-16,-1 1-3 0,1-1 0 0,0 1-6 0,0 0 5 15,1 1 3-15,1 1 0 16,0 0-6-16,1 3 5 0,0-2-4 0,1 1 4 15,1 0-3-15,0-2 1 0,0 0-2 0,1-1 1 0,-1 0-10 0,3-1 6 0,-1-1 2 16,2-1 2-16,-1-1 2 0,0-2 3 16,0 0-4-16,-4-5 3 0,1 0 7 0,-1 0-4 0,17 6 6 15,-17-6-5-15,0 0 8 0,0 0 0 0,23-11-1 16,-17 5 0-16,-1-1 0 0,1-1-6 0,-1-2 4 16,0 0-5-16,1 0 1 0,0-1-4 0,-1 1 4 0,0-1-3 31,0 1 10-31,1-1-8 0,-2-1-4 0,1 1 0 15,0 0-1-15,0 0 1 0,0 1 1 0,-1 0-2 0,-1 1 0 16,0 2 3-16,0-1-1 0,-1 2 1 0,-1 0 1 16,0 0 5-16,-1 6 2 0,0 0 1 15,0-1 3-15,0 1-7 0,0-17 0 0,0 17-3 0,0 0-7 16,0 0-7-16,0 0 0 0,0 0-4 0,0 0 5 16,0 0 6-16,0 0-2 0,0 1 2 0,0-1-7 15,-2 17 6-15,2-16 0 0,-2 15 1 0,2-4 3 0,-2 1-3 0,1-1 2 31,-1 2-3-31,1 1 1 0,1 1 2 0,-1 3-3 0,2-2 1 16,-1 0 0-16,2-1-3 0,0 0 0 0,2-1 0 0,-1-3 1 0,1 0 2 16,1-2 0-16,-1-2 0 15,1-1 3-15,-1-2-72 0,-4-5-9 0,0 1-29 16,1-1-72-16,-1 1-79 0,17 7-34 0</inkml:trace>
  <inkml:trace contextRef="#ctx0" brushRef="#br0" timeOffset="385.44">5786 2554 1732 0,'-14'-3'334'0,"0"3"-256"0,2 1-40 0,1 4-45 0,2 2-19 16,1 2 10-16,0 2-3 0,0 1 6 16,1 1 0-16,-3 2 7 0,1 0 2 0,1 2 2 15,1-1 7-15,1-1 8 0,1 2 1 0,0-1 4 16,0 2 20-16,3 1-10 0,-1 0 5 15,2 2-6-15,0 1 10 0,1-1-12 0,1 2-1 16,1-1-5-16,2-1-10 0,1 0-2 0,0 0-1 0,3-1 0 16,0 2-7-16,1 0-4 0,-1-1 3 0,2-2-2 0,0 0 9 15,2-2-6-15,0-3 1 0,-1-2-2 16,1-2 1-16,0-3-36 0,1 1 1 0,-1-5-16 16,-2 0-40-16,2-3-52 0,-1-2 1 0,1-3-25 0,0-3-66 0</inkml:trace>
  <inkml:trace contextRef="#ctx0" brushRef="#br0" timeOffset="699.68">6327 2505 2350 0,'0'0'98'0,"0"0"-127"0,0-1 4 16,12-4-41-16,-3 8 28 0,2 4 25 0,-2 0-3 0,1 3 10 16,-1 3-8-16,-1 0 10 0,-1 3-1 0,0 2 5 15,-1-1 5-15,-1 4 5 0,0 0 2 0,-3 1 2 16,1 0 5-16,-2-2 11 0,-1-1-3 0,-1 1 6 16,-1-1-4-16,-1 3 10 0,-1 1-6 0,-1-1 7 15,-1 0-4-15,-2-1-13 0,1 0 1 0,-2-2-8 0,0-1-11 16,-1 2-3-16,-1 1 0 0,1 0-1 0,-1 1-7 15,1-1-51-15,-2 0-37 0,0-2-19 0,1 1-262 0</inkml:trace>
  <inkml:trace contextRef="#ctx0" brushRef="#br0" timeOffset="8205.54">6998 5470 1378 0,'0'0'193'0,"0"0"33"0,-1 0-1 15,0 0-149-15,1 0-76 0,-1 0-9 0,1 0 1 0,0 0 1 16,0 0 5-16,0 0-2 0,-1 1-3 0,1-1 2 16,-10 19 4-16,10-19-5 0,0 1 6 0,-1 18 0 15,1-19 5-15,0 0-2 0,-1 18-1 16,1-18-2-16,-1 14 9 0,0-6-1 16,0-1 4-16,1 0-10 0,0 0 2 0,0 2 3 15,1 2-2-15,-2-2-1 0,0 3 3 0,1-1-6 16,-2 0 6-16,1 1-7 0,0-1 0 15,0 0 0-15,1 2-2 0,-2-1-3 0,2 0 9 16,-1-2 0-16,1 0 2 0,0 0-4 0,0-2 5 16,1 0-1-16,-1-1 2 0,0 0 1 0,0-7 11 15,0 1-1-15,0-1 3 0,0 17-9 0,0-17 8 16,0 0-7-16,0 0 8 0,0 0-9 0,0 0 3 16,0 0-1-16,0 0 1 0,0 0-5 0,0 0 7 0,0 0-4 15,0 0 5-15,0-1-17 0,5-17 2 16,-5 18-5-16,0-1 2 0,7-16-3 0,-5 8 3 0,0 1 0 15,1 0 1-15,0 0-7 0,0 0 7 0,1 1-2 16,0 0 5-16,-1 0-6 0,0 1-1 0,0 0 3 16,2 1-1-16,-3-1 1 0,2 1-1 0,-4 5-2 0,0 0 1 15,1-1-3-15,-1 1 1 0,16-17 1 0,-16 17 0 16,0 0-1-16,1 0 0 0,0 0 2 0,-1-1-2 16,16-6 9-16,-16 7-9 0,0 0 3 0,0 0-5 15,0 0 2 1,1 0 4-16,-1 1-4 0,1-1 3 0,-1 1 0 0,17 17 0 15,-17-18 5-15,0 0-4 0,0 1 2 0,3 19 5 16,-3-20-4-16,0 1 5 0,-1 17 0 0,1-18-5 16,0 0 2-16,-4 19-1 0,4-19-1 0,0 0 4 15,-1 1-5-15,-8 18 5 0,9-19-6 0,0 0 3 16,-1 1 2-16,-10 17-1 0,11-18 1 0,-1 0-7 16,1 0 5-16,0 1-5 0,-20 10 10 0,20-11-6 15,0 0-4-15,-1 0 1 0,-17 7-2 0,18-7-1 16,-1 0-1-16,1 0-1 0,-18 8-4 0,18-8-46 15,0 0 1-15,-1 0-22 0,-19 0-39 0,20 0-46 16,0 0-8-16,-1 0-27 0,-15-4-166 0</inkml:trace>
  <inkml:trace contextRef="#ctx0" brushRef="#br0" timeOffset="8565.9">6808 5518 2216 0,'-6'-1'146'0,"6"1"-113"15,-1 0 7-15,1 0-46 0,0 0-29 0,-1 1 17 0,-12 15-1 16,13-7 8-16,-1 2 12 0,-2 1-4 0,1 0 3 16,-2 2-4-16,1-1 7 0,0 1-3 0,1-1 1 0,-2-1-1 31,1 1-1-31,0-2 0 0,-2 1 2 0,3 0-1 0,1-1-1 0,-1 0-1 0,1 0-3 0,-1 0 3 16,2 0-5-1,1 1 1-15,1 1-3 0,0-2 2 0,1 2-6 0,0-1-6 16,1-2 2-16,-1 1-8 15,2-1-64-15,-2-1-93 0,2 0-31 0,1-3-38 0,0 1-318 16</inkml:trace>
  <inkml:trace contextRef="#ctx0" brushRef="#br0" timeOffset="8971.69">7119 5395 1885 0,'0'0'63'0,"0"0"47"16,0 0-123-16,0 0-6 0,1 0 4 0,15 12-4 0,-16-12 15 15,1 1 2-15,15 16 0 0,-12-9 0 0,1 1 2 0,-1 0-3 16,1 1 3-16,1 0-1 0,-1 0 12 16,1 1 28-16,-2 0-6 0,-2 1 13 0,0 0-11 0,-1-1 3 15,0 1 1-15,-1 0 1 16,-3 0-8-16,0 3-13 0,-1 0-1 0,-2 2-4 0,0 0 4 15,0 1-11-15,1-1 3 0,-3 0-8 0,2-1-2 0,0 0 1 0,-2 0-2 16,1 1-3-16,0 0-65 0,-2 1-112 0,2-1-36 16,-1 0-53-16,0 0-449 0</inkml:trace>
  <inkml:trace contextRef="#ctx0" brushRef="#br0" timeOffset="10199.45">11516 6114 620 0,'0'0'595'0,"0"0"-228"0,0 0 299 15,0 0-593-15,0 0-14 0,0 0-25 0,-1-1-5 16,1 1 1 0,0 0-1-16,0 0-10 0,0 0 10 0,0 0-9 0,0 0 10 15,0 0-5-15,0-1 5 0,0 1 9 0,0-1-3 16,0 1 18-16,1 0 5 0,-1 0-1 16,16-7 2-16,-16 7-8 0,0 0-4 0,1 0-3 0,16 2 0 15,-17-2-15-15,1 0-3 0,-1 0-3 0,20 3 1 16,-20-3 0-16,0 0-12 0,23 4 3 0,-13-2-5 0,0-1 2 15,0 0-6-15,0 1 2 0,0-1-4 0,0 1 4 16,0-1-1-16,1 0-2 16,-1 1 2-16,1-2-2 0,-1 1-1 0,0-1 3 0,0 0-2 15,2 1 7-15,0 0 2 0,-1 0-2 0,1 0 1 0,-2-1-5 0,1 1 4 16,0-1-1 0,2 1 1-16,-1 0-4 0,1 0-7 0,-1 0 5 15,-1 0-5-15,0 1 2 0,0 0 0 0,0 0-4 16,0-1 4-16,-1 1-2 0,0 0 4 15,0 1-1-15,0-2 2 0,2 1 9 0,-1-1-6 0,-1 1 5 16,0-1-6-16,0 0 1 0,0 1 3 16,1 0-6-16,-1 0 3 0,1-2-4 0,-1 1 5 0,2 0-1 15,-2 0 2-15,0 1 1 0,-1-1-12 0,-1 0 6 0,1 0-7 16,-1 1 4-16,0-1 3 0,0 0-3 0,-1-1 2 16,-1 2-9-16,1-1 4 0,-1 2-1 0,0-1 2 15,-6-2-5-15,0 0-1 0,1 0 0 0,17 1-2 16,-18-1-20-16,0 0-46 0,1 0-6 0,-1 0-18 15,0 0-72-15,1 0-91 0,-1 0-19 0,1 0-39 0,-1 0-246 16</inkml:trace>
  <inkml:trace contextRef="#ctx0" brushRef="#br0" timeOffset="11300.7">12130 7131 2329 0,'0'0'150'0,"0"0"-12"0,0 0 2 0,0 0-35 15,0 0-76-15,0-1-31 0,0 1-1 0,0-1-2 16,0 1 3-16,0-1-1 0,1 1 2 0,17-15-2 0,-18 15 3 31,0 0 10-31,0 0 1 0,21-7 7 0,-21 7 28 16,1 0 21-16,20-4-2 0,-21 4 6 0,1 0-12 15,21 1-11-15,-13 1 0 0,0 1-6 0,0-2-9 16,2 1-11-16,-2 0 2 0,3 1-6 0,0-1-2 0,-1 1-3 0,1 1-2 0,1-2 2 16,-1 0-1-16,1 1 6 0,0-1 0 0,-1 1 3 31,2-2-3-31,-1 1-5 0,1 0 3 0,1-1-4 0,0 1 8 0,-1-1-7 15,0-1 1-15,1 1-3 0,-1 0 2 0,1 0-3 0,-1-1-1 0,-1 1-1 16,-1 0-2-16,-1 0 3 16,0 0 0-16,-1 0 1 0,0 0 2 0,0 0-4 15,-1 0 4-15,0 0-5 16,-1-1-1-16,-1 0-1 0,0 0-5 0,-1 0 3 0,1 0-3 0,-1 0 2 0,-6 0 0 0,0 0 1 16,1 0-3-16,18-1 2 0,-19 1-2 0,0 0 2 15,1 0-8 1,-1 0-32-16,17-2-5 0,-17 2-14 0,0 0-60 15,0 0-132-15,0 0-23 0,0 0-54 16,0 0-245-16</inkml:trace>
  <inkml:trace contextRef="#ctx0" brushRef="#br0" timeOffset="13925.37">11902 8084 2550 0,'0'0'150'0,"0"0"-31"16,0 0-9-1,0 1-78-15,0-1-76 0,0 1-60 0,0-1-13 16,0 1-8-16,0-1-84 0,0 0-78 0,0 0-38 0</inkml:trace>
  <inkml:trace contextRef="#ctx0" brushRef="#br0" timeOffset="15292.68">8717 8711 348 0,'-5'2'174'0,"-2"-1"150"0,1 0 37 0,0 0-68 16,6-1-60-16,-1 0-91 0,1 0 2 0,0 0-12 15,-17 2-20-15,17-2-14 0,0 0-11 0,-1 0 0 16,0 0-32-16,1 0-6 0,0 0-3 0,-1 0-1 15,1 0-18-15,-1 0-1 0,1 0-2 0,0 0 0 0,0 0-3 16,0 0 7-16,0 0 2 0,0 0 2 0,1 1 5 16,-1-1 6-16,16 10-4 0,-16-10 5 0,1 0 2 0,0 0-5 15,18 8 0-15,-19-8-4 16,16 4-15-16,-6-2 3 16,1 0-3-16,0 0 2 0,1-1-7 0,0 0-4 0,1 0-2 0,0 0-1 0,1-1 1 0,-1 0-3 31,1 0 2-31,0 0-3 0,-1 0-3 0,2 0 1 15,-2-1 4-15,1 1-1 0,1 0 9 0,0 0-5 16,3 0 2-16,1 0-3 0,-1-1 5 0,2 1 5 16,-1-1-5-16,-1 0 4 0,0 1-15 0,-1-1 7 0,0 0 1 15,-1 0 2-15,2 0-8 0,1 0-1 0,0 0-4 16,3 0 2-16,-2 1-2 0,-1 0 6 0,0 0 1 0,-1 0 1 16,-1-1 1-16,-1 1 7 0,1-1-1 0,-3 1 4 15,2 0 0-15,0 0-5 0,1 0 1 0,0 0-2 16,1 0-1-16,1 0 3 0,-3 0-4 0,0 1 3 0,-1 0-9 0,0 0 7 15,-2 0-2-15,0 0 4 16,-1 1-12-16,0 0 10 0,-2 1-4 0,0-1 6 0,0 1-10 0,1 1 2 16,0-1-6-16,-1 0 5 0,0 0-1 15,0 0-7-15,0 0 3 0,-2 0-4 0,1-1 5 0,-2 1-6 16,-1 0 4-16,0-2-4 0,-6-1 3 16,0 0-42-16,1 0-7 0,18 3-16 15,-19-3-73-15,1 0-92 0,-1 0-16 0,17-8-32 16,-17 8-133-16</inkml:trace>
  <inkml:trace contextRef="#ctx0" brushRef="#br0" timeOffset="26401.23">4379 7317 3 0,'0'0'791'0,"0"0"-312"0,-1 0 406 16,0 0-778-16,-16 2-33 0,17-2-29 0,0 0-35 16,0 0 1-16,-1 0-3 0,1 0-1 0,-23-4-4 15,23 4 6-15,0 0-3 0,-1 0 16 0,-15-2-4 0,16 2-2 16,0 0 0-16,0 0-4 0,-17-9 11 0,17 9-3 16,0 0 4-16,-1-1-2 0,-17-11 12 0,18 12 0 15,-1 0 3-15,1 0-6 0,-18-5-7 0,18 5-2 16,0 0-2-1,0 0-5-15,-20-2-1 0,20 2-2 0,0 0-2 16,0 0-20-16,-19 7 0 0,19-7-2 0,-1 1 3 16,1-1 7-16,-17 20-10 0,17-20 6 0,-1 1-6 15,-9 19 10-15,7-12-6 0,0 0-2 0,1 1 0 16,1 0 1-16,-1 0 6 0,1 0 0 0,0 0 2 0,0 1 2 16,1 0 3-16,0-1-1 0,0 0 1 0,1 1-4 0,1-1-5 15,-1 0-3-15,2-1 1 0,0 0 1 0,-1 0-5 16,2-1 1-16,-1-1-4 15,0 0-3-15,-3-6 4 0,0 1-1 0,1-1 3 0,11 19 3 0,-12-19 10 16,0 0 0-16,1 0 4 16,-1 0 3-16,1 0-3 0,-1 0 5 0,16 8-5 0,-16-8 7 0,0 0 0 15,1 0 0-15,0 0 0 16,-1 0 7-16,17-10-12 0,-17 10 6 0,0-1-8 16,0 1-1-16,11-21-3 0,-11 21-2 0,7-14 0 0,-4 3 2 0,-1 1 2 15,1 0-4-15,1-1 4 16,-1 1-4-16,-1-2 5 0,-1 1 4 0,1-1-2 0,-2-1-3 0,2 1 1 0,1-2-4 0,-1-1 3 31,0 1-4-31,0 0-1 0,-1-1 0 0,1 1 1 16,0 0 3-16,0 1 0 0,0-1 3 0,-2 0-3 15,2 1-3-15,-2 1 1 0,0-1-1 0,0 1 2 16,0-2 3-16,0 1-2 0,0-1 0 0,0 1-1 0,1 0-1 0,-2 0-1 16,1 1 2-16,0 2-2 15,0 0 6-15,0 0-4 0,0-1-2 0,1 1 0 0,-1 1 3 16,0 1-5-16,0 0 2 0,1 0-2 0,-1 1 2 15,0 0 3-15,1 1 2 0,-1 0-1 0,0 6-2 0,0-1 4 16,0 1-6-16,0 0 3 16,-4-18-2-16,4 18 2 0,0 0 4 0,0 0-1 0,0 0 4 0,0 0-7 15,0 0 3-15,0 0-5 0,0 0 3 0,0 0-4 16,0 0-4-16,-1 1 0 0,-6 18-9 0,7-19 9 16,-1 17-1-16,1-7 3 0,-2 1 3 0,2 1-1 15,-1 2 1-15,1 0-1 16,0 1 0-16,0 1 0 0,0 0-1 0,0 2 0 15,0 2 0-15,2 1 1 0,-1 0 0 16,0 0 0-16,0 1 1 0,1 1 1 0,0 0 0 0,0 2-1 16,0 0 3-16,1 1-4 0,-1-1 4 0,1 0-4 15,-3 0 0-15,3-3 0 0,1 1-3 0,-2-2 3 16,2-1 0-16,0-1-3 0,0-2 3 0,-1-1-4 16,0-2-1-16,0-2-15 0,-1-2-11 0,2-2-5 15,-2-2-80-15,2-2-50 0,-4-4-21 0,0 0-14 16,1 0-116-16</inkml:trace>
  <inkml:trace contextRef="#ctx0" brushRef="#br0" timeOffset="26789.92">4020 7180 2057 0,'-9'1'351'0,"1"0"-185"0,0 1 23 0,0 2-93 16,0-1-70-16,2 2-24 0,-1-1 1 0,2 1-6 0,0 1 6 15,-1 1-9-15,1 0 1 0,0 2-5 0,0 2-6 0,0 0 16 16,1 2-7-16,1-1 9 0,-1 1-3 16,2 2-1-16,0 1 1 0,1 0 0 15,0 1 5-15,1 1 0 0,1 0 0 0,1 0 0 16,2 1-7-16,0 1 0 0,2-1-6 16,0-1 4-16,2 0-17 0,1 0-4 0,1 1-12 0,1 0-4 15,0 0-117-15,2 0-71 0,0-2-36 16,0 0-38-16,1-1-464 0</inkml:trace>
  <inkml:trace contextRef="#ctx0" brushRef="#br0" timeOffset="27110.58">4505 7087 2624 0,'0'0'449'0,"0"0"-353"0,0 0 25 16,0 0-89-16,0 0-62 0,0 1-23 0,3 15 5 15,1-7-6-15,1 1 38 0,-1 4 0 0,1 1 1 0,0 3-1 0,0 2 5 0,0 1 5 0,0 1-2 31,0 2 4-31,1 0 4 0,-2 2 17 0,1 1 5 16,-2 3 3-16,0 2 9 0,0 2-8 0,-2-1-1 16,0 2-4-16,-1 2-14 0,-1 1-8 0,-1 3-3 15,0-2-5-15,-1-2-43 0,2-1-238 0,-2 0-27 16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6:32:37.41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1109 1898 2500 0,'-19'-18'74'0,"3"2"-56"0,2-1 7 0,1 5 62 0,5 0-45 0,1 2-25 15,2 1 0-15,3 3-8 0,2 6-4 0,0-1-19 16,0 1-2-16,-1-1-9 0,0 1-18 0,1 0 17 16,0 0-3-16,-3 7 8 0,6 4 14 0,1 4 8 15,1 3-1-15,0 3 3 0,0 5-6 0,-1 6 2 16,1 4 1-16,-2 4-1 0,0 0 1 0,0 0 5 15,-2-1-2-15,1-3 1 0,0-1-8 0,1-5 9 16,1-3-3-16,1-6 7 0,-1-3-2 0,2-4 12 0,0-3-1 16,0-2 6-16,1-2 12 0,-1-3 16 0,1-2-1 15,0-2 6-15,1-2 14 0,1-3-13 16,0-4 5-16,2-2-11 0,0-4-19 0,1-3-8 0,0-6 0 0,1-5-2 16,1-4-6-16,1-2-8 0,2-1 0 0,2-1-2 15,1 0-3-15,1 1-1 0,0-1 1 0,-2 2 0 16,0 3-4-1,-2 3 3-15,-2 3-2 0,-2 4 2 0,-2 0-3 16,0 2 5-16,-3 3-4 0,1 3 4 0,-1 2-8 0,-1 3-8 16,0 2-21-16,-1 3 0 15,0 0-120-15,0 3-100 0,-1 1-13 0,1 1-42 0,1 3-195 16</inkml:trace>
  <inkml:trace contextRef="#ctx0" brushRef="#br0" timeOffset="514.87">1730 2278 2992 0,'0'0'87'0,"0"0"-25"0,-1-1-59 0,1 1 5 0,-5-18 5 16,7 10-1-1,1-2 11-15,0-2 6 0,1-2-3 0,-1-1 5 0,0-1-9 0,0-2-6 0,-3 0-1 0,1-1-1 31,-2-1-3-31,-1 2 2 0,-1 0-5 0,-1 3 4 16,-1 0-11-16,0 2 4 0,-1-1 0 0,-2 2 1 16,1 1-3-16,0 2-5 0,1 1-2 0,0 2-2 15,6 6-10-15,-1 0 2 0,-14-6-8 0,15 6 4 16,-1 0-23-16,-17 9 9 0,12 0-1 0,1 3 6 0,-2 3 6 16,1 3 5-16,0 2 1 0,0 3 2 0,-1 1 2 15,2 3 13-15,-3 1-3 0,2 2 4 0,0 0-6 0,1-3 6 16,-1-1 0-16,2-4 4 0,1-1 4 0,1-3-2 15,2-3 6-15,0-3-4 0,1-2 10 0,2-4-14 16,-3-6 5-16,0 0-7 0,1 0 10 0,-1 0-10 16,21-5 1-16,-12-6-4 0,1-2-6 0,0-3-1 15,2-1-1-15,-1-1 2 16,0 0 7-16,-1-2-2 0,-1 0 0 0,1 0 0 16,-1 0 8-16,1 3-9 0,-1 1 3 0,0 2-3 15,-1 2 1-15,1 3-4 0,-2 2-1 0,0 2-4 16,-1 2-5-16,0 1-9 0,0 4 2 0,-1 1-4 15,2 1 14-15,0 4-1 0,2 1 6 0,-2 2-4 16,2 4 6-16,-2 1 1 0,0 1 1 0,0 2 0 16,-2-1 4-16,0 0-1 0,0 0 2 0,0-2-2 15,0-1-1-15,0 1-110 0,0-2-19 0,-2-1-41 16,3-2-135-16,-2-3-178 0</inkml:trace>
  <inkml:trace contextRef="#ctx0" brushRef="#br0" timeOffset="815.14">1956 1957 1176 0,'-4'-5'1452'16,"4"5"-1088"-16,0-1-290 0,0 1-74 0,0 0-19 15,0 0-18-15,0 0-2 0,0 0-3 0,12 12 8 0,-5 1 18 16,-1 2-3-16,-1 3 9 0,-1 2 10 0,-1 1 0 0,-2 0 0 16,-1 1 0-16,0 0 3 0,-4 2 1 0,0 0 6 15,-1-2-5-15,-2-2 6 0,2-3 1 0,-1-3 3 16,1-4 0-16,0-2 12 0,1-3 5 15,4-5 2-15,0 0 2 16,-1 0 17-16,1 0-34 0,0 0 2 0,-15-17-14 16,14 7-11-16,2-2 5 0,1-2 0 0,3-2 4 15,1-2 9-15,2-2-4 0,2 0 0 0,2-2-3 16,2-1-12-16,3 2 4 0,1-2-3 0,2 3 2 16,0 2-4-16,-2 2 0 0,0 2 3 0,0 3-1 0,1 1 1 15,1 2-1-15,1 1-9 0,0 1-7 0,-3 0-149 16,1 3-100-16,-1 1-40 0,-3 0-34 0,2 2-348 15</inkml:trace>
  <inkml:trace contextRef="#ctx0" brushRef="#br0" timeOffset="1136.29">2530 1654 3498 0,'-5'-1'28'0,"0"0"-54"16,5 1-9-16,0 0-10 0,-1 0-6 0,0 0 4 0,-12 25 5 0,9-12 0 31,-2 2 25-31,-1 3 13 0,-1 3-5 0,-1 3 7 16,0 1-6-16,-1 1 4 0,0 2 4 0,-1 1-1 16,1 1 5-16,0 3-3 0,-1 2-1 0,3 1 0 15,0-2 2-15,3 0-2 0,3-2 5 0,1-2-3 0,3-1 6 16,4-3-2-16,1-2 1 0,4-4 0 0,2-3 10 15,1-4 1-15,0-3-3 0,3-2 3 0,0-2-9 16,1-3-7-16,2 0 2 0,-1-4-4 0,2-2-6 0,2-2-55 16,1-3-6-16,1-4-22 0,-1-2-58 0,-1-2-54 15,-2-2-4-15,0-2-24 0,-3-2-82 0</inkml:trace>
  <inkml:trace contextRef="#ctx0" brushRef="#br0" timeOffset="1399.14">2729 1720 2179 0,'0'0'371'0,"0"0"-259"0,0 0 7 0,0 0-83 0,0 0-66 16,0 19 22-16,6-8 8 0,1 4 2 0,2 1 20 16,1 3 6-16,0 1-1 0,3 0 1 15,2 1-13-15,2 2-5 0,0 1 0 0,2 2-2 16,-2 0-7-16,3 0 8 0,-2 0-3 0,-1-2 4 15,0-1-6-15,0-1 6 0,-1-1-1 0,0 1 2 0,0-1-1 16,-2-1 7-16,2 0-9 0,0-2 9 0,-1-2-1 16,-1-2-7-16,-3-3 2 0,-2-3-10 0,0-1-46 0,-2-3-49 15,-1-2-20-15,-6-2-12 0,0 0-91 0,0 0-151 16,1 0 819-16</inkml:trace>
  <inkml:trace contextRef="#ctx0" brushRef="#br0" timeOffset="1615.05">2991 1728 3355 0,'0'0'38'0,"0"0"-84"0,0 0-7 0,0 0-21 16,-1 1 21-16,-9 21 42 0,8-8 2 0,-3 4 10 15,0 4 6-15,-2 0-2 0,-1 1 0 0,-2 2 0 16,-1 1-7-16,-2 3 5 0,-1-1-3 15,-1 1 5-15,-1-1-2 0,1 0 0 0,-2-4-3 0,1 1 2 16,1-1-1-16,0-1-8 0,1 1-15 0,1-3-5 0,1 0-106 0,0-1-82 16,1-3-14-16,1-1-31 0,1-2-152 0</inkml:trace>
  <inkml:trace contextRef="#ctx0" brushRef="#br0" timeOffset="1996.9">3177 1574 255 0,'0'0'1310'0,"0"0"-550"0,0 0 685 0,0 0-1492 0,8 5 6 0,3 3-12 0,4 6 31 0,3 2 8 0,-2 3-2 0,2 2 1 0,-6-6 10 16,5 6 3-16,1 2 0 0,0 2-3 0,-2 5 4 16,-1 2 0-1,-2 0 1-15,-3 0-2 0,-3 1 2 0,-1 0 0 16,-3 2 3-16,-2 4 3 0,-3-3-2 0,-3 1 0 15,-2 1 0-15,-2-1 1 0,-3 1-3 0,-1 0 3 0,-2-2-3 0,-1-3 5 0,-2-2-2 0,1-3-16 16,0-2-4-16,-1-3-142 0,2-2-221 0,0-3-32 16</inkml:trace>
  <inkml:trace contextRef="#ctx0" brushRef="#br0" timeOffset="2531.42">3802 1959 3365 0,'-3'-5'109'16,"3"5"-81"-16,0 0-9 0,0-1-23 0,0 1-40 0,14-9 17 15,-3 8-2-15,3 1 11 0,1 0 9 0,-7-4 8 16,9 3-3-16,-1 1 4 0,1 0-2 0,2 0 0 15,0 0 0-15,0 0 1 0,1 0 1 0,-1 0 2 16,1 0 0-16,-2 0 1 0,2 0-1 0,-3 0-2 31,0 1 1-31,0-1 0 0,0 0 8 0,0-2-4 0,-1 1 2 16,-1 1-4-16,-1-1-4 0,-1 0-80 16,-1-2 0-16,0 0-36 0,-2 0-82 0,-3-2-106 0,1 1-31 15</inkml:trace>
  <inkml:trace contextRef="#ctx0" brushRef="#br0" timeOffset="2765.35">3731 2154 2910 0,'0'0'502'0,"0"0"-488"0,0 0 15 0,0 0-52 0,10 3-12 0,1 0 16 31,5 1 1-31,1-1 5 0,2 2 13 0,2-2 10 0,2 0-3 0,2-1 5 0,0-1-7 0,5 0 2 15,-2-1-3-15,1 1 3 0,-2 0-7 0,-1-1 5 32,-2 1 0-32,-1-1 1 0,-1 1-3 0,-1-1-2 15,1 1 3-15,-2 0-3 0,-1 0 6 0,-2 0-105 16,-1 1-13-16,0-2-43 0,-2 1-136 0,0-1-150 0,0-2 800 16</inkml:trace>
  <inkml:trace contextRef="#ctx0" brushRef="#br0" timeOffset="3147.68">4917 1676 3173 0,'0'0'545'0,"0"-1"-536"15,0 1 5-15,0-1-27 0,0 1-30 0,0 0 14 16,0 0-2-1,0 1 5-15,8 21-7 0,-9-9 3 0,-3 4-1 0,-1 3 4 16,-3 2 16-16,-3 3 2 0,-2 0-1 16,-2 1 2-16,-1 2-4 0,-3 3 7 0,1 2-1 15,-2 0 3-15,3 0 3 0,1-2 0 0,2-2 0 16,4-2 1-16,1-1 6 0,3-2-4 0,1-1 2 0,3-2-3 16,2-3 10-16,2-4-1 0,3-1 3 0,2-3-2 15,1-1 1-15,3-2-1 0,1-1-3 0,2-2 1 16,4 0-6-16,3-2 2 0,2-1-2 0,0-1 2 15,1-2-4-15,-1 0 2 0,2-1-2 0,-4 0 1 16,1-1 0-16,0 0-2 0,-1-1 3 0,1-1-4 0,-2 1-3 16,-1 0-12-16,-2-1-12 0,-2 0-3 0,-1 1-83 15,-2-1-71-15,0 0-12 0,-5-1-25 0,1 1-101 0,-5 0-142 16</inkml:trace>
  <inkml:trace contextRef="#ctx0" brushRef="#br0" timeOffset="3365.22">4639 1973 3349 0,'-6'-2'94'0,"6"2"-10"0,0 0-125 0,-1 0-10 0,1 0 10 16,0 0-4-16,6 13 52 0,2-6 5 0,3 0 4 15,3-1-2-15,2 0-5 0,5-2-3 0,1 0-2 0,4-2 2 16,1 0 6-16,3-2-6 0,2-2 3 0,0-1-3 15,-2-2 2-15,-2-1-26 0,-2-2-15 0,1-2-9 16,0-2-83-16,2-2-59 0,-1-3-9 16,-3-1-22-16,-3-1-78 0,-2-3-51 0,-1 1-81 0</inkml:trace>
  <inkml:trace contextRef="#ctx0" brushRef="#br0" timeOffset="3564.44">4691 1661 3085 0,'0'0'58'0,"0"0"-104"16,0 0 2-1,9 8-25-15,1-3 63 0,5 2 13 0,0-1 3 16,5-1 5-16,3 1 9 0,4-3-10 16,5 1 0-16,1-1-4 0,1-1-1 0,-1-1 4 0,-1 0-1 0,2 0 2 15,2-1-3-15,1-3-59 0,-3-1-23 0,-3 0-22 16,0-2-142-16,-1-2-116 0,2 1-61 0</inkml:trace>
  <inkml:trace contextRef="#ctx0" brushRef="#br0" timeOffset="3768.82">5229 1610 2316 0,'0'0'389'0,"0"0"-216"0,0 0 80 16,2 4-246-16,11 1-41 0,4-2 42 15,6 2-2-15,2 0 17 0,1-1-5 0,1 3 19 0,2-2-10 0,4-1 11 0,1 1-25 0,1-3 1 16,0 0-6-16,-3 0 4 16,-2 1-9-16,-4-1 7 15,0-1-2-15,-2-1 3 0,0-2-13 0,-2 0-101 16,-2-1 3-16,-4-1-45 0,-1 1-71 0,-2-3-167 0,-2-1-56 16</inkml:trace>
  <inkml:trace contextRef="#ctx0" brushRef="#br0" timeOffset="4083.56">5523 1600 2805 0,'-8'2'69'0,"1"3"-78"0,0 1-13 0,2 2-8 15,-1 3 30-15,0 1 12 0,-2 3-10 0,0 5 11 16,-4 2-13-16,1 3-2 0,-1 3 4 0,-1 1-2 0,1 2 5 16,0 0-5-16,-1 2 0 0,-2 2-3 0,0 0 4 15,-2 2 0-15,2 0 1 0,0-2 0 0,1 0 9 0,4-2 1 31,0 0 1-31,4-3-1 0,1-2 0 0,3-4 6 16,3-3 2-16,3-3 1 0,0-2-2 0,4-5 3 0,-2-1-3 16,4-1 3-16,1-1-7 0,4 0 2 15,1-2 0-15,3-2 0 0,1-2-5 0,3-2-7 16,2-2 1-16,3 0-3 0,3-4 1 0,1 1 2 16,-1-2-5-16,-1 0 4 0,-1 0-5 0,-1 0 4 0,0-1 1 15,-1 0 2-15,0 0-12 0,-4-1-71 16,-1 0-6-16,-4 1-28 0,-1-2-68 0,-2 2-53 0,-4-2-9 0,0-1-29 15,-2-1-177-15</inkml:trace>
  <inkml:trace contextRef="#ctx0" brushRef="#br0" timeOffset="4298.87">5692 1755 2536 0,'0'0'433'0,"0"0"-337"0,0 0 33 0,0 0-134 0,0 11-62 16,8-2 47-16,1 4-1 0,2 3 17 0,2 1 15 15,1 1 3-15,1 1 3 0,3 0-2 0,1 3-3 0,0 1-5 16,0 0-1 0,1 0 0-16,1 0 1 0,1-2-1 15,2 0 1-15,-1-2 0 0,-1-1 6 0,-1-2-8 16,-1-1 4-16,0 0-7 0,-1-2-11 0,-1-2-50 16,0-2 0-16,0-3-18 0,0-2-14 0,-1-3-23 15,-2-2-12-15,0-3-11 0,-3-2-105 0,-2-4-112 0,0-3-176 0</inkml:trace>
  <inkml:trace contextRef="#ctx0" brushRef="#br0" timeOffset="4497.72">5974 1704 3241 0,'-10'5'-71'0,"0"2"7"0,0 3 8 15,0 4 8-15,0 2 74 0,-5 4 19 0,0 2-8 0,0 2 9 0,2 1-25 0,2 0-6 16,1 1-3-16,2 2-1 15,-2-1-9-15,2 2 3 0,-2-3-2 0,1-1 3 0,1-1 1 0,0-3-39 32,1-3-11-32,1-2-20 0,0-2-101 0,1-3-111 15,2-2-20-15,3-9-56 0,0 0-334 0</inkml:trace>
  <inkml:trace contextRef="#ctx0" brushRef="#br0" timeOffset="4865.5">6080 1432 3160 0,'0'0'557'0,"0"0"-699"0,0 0-92 0,0-1 220 15,1 1-41-15,15-3 27 0,-5 7 1 0,1 1 11 16,-1 2 10-16,-1-1 6 0,0 2-3 0,0-1 5 0,0 3-2 16,0-2 3-1,-1 1 0-15,0 0 1 0,0-1-4 0,-1 1 1 16,0-1-1-16,0 1 1 0,-1-1-4 0,-2 1 6 0,0-1-1 0,-1 0 4 0,-3-2-2 15,-1 0-4-15,0 0-9 0,-2 0-1 0,-1 0-52 16,-2 0-5 0,-3 1 2-16,-2-2 1 0,-2 1 40 0,0-1 15 15,0 0 3-15,0 1 4 0,0-1 10 0,3-1 5 16,-1 0 2-16,4-1 2 0,1 0 4 0,5-3 2 16,0 0 0-16,0 1 1 0,0-1 0 0,0 1-8 15,0-1 7-15,8 20-6 0,1-15 15 0,2 0-17 16,2-1-3-16,3-3-3 0,-1 1-3 0,3 0-6 15,0 0 5-15,1 1-6 0,-1-1 4 0,1-2-3 0,1 0-40 16,-1-2 11-16,1 1-134 0,0-2-101 0,0 0-21 16,1-3 77-16,-1-1 1207 0</inkml:trace>
  <inkml:trace contextRef="#ctx0" brushRef="#br0" timeOffset="5230.6">6611 1453 2962 0,'0'0'72'0,"0"0"26"0,0 0-182 0,-1 17 56 15,5-8-2-15,2 1 22 0,0 0 7 16,2 0 3-16,2 0 0 0,1-1 2 0,1-1-4 0,0 0 2 16,2-1 3-16,1-1 0 0,0 0 2 0,2-1-3 15,2-1-1-15,1-1 1 0,0 0-2 0,0 0 1 16,-3-1 3-16,-1 0-1 0,-1-1 4 0,-2 2 0 0,-1-2-5 15,-2 2 4-15,-1-1-6 0,-2 1 5 16,-2 0-2-16,0 0 3 0,-5-3-7 0,0 0 0 0,1 1 0 16,7 16-1-16,-8-17-2 0,-4 16 3 0,0-7 1 15,-1 3 1-15,-2 1 3 0,-1 4 0 0,0 1-1 0,-2 2 2 16,-1 1 0-16,1 1 6 0,1 1 1 0,0-1 1 16,1 2 5-16,1-1-6 0,2 1 2 0,-1 1-4 15,2 3-3-15,1-2-7 0,0 2 2 0,3-1-2 16,-2-1 7-1,0-2-6-15,1-1-19 0,-2 1 1 0,1-2-98 0,-2-1-79 16,1-1-19-16,-4-3-32 0,0-1-181 16</inkml:trace>
  <inkml:trace contextRef="#ctx0" brushRef="#br0" timeOffset="5413.96">6520 2188 2986 0,'0'0'139'0,"0"0"234"0,0 0-413 0,0 0 5 15,0 0 1-15,0 0 8 0,17 2 50 0,-7 2-6 0,4 1 0 16,2 0-4-16,1 0-4 0,1 0-10 16,1 0 6-16,0-1-7 0,1 1 4 0,0-2-1 0,0 1 1 15,2-1 1-15,2 1 3 0,2-3-4 0,1 0-2 0,0-1-1 16,0-1-1-16,-1-1-67 0,-1-2-7 0,0-3-28 16,1 0-97-16,0-3-126 0,-1-2-27 0</inkml:trace>
  <inkml:trace contextRef="#ctx0" brushRef="#br0" timeOffset="5620.81">7226 1849 1915 0,'0'0'298'0,"0"0"1247"0,18 2-1588 0,1 1 26 0,5 2-2 16,3 0 12-16,0-1 4 0,-2 1 8 15,-1 0-5-15,1 1 5 0,0-1-9 0,1-1 6 16,-2 1 1-16,-2-1-2 0,0 0-54 0,-1-2-120 0,-1 0-19 16,1-1-40-16,1-1-142 15</inkml:trace>
  <inkml:trace contextRef="#ctx0" brushRef="#br0" timeOffset="5996.27">8513 1615 3480 0,'0'0'75'0,"0"0"-63"0,0 0-57 16,16 19 25-16,-11-9-2 0,-1 3 9 0,-4 1 1 0,-3-2 11 16,-1 5 1-16,-4 2 0 0,-1 1 0 0,-1 3-3 15,-3 1 1-15,-2 0 0 0,0 1 6 0,-3 0-7 16,1 0 3-16,-3 2-6 0,0-1 1 0,0 1 7 0,-2 1-2 15,1-2 4-15,0-1-4 0,4-2 1 16,3-2 3-16,3-4 0 0,1-1 0 0,4-3 8 16,2-2-8-16,2-1 9 0,2 0 2 0,2-3-6 0,2-1 3 15,2 0-5-15,3-2-2 0,2 1-3 0,4-2 1 16,4-1-3-16,3-1 0 0,4-2 0 0,1-1 1 16,0 0-1-16,1-2 4 0,0 1 1 0,1-1-1 0,1 0 0 15,1-1-5 1,0 1 0-16,-1-1 1 0,-3 0 0 0,-1 1 0 15,-2-2 2-15,-1 2-5 0,-1-2 0 0,-2 0-61 0,-2 2-46 0,-3-3-11 0,-3 1-11 16,-3 1-41-16,-4 0-61 16,-5 5-5-16,0 0-28 0,0-1-109 15</inkml:trace>
  <inkml:trace contextRef="#ctx0" brushRef="#br0" timeOffset="6231.46">8371 1878 3548 0,'0'0'-67'16,"0"0"17"-16,0 1 3 0,1-1 12 0,13 19 56 0,-6-12 11 15,2-1-6-15,4-1 7 0,1 0-23 0,4 0-1 0,2-1-3 16,1-1 0-16,3-1-7 0,1-2 4 16,0-1 4-16,1-1 0 15,-2-1 2-15,-1-2-5 0,0 1-4 0,-1-2 2 16,-1 0-6-16,-1-2-35 0,0-1-4 0,-3-1-16 0,-1 1-51 0,-4-1-35 0,-3 0-3 0,-2 0-12 15,-3-1-23-15,-2 1 2 0,-3-1-19 0,-3 0-4 32,-2 0-187-32</inkml:trace>
  <inkml:trace contextRef="#ctx0" brushRef="#br0" timeOffset="6397.54">8398 1595 2995 0,'0'0'-21'0,"-1"0"-3"16,1 0 12-16,0 0-3 0,0 1 46 0,0-1-8 15,5 20 0-15,4-12-2 0,1-2 7 0,4 1-8 16,3 0-1-16,2 0-2 0,2 1-4 0,4-1-7 16,1-3 1-16,2 1-3 0,0-4 11 0,-1 0-14 15,-1 0 6-15,0-2-9 0,-1 0-29 16,2-2-70-16,3-3-15 0,0-1-25 0,0-1-109 0,0-3-250 0</inkml:trace>
  <inkml:trace contextRef="#ctx0" brushRef="#br0" timeOffset="6614.46">9007 1460 3220 0,'0'0'43'0,"14"6"-61"16,-1 0-7-16,5 3-9 0,2 0 31 0,4 3 7 15,-2-1-1-15,1 0 4 0,1 0 4 0,1-2-8 16,1-1 3-16,0-1-4 0,-1 0 12 0,-1-2-7 15,0 0 0-15,-3-2-3 0,-1 0 0 0,-1 0-2 16,0-2 3-16,0 1-4 16,-2-2-21-16,-2 0-123 0,-2-1-7 0,-4-1-51 0,-1-1-140 0,-3-1-227 15</inkml:trace>
  <inkml:trace contextRef="#ctx0" brushRef="#br0" timeOffset="6950.11">9162 1576 2585 0,'-6'1'445'0,"1"2"-478"0,0 2 46 0,0 4-92 32,0 1 69-32,0 3 21 0,-2 1 0 0,1 1 10 15,-2 0 11-15,-2 4-14 0,1-1 4 0,-2 3-9 16,0 1-2-16,-1 1-1 0,-1 2-4 0,-1 0 2 0,-1 0-14 16,-1 0 10-16,-3 2-3 0,1-1 6 15,1 2 0-15,1-1-1 0,2 0-1 0,1-1-1 0,-1-2-4 16,4-3 11-16,1-1-2 0,2-1 6 0,3-2 0 0,3-1-3 15,1-2 6-15,0-3-5 0,3-1 9 0,3-2-11 16,1-1-2-16,3 0-3 0,3-2-5 16,3 0-2-16,0-2 1 0,4-1 0 0,4 0 8 0,1-1-1 15,-1 0 2-15,4 0-2 0,-3-1 4 0,-1 1-9 16,-1-1 2-16,1 0-4 16,0 0 0-16,0 0 1 0,-1 0-1 0,0-2 1 0,-2 1 2 0,-1-3-81 15,-2 0-1-15,-2-1-37 0,1-1-75 0,-3 0-56 0,0-3-20 16,0-2-27-16,1-1-223 0</inkml:trace>
  <inkml:trace contextRef="#ctx0" brushRef="#br0" timeOffset="7180.64">9274 1788 3152 0,'0'0'-7'0,"0"0"-42"0,2 17-5 0,2-6 2 0,2 2 69 0,2 1 3 15,1 1 8-15,2 1-5 0,1 1 2 16,3 2-6-16,2-1-2 0,1 2-1 0,1-1-10 0,1-1 3 16,2 0-3-16,-1-2 3 0,-2 0-1 0,1-2 1 15,-2-2-2-15,0-1 2 0,0-3 2 0,-1 0-14 16,0-1-15-16,0-2-3 16,-1-1-74-16,1-2-11 0,-2-1-13 0,-2-2-2 0,-1 0-78 0,-3-3-93 15,0 0-33-15</inkml:trace>
  <inkml:trace contextRef="#ctx0" brushRef="#br0" timeOffset="7398.16">9585 1784 2920 0,'0'0'44'0,"0"0"-49"15,0 0-82-15,-22 5 65 0,15 0 5 0,-3 3 17 0,-1 0 18 16,-1 1 7-16,-1 2-4 0,-1 0 3 0,-1 0-13 0,2 1-3 15,-3 0-3-15,0 1 0 0,0 3-4 0,-1-1-1 16,2 2 4-16,0 1-3 0,1-1 1 0,3 0 4 16,-1 0-6-16,2-1 4 0,-1-1-11 0,3-1-56 15,-1-2-13-15,2-3-23 0,2-2-112 0,2-1-127 16,1 1-77-16</inkml:trace>
  <inkml:trace contextRef="#ctx0" brushRef="#br0" timeOffset="8031.13">9642 1570 2699 0,'0'0'463'15,"0"0"-465"-15,0 0 40 0,0 0-113 0,9 1 27 0,0 2 34 16,0 1 5-16,0 1 9 0,0 0 18 0,1 1-6 16,-1-1 5-16,2 0-8 0,0 1-2 0,-1-2-2 15,1 1 0-15,0-1 1 0,-1-1-1 0,2 1-1 16,0-1-1-16,-2 1 0 16,3 1-2-16,-1-2 3 0,1 0-1 0,-1-1 1 0,0 1 0 0,-1-2-3 15,-1 0 0-15,-1 2 1 16,0-3 7-16,-1 3-4 0,-2-2 1 0,1 1-3 15,-2 1 2-15,-5-3-3 0,0 0 1 0,0 0-1 16,1 0 3-16,17 9-6 0,-18-9 4 0,0 0-4 16,0 0 2-16,0 1-5 0,0-1-1 0,0 0-1 15,4 20 3-15,-4-20 4 0,0 1-1 0,-9 19 2 16,5-12-3-16,-1 3 1 0,0 2 1 0,-1 1 1 16,0 2-2-16,0 0 6 0,1 2-2 0,1-1 4 15,0 0-7-15,1 1 2 0,0 0-3 0,1 3 3 0,-1 1 6 16,1 2-6-16,-1-1 4 0,0 1-6 15,-1 0-1-15,1 0 2 0,-2-3-2 0,0-2 3 0,0-1 3 16,-1-1-11-16,0 1-7 0,-1-1-4 16,1-3-49-16,-1-2-35 0,1-2-9 0,0-3-10 0,0-1-46 0,6-6 25 15,0 0-6-15,0 0 13 0,-22 6-1 0,14-8 35 16,1-2-7-16,-1-1 19 16,1-1 25-16,-3-1 111 0,2-2 1 0,1 0 44 0,1 0 61 0,2 0 8 15,0 1 7-15,1 0-4 0,2 2-20 0,1 6-49 16,0 0-2-1,0-1-18-15,0 1-28 0,0-1-17 0,20-9 0 16,-11 10-5-16,2 1-17 0,2 1-2 0,-1 2-3 16,2-1 1-16,-1 0-5 0,2 2 6 0,-1-1-6 0,2 1 6 15,1-1-7-15,-1-1-2 0,-1 1 1 16,-2-2-1-16,-1 0-5 0,-3-2-129 0,0 0 6 0,-2-1-60 16,-7 1-116-16,0 0-237 0</inkml:trace>
  <inkml:trace contextRef="#ctx0" brushRef="#br0" timeOffset="8447.26">8377 1222 3442 0,'-6'-5'69'0,"-1"3"-115"0,2 2-15 0,0 5-17 0,-1 1-5 0,-1 2 52 15,-3 3 5-15,-4 2 8 0,1 4 26 0,-7-3-4 16,2 9 0-16,1 6-3 0,-2 4-3 0,0 3 2 15,0 2-1-15,-2 4 1 0,-1 4 0 0,-1 2 0 16,-1 4 0-16,-1 3 0 0,1 2 0 0,-1 2 2 16,3 4 1-16,0 2 0 0,3-2 1 0,1 2 2 0,4-2-1 15,5-6 3-15,2-3 9 0,6-6-2 0,5-3 1 16,4-5-2-16,2-1 0 0,5-5-8 0,3-3 3 0,4-4-6 16,2-4-19-16,6 0-48 0,2-4-17 0,5-3-14 15,1 0-99-15,3-6-59 0,1-3-28 0,6-6-30 16,1-3-319-1</inkml:trace>
  <inkml:trace contextRef="#ctx0" brushRef="#br0" timeOffset="8831.25">10345 1621 3267 0,'13'30'-1'0,"-1"0"-7"0,-2 1 6 0,-3 3 0 0,0 1 0 0,-3 1-1 0,0 4 2 0,-1 1-2 0,-3 0 3 0,-1 5-2 16,-2-4 2-1,-3-2 1-15,1-1 0 0,-2 0 1 0,1-1-2 16,-3-2 5-16,-1 0-5 0,-3-2 5 0,-1-1-10 16,-5-1 13-16,-1 1-1 0,-2-1 6 0,-3 0-12 15,0-3 1-15,-2-3-2 0,-2-2 0 0,-1-1-6 0,-3 0-27 16,0-2-6-16,-4-4-8 0,2-2-23 0,-2-4-50 15,1-3-6-15,1-4-24 0,0-3-100 0,3-7 868 16</inkml:trace>
  <inkml:trace contextRef="#ctx0" brushRef="#br0" timeOffset="9214.5">10531 1243 3594 0,'8'3'-155'0,"4"0"102"0,4 3-29 0,2 0 63 0,1 1 23 16,1 1 0-16,-2 0 2 0,-1-1-3 0,0 1 0 0,2 1 0 15,0 0 0-15,1 0 2 0,-1 2 1 0,-2-1-2 16,-3 1-1-16,-1 0-1 0,-4 1-6 0,-2-2 12 15,-2 2-3-15,-2-1 7 0,-3 1-1 0,0 0 3 16,-5 1 0-16,0 2 1 0,-4-1 8 0,0 0-8 16,-3 1 5-16,-1 0-6 0,1-1 3 0,0-1 2 15,2-1-1-15,1-2 2 0,3 0-6 0,1-2 5 0,0 0 2 16,4-1 3-16,0-1 11 16,1-6-12-16,0 0 0 0,1 1-3 15,18 18-4-15,-3-12-7 0,2-1 3 0,8 1-5 0,0-2 6 16,4 2-6-16,2-2 1 0,2-1-4 15,3 0 3-15,-2-2-14 0,3 0-27 0,1 1-3 16,-2-1-161-16,3-2-287 0,1-2-222 0</inkml:trace>
  <inkml:trace contextRef="#ctx0" brushRef="#br0" timeOffset="28653.6">3519 3055 2407 0,'-11'-7'127'0,"0"2"-7"0,1 1 4 0,2 1-63 0,1 2-29 15,7 1-18-15,0 0-2 0,-1 0 0 0,1 0-20 0,-1 0-5 16,1 0-5-16,-1 0 3 0,1 0-7 0,0 0 9 15,0 0 4-15,2 11 1 0,7-8 9 0,2-1 0 16,0 0 3-16,4 0 0 0,0-2 6 0,2 0 6 16,1-2-3-16,-1 0 4 0,1 0 2 0,-1-1-1 15,-1 0 0-15,0 0-5 0,-2 0-33 0,0-1-94 16,1 1-8-16,-1-1-40 0,-1 0-143 0</inkml:trace>
  <inkml:trace contextRef="#ctx0" brushRef="#br0" timeOffset="28896.38">3380 3256 3001 0,'0'0'123'0,"0"0"172"15,-1 0-337-15,1 0-3 0,0 0 4 0,8 8 3 0,2-5 41 16,2 1 6-16,2-1-2 0,0 0 3 0,3 0 3 0,3-2 0 15,1 1 2-15,2-2-3 0,1 1-3 0,-2-1 3 16,0-1-2-16,-1 0 2 16,-1 0-4-16,-2 0 1 0,-1-1-1 0,2 1 0 0,-1-1-8 0,0-1-17 15,1 1-5-15,-4-1-5 0,1-1-32 0,-1 0-30 0,-1 0-6 16,0-1-12-16,-2-1-58 0,-1 0-125 16,1 1-34-16</inkml:trace>
  <inkml:trace contextRef="#ctx0" brushRef="#br0" timeOffset="29346.04">4272 2762 2997 0,'0'0'86'0,"0"0"12"0,0 0-139 0,0 0 12 15,0 1-3-15,1 14 8 0,2-5 14 0,0 0 11 16,-1 3-1-16,0 2 4 0,0 1 4 0,-2 2-8 0,2 2 5 15,-1 1-7-15,1 1 2 0,-1 2 0 0,0 1 2 16,-1 3 0-16,0 1 5 0,0 4-4 0,0 0-2 0,0 0 3 31,0 2 12-31,0 1-3 0,-3 2 3 0,2 2-4 16,-2 0 2-16,2-3 2 0,-1 0-4 0,-1-2 3 16,1 1-3-16,1-2-5 0,-1-1 9 0,0-6-8 15,2-2 7-15,-1-3-6 0,0 0-1 0,0-1-1 16,1-1 4-16,-1-3 6 0,0-2-6 0,0-3 5 15,-1-2-9-15,2-1-39 0,0-2-10 0,0-7-19 0,0 1-96 0,0-1-86 16,0 1-14-16,0-1-34 16,0 0-157-16</inkml:trace>
  <inkml:trace contextRef="#ctx0" brushRef="#br0" timeOffset="29862.15">4442 2602 2975 0,'0'0'75'0,"0"0"-89"0,0-1 5 0,0 1-32 0,0-1 24 15,1 1 23-15,0-1 0 0,18-10 8 0,-18 11 4 16,14 5-13-16,-6-2 5 0,1 0-9 0,1 2 1 0,1 1 0 16,-2-1 2-16,3 2 0 0,0-1 4 0,-1 2 2 15,0 0-7-15,0 1 5 0,-3 0-8 0,0 1 6 16,-2 0 1-16,-2-1 2 0,0 0-5 0,-1 0 1 16,-2 0-3-16,-2-2 1 15,0 2-2-15,-2 0-5 0,-2 0 2 0,-3 2-4 16,-2 0-6-16,-2-1 8 0,-2 1-5 0,-2-1 6 0,-2-1-3 0,1-1 10 0,1-1-4 15,1-1 6 1,0 0 0-16,3-1 6 0,0-1 8 0,2-2-1 16,2 1 27-16,7-3 6 0,-1 0-4 0,0 0 3 0,1 0-19 0,-1 0-5 0,1 0 4 15,0 0-3 1,0 0 1-16,0 1-10 0,0-1-3 0,0 0-2 16,21 15-3-16,-11-13 0 0,-1 1-4 0,3-1 2 15,1 1-2-15,0 0-2 0,2-1 3 0,1 0-3 16,0-1-4-16,0 0-25 0,0 1-1 0,-1-1-12 15,-2 1-21-15,-2-1-24 0,0 1-7 0,-1-1-8 0,0 0-44 16,-2 1-63-16,0-1-26 0,-1 1-21 16,0 0-185-16</inkml:trace>
  <inkml:trace contextRef="#ctx0" brushRef="#br0" timeOffset="30063.06">4691 3238 3304 0,'0'0'117'0,"0"0"118"15,0 0-263-15,0 0 13 0,0 0 3 0,0 0 4 16,20 5 8-16,-20-5-27 0,0 0-11 0,1 0-9 16,15 2-59-16,-16-2-43 0,0 0-8 0,0 0-19 15,1-1-108-15,-1 1-364 0</inkml:trace>
  <inkml:trace contextRef="#ctx0" brushRef="#br0" timeOffset="30599.31">5109 3126 3240 0,'-5'-1'103'0,"0"1"-83"0,5 0-14 0,-1 0-54 0,1 0-23 16,-15 17 37-16,10-8 3 0,-2 3 11 16,0 1 20-16,-6-1-3 0,4 4-1 0,2 3-2 0,-1 0 3 0,1 1 3 15,-1 2 0-15,2-1 0 0,1 0-1 0,1-2-5 16,2-1 4-16,1-2-2 0,3-1 13 0,2-4 7 16,2 0 3-16,0-3 0 0,-1-3 0 0,2-1 7 15,-1-1-1-15,2-2 4 16,1-2 14-16,-1-4 2 0,1 1 0 0,1-4-1 0,2 0-14 15,-1-2-11-15,0-3-6 16,0 2 0-16,0-2-3 0,-1-2 3 0,-1 1 3 0,-2-3-1 0,1 0 0 0,-3 0 0 0,0-1-1 16,0-2 0-16,-4 1 4 0,0-1-6 0,-3-1 2 15,0 3-4-15,-2-1-5 16,0 3-5-16,0 1 2 0,-2 1-2 16,1 1 3-16,-1 2-4 0,0 3 0 0,0 0-2 15,-1 2-3-15,0 1-8 0,0 1-3 0,2 2-1 16,5 2-8-16,-1 0-22 0,1 0 2 0,-18-3-10 15,18 3-13-15,0 0-71 0,-1 0-19 0,1 0-29 16,0 1-173-16,-13 16-236 0</inkml:trace>
  <inkml:trace contextRef="#ctx0" brushRef="#br0" timeOffset="30745.32">5321 3260 1732 0,'0'0'-23'16,"0"0"19"-16,1 0-3 0,-1 1 6 0,17 8-26 0,-17-9-79 0,0 0-34 16</inkml:trace>
  <inkml:trace contextRef="#ctx0" brushRef="#br0" timeOffset="33928.11">5714 2889 2445 0,'-6'-6'197'0,"2"2"10"0,4 4-7 0,-1 0-177 15,1 0-41-15,-1 0 7 0,1 0 2 0,0 0 2 16,-17 6 4 0,11-4-2-16,4 6 1 0,0 4-2 0,-3 1 0 0,0-1-1 15,-1 4-1-15,0 1 2 0,0 1-1 16,-1 4 2-16,0-1 1 0,-1 4 0 16,-1-1 10-16,-1 0-8 0,1-1 4 0,0-2-4 15,1 1 10-15,0-1-1 0,1-1 1 0,2 1-1 0,0-2 2 16,3-2-4-16,1-2 2 0,2-1-2 0,0-1 2 15,3-3-7-15,1 0 0 0,0-2 0 0,3 1 8 0,2-2-5 16,0-2 0-16,4 1-1 0,-1-2 5 0,4-1 4 16,3-1 3-16,0 0-2 0,2-1 2 0,0-2-1 15,0-1 2-15,0-1-3 0,-1 0-9 0,-2-1-22 16,0 2-8-16,-1-2-6 0,-2 0-28 0,-1-1-49 16,-1-1 6-16,0-1-27 0,-1 0-71 0,-1 0-162 15,-1-2-100-15</inkml:trace>
  <inkml:trace contextRef="#ctx0" brushRef="#br0" timeOffset="34145.78">5848 3043 3034 0,'0'0'161'0,"0"0"-146"16,-1 0 13-16,1 0-60 0,-17 4-2 15,17-4 25-15,-5 16 4 0,2-5 6 0,-2 3 2 16,1 2 0-16,-1 2-3 0,0 2 2 0,-1 1-4 15,1 5 3-15,0 2-1 0,-2 5 3 0,2 2-4 0,-2 0-3 16,1 0 6-16,1 1-3 0,0 0 7 0,0 0-5 16,2 0-3-16,1-5 0 0,1-3-2 0,2-6-106 15,-1-3 9-15,4-3-52 0,0-1-70 0,1-4-98 16,3-2-35-16</inkml:trace>
  <inkml:trace contextRef="#ctx0" brushRef="#br0" timeOffset="34348.61">6134 3216 3041 0,'0'0'70'0,"1"0"-97"0,16-3-4 0,-6 3-17 16,2 4 56-16,0-1 1 0,2 1-2 0,-1 0 2 16,1 1 1-16,1-1-6 0,1 2 1 0,1-1-3 15,1 1 0-15,1-1 4 0,2-1 0 0,-2 1 0 0,0 0-8 16,-1-1-15-16,0 1-11 0,-2-2-3 15,0 0-61-15,-2 0-18 0,0-2-8 0,-2-1-4 0,0 0-38 0,1-1-93 16,0-2-28-16</inkml:trace>
  <inkml:trace contextRef="#ctx0" brushRef="#br0" timeOffset="34562.68">6436 3001 1781 0,'0'0'812'15,"0"0"-599"-15,0-1-110 0,-1 1-92 0,1 0-31 0,0 0 11 0,0 0-3 16,-13 9 7-16,12 1 10 0,0 5-2 0,-1 2 2 0,1 5-4 31,-1 2-7-31,-1 3 1 0,1 1 3 0,-1 2 0 16,1 1 1-16,-1 4 2 0,0 0-3 0,-1 1 4 16,0-1 4-16,0 2-1 0,-1 1 2 0,1-1-3 15,-1-1 0-15,2-7-103 0,1-3-14 0,0-6-47 16,1-2-179-16</inkml:trace>
  <inkml:trace contextRef="#ctx0" brushRef="#br0" timeOffset="34962.65">6715 3102 3377 0,'0'0'-6'0,"0"0"-49"16,20 4 10-16,-6 1-9 0,1 0 76 0,2 3-1 0,-1-1-7 15,-1 1 4-15,-1 1-12 0,1-1-6 0,-1 1 0 16,0 2 0-16,0 0 3 0,-1 0-3 0,-1 1 3 16,-2 0-3-1,1 0 0-15,-3 1-6 0,-1 0 1 0,-2 2-4 16,-2-1 2-16,-3 2 7 0,0 0-5 0,-3 0 5 16,-2 0-11-16,-2-1 4 0,-1 0 1 0,-3 2 2 15,-1 0 3-15,-1 1 0 0,-1 0-6 0,-2-2 2 16,0-1-7-16,-2 1 1 0,-1-2 5 0,-2 0-3 15,0-1 8-15,2-2 5 0,0-1 3 0,4-2 3 0,3 1 17 16,1-2-8-16,4-1-1 0,1 1-2 0,2-1 9 16,3 1-11-16,1-7 4 0,0 0-9 0,0 0-7 15,10 19 5-15,-2-14 0 0,4 0 2 16,3-1 0-16,2 0 0 0,3-1 0 0,3-3 1 0,2 0 5 0,0-2-7 16,0 1 3-16,1 1-4 0,-2-2-2 0,0 1-18 15,0 0-8-15,-2-1-5 0,-1 0-44 0,0 0-44 16,-3-2-23-16,-1 1-11 0,-1-1-112 0,-3 0-159 15,0 0 815-15</inkml:trace>
  <inkml:trace contextRef="#ctx0" brushRef="#br0" timeOffset="35361.35">6958 2802 3319 0,'0'0'57'15,"0"0"-97"-15,16-12 13 0,-4 7-34 0,4 0 75 0,1 1 4 16,0 0 9-16,0 1-9 0,-2 3-9 0,0 0-11 16,-1 0 2-16,-1 1-5 0,-2 2-1 0,-1-1-6 15,-2 2-4-15,-1 3 0 16,-1-2 1-16,-1 1-3 0,-2 1 5 15,-3 1-4-15,-1 0 6 0,-3 1 6 0,-1 1-7 0,-2 0 7 0,-1 1 3 0,-4 0 2 16,0 0 1-16,-1 0-1 0,-2-1-3 0,1 0 8 0,0-1-3 16,1 0 5-16,1-2-7 0,2 0 9 0,1-1 4 15,2-1 1 1,2-1 9-16,5-4-3 0,0 0 1 16,0 0-2-16,0 1-4 0,0-1 6 0,13 17-6 0,-2-14 6 15,2 0-10-15,2-1 0 0,2 0 0 0,1-2 1 16,2 0 7-16,2 0-11 0,-2-1 1 0,1 0-9 15,0-1-33-15,-1-1-47 0,0 0-8 0,-2 0-14 16,-1 0-40-16,-2 1-83 0,-2 0-13 0,-1-3-38 0,0 2-175 0</inkml:trace>
  <inkml:trace contextRef="#ctx0" brushRef="#br0" timeOffset="35612">7106 3267 3126 0,'0'0'70'0,"0"0"-77"0,13 12-16 31,-2-7 0-31,2-1 61 0,1 1 11 0,1-2-4 16,1 1 4-16,3-3-19 0,2 1-10 0,1-1 0 16,1-1-4-16,0 0 2 0,-1-2-3 0,1 0 2 0,-1 0-3 15,0 0-7-15,0-1 1 0,0 0-6 0,-1 0 5 16,1 0 0-16,-4-1-7 0,0 1 1 0,-2 0-5 15,-2-1-20-15,-1 1-22 0,-1 0-3 0,-1-1-10 16,-1 1-50-16,-2-1-110 0,-1-1-15 16,-4 0-45-16,1 0-207 0</inkml:trace>
  <inkml:trace contextRef="#ctx0" brushRef="#br0" timeOffset="35830.37">7402 3012 2884 0,'0'0'69'0,"0"0"75"0,-6 15-266 0,6-2 97 16,0 2-3-16,1 5 38 0,-1 2 30 0,-2 0-15 15,1 2 3 1,0 1-7-16,-1 0-14 0,0 4-3 0,-2 0-1 16,0 3-1-16,-1-1-2 0,1 1 0 15,-1-2 0-15,0-2 1 0,1 2 5 0,-1-3-22 0,1-1-17 0,0-2-8 16,1-4-89-16,1-2-86 0,2-3-22 0,-1-2-42 15,2-1-280-15</inkml:trace>
  <inkml:trace contextRef="#ctx0" brushRef="#br0" timeOffset="36512.17">7349 3228 3245 0,'-5'-1'150'0,"-1"1"-175"0,0 3 9 0,1 3-64 16,1 3 39-16,-2 5 37 0,-1 2 4 0,-5 4 7 0,1 2 7 15,0 1-14-15,0 0 7 0,2 1-9 0,1-2 3 16,2-1-1-16,1-1-1 0,4-5-4 0,1-3-18 16,4-3-6-16,1-3 7 0,2-3-3 0,2-2 40 0,1-4-1 15,2-2 1-15,3-4-1 16,2-3 5-16,3-4 2 0,0-1 3 0,2-3-2 0,-1-1 2 0,0 1 1 15,0-3-3-15,-1 2 4 0,-1 0-1 0,-4 1-3 16,-3 1 3-16,-2 1-3 0,-2 1 2 0,-3 2 6 16,-3 0-3-16,-1 3 2 15,-2 3-9-15,-1 2-15 16,-3 3-1-16,0 3-4 0,-3 0-7 0,-3 3-17 0,-4 4 0 16,-4 5-7-16,-4 5 3 0,-3 8 14 0,-2 1 2 15,1 3 2-15,2 0 6 0,2-1 4 0,2 0 2 16,3-1 0-16,3-2-1 0,3-1-4 0,3-2 3 0,3-5-3 15,4-3 3-15,3-4 1 0,2-2 7 0,2-3 0 16,2-2 29-16,2-2 4 0,3-3 0 0,5-4 2 16,3-4-2-16,5-6-8 0,2-4 2 0,3-3-3 15,2-2-1-15,-1-2-12 0,1 0-1 0,-2 0-4 16,-1-1-1-16,-6 1-9 0,-2 2 6 0,-7 2-7 0,-5 4 3 16,-4 3-1-16,-3 2 0 0,-2 3-1 0,-3 1-4 0,-4 0-7 15,0 2-1-15,-3 3 0 0,-2 2 0 0,-3 4-8 16,-2 1 5-16,-3 7-5 0,-2 1 11 0,0 6-4 31,-2 2 2-31,-1 2-3 0,1 1 3 0,3 1 8 0,2 1-4 16,1-1 5-16,4 1-8 0,2-4-22 0,2-1-28 0,3-3-4 0,0-2-161 0,4-3-74 15,0-1-39 1,3-2-23-16,1-1-259 0</inkml:trace>
  <inkml:trace contextRef="#ctx0" brushRef="#br0" timeOffset="37145.83">7327 3294 1991 0,'0'0'340'0,"0"0"-235"0,0 0 31 0,-18-5-100 16,18 5-20-16,-1 0 14 0,1 0 7 0,-22 7 2 0,16-3 10 15,-2 4-8-15,1 0-7 0,-1 3 1 0,0 1-23 16,0 2-4-16,0 1-3 0,2 0-1 15,0 2-3-15,1-1 2 16,2-2-2-16,2-1 0 0,1-4-3 0,3-2 10 16,2-1 1-16,-1-4 5 0,2 0 11 0,2-2 0 15,0-3 6-15,3-2-6 0,1-4-4 0,2-4-2 0,3-3-3 16,1-3 2-16,1-2-7 0,0-1 8 16,1-2-4-16,-2 0 5 0,0-1 3 0,-1 2 3 15,-4 0 5-15,-1 3-2 0,-2 2-2 0,-5 1 10 0,-1 3-7 16,-3 1 8-16,-1 4-10 0,-2 0-11 0,-2 2-2 15,-1 1-5-15,-2 1-10 0,-1 3-10 0,-1 2 0 16,-1 1-8-16,-2 4-25 0,-3 5 6 0,0 1 1 0,-2 5 5 16,-1 1 19-16,1 4 10 0,0 2-2 0,1 2 4 15,0 2-8-15,3 0 4 0,0 0-2 0,5-5-11 16,1-1-151-16,5-3-162 0,3-2-70 0</inkml:trace>
  <inkml:trace contextRef="#ctx0" brushRef="#br0" timeOffset="37429.61">7954 3239 3621 0,'0'0'-118'0,"0"0"46"0,0 0-5 0,0 1 28 16,-4 19 56-16,0-11 9 0,-1-1 6 0,-2 2-4 15,-2 0-9-15,0 2-9 0,-4 0 0 0,-3 3-2 16,0 1 3-16,-1 0-1 0,0 1-3 0,1 1-1 16,-2 1 1-16,-1 0-3 0,1 0-24 0,1-1-2 15,0-2-170-15,2-2-164 16,-1-3-62-16</inkml:trace>
  <inkml:trace contextRef="#ctx0" brushRef="#br0" timeOffset="37629.21">7754 3235 2802 0,'0'0'284'0,"0"0"-282"15,0 0 12-15,12 13-90 0,-4-4 71 0,0 2 13 16,-1 3 6-16,0 1 0 0,0 1 6 0,-1 2-13 0,1-1 8 15,-2 1-10-15,2 0-1 0,-2 2-1 0,-1-1-4 16,0 1 1-16,1 0 1 0,-2-2-52 0,1-1-14 16,-1-3-22-16,0 0-127 0,1-3-94 0,-1-2-43 15</inkml:trace>
  <inkml:trace contextRef="#ctx0" brushRef="#br0" timeOffset="38379.15">8230 3378 1384 0,'0'0'69'0,"0"0"167"0,0 0-248 0,-1 0 23 0,1 0 10 16,0 0 7-16,-1 0 38 0,1 0 7 16,-18-6-8-16,18 6 5 0,0 0-19 0,-1 0-12 0,1 0 4 0,-17 7-7 15,17-7-1-15,0 0 9 0,-1 1 1 0,-19 16 4 16,14-10 10-16,1 1 0 0,-1 1-4 0,0 1 2 16,0 1-18-16,1 1 17 0,0 2-2 0,1 0 8 15,0 0-4-15,1 1-15 0,2 0-1 0,0 0-6 16,2-2-10-16,0-1-14 0,2-2 3 0,2-3-6 15,0-1-2-15,1 0 9 16,1-3 1-16,0-2 7 0,1 0 27 0,0-2-28 0,1 0 3 0,0-4-14 0,2-2-12 16,0-3 0-16,1-2 0 0,1-2 0 0,1-3 9 0,-2 1 5 31,0-1 0-31,-1 0 0 0,-1 1 0 0,-2 1 5 16,2-3 1-16,-3 2 1 0,-2 0-4 0,-2 1 13 15,-1 1-4-15,-1 1 6 0,-2 0-8 0,-1 1-17 0,-1 1-2 16,-1 1-4-16,-1 1-7 0,0 2 1 15,-1 1 5-15,0 2-2 0,-1 1-3 0,0 2-20 16,1 1-6-16,0 0-4 0,-1 2-20 0,1 0 13 16,0 2 0-16,1-1 0 0,1 1-65 0,-1 0-88 0,1-1-28 15,1 1-25-15,3-4-175 0</inkml:trace>
  <inkml:trace contextRef="#ctx0" brushRef="#br0" timeOffset="38578.86">8466 3526 2877 0,'0'0'494'0,"0"0"-487"16,0 0 39-16,2 17-110 0,1-9 15 0,2 0 37 15,0 2 0-15,-2-2 5 0,0-2-69 0,-3-6-102 16,0 1-3-16,0-1-33 0,1 1-32 0,-1-1-173 15</inkml:trace>
  <inkml:trace contextRef="#ctx0" brushRef="#br0" timeOffset="39011.11">8852 3013 2023 0,'0'0'326'0,"0"0"7"0,0 0 202 0,0 0-581 16,0 1-38-16,-1-1 87 0,-13 24-3 0,9-13 31 0,-2 2-5 15,-1 2-16-15,0 1 0 0,-1 2-5 0,-1 1-5 0,0 0 3 32,-1 3-2-32,0 0 2 0,-2 2-1 0,0 3 5 15,1 0-4-15,-2 2 3 0,4 1 2 0,-1-1 3 16,1 1 2-16,1 1-3 0,-1-1-10 0,4 2 2 15,1-2 4-15,1-3-3 0,2-1 3 0,1-5-6 16,3-1-2-16,0-2-1 0,1-3-1 16,2 0 4-16,1-1 4 0,2-3 0 0,1-2 6 0,1-1 1 15,-1-2 6-15,2-1 1 0,-1-1 51 16,1-3-10-16,0 0 4 0,4-3-10 0,-2 0-23 0,1-3 16 0,2-1-8 0,-2-3 11 16,0-1-15-16,-1 0-6 0,-1-2-2 0,-1-1-2 15,-1 0-6-15,-3 0-3 0,-2 1-1 0,-1 1-2 16,0 2-4-16,-4 0-11 0,-2-1 5 0,-1 1-7 15,-2 1-4-15,-1 0-1 0,-1 3-6 0,-2 0 3 16,0 1-15 0,-4 1-31-16,-2 2 7 0,-3 1-14 0,0 0 9 15,1 3-98-15,-1 0-17 0,1 0-46 0,2 1-232 0</inkml:trace>
  <inkml:trace contextRef="#ctx0" brushRef="#br0" timeOffset="39798.56">4163 2429 2408 0,'-6'-9'177'0,"1"2"4"0,5 7-2 16,-1 0-137-16,0-1-43 0,1 1-18 0,0 0 3 15,-20-3-3-15,15 9 15 0,-8-4 2 0,5 11 2 0,-3 4 0 16,-2 3-4-16,-2 2 4 0,-3 1-7 0,0 5 6 16,0 4-8-16,0 7 7 0,0 3 1 0,-1 3 1 15,1 5-2-15,-1 4 4 0,1 2 0 0,3 6 1 16,0 2-4-16,3 1 5 0,1 4-3 0,1 4 6 0,3-2-7 15,0 1 0 1,2 2-1-16,4-5 0 0,2-2 1 0,2 0 3 0,3-4-1 0,2-3 0 0,3 0-9 16,2-5 8-16,2-2-6 0,4-3 7 0,1-6-3 15,4-3-1 1,2-2 1-16,1-1-2 0,3-3 2 0,1-5 1 16,1-3 1-16,5-4-8 0,2-3-86 0,5-2-172 15,2-2-36-15</inkml:trace>
  <inkml:trace contextRef="#ctx0" brushRef="#br0" timeOffset="40418.85">9166 2673 3155 0,'0'-7'134'0,"2"1"-52"0,-2 6-16 0,0 0-126 0,1 0-29 0,-1 0 52 16,17-5-8-16,-17 5 31 0,1 0 12 0,14 8-10 15,-8 2-2-15,1 4-3 0,1 2-19 0,0 0 5 16,0 4-2 0,0 3 5-16,-1 4 6 0,-1 5 2 0,0 3 4 15,-2 3 0-15,-1 0 16 0,-1 3 2 0,-1 3 2 16,-2 2 1-16,-1 1 10 0,-2 1 4 15,-1 0-1-15,-3 3 0 0,0 1 0 0,-2 1 7 0,-1 0 4 16,-4 2-1-16,0 0-3 0,-3-1 6 0,0 1-7 0,0-1 8 16,-1 0 1-16,-3-2 1 0,0 1-4 0,-4-2 1 15,-1 1-11-15,-3 0-12 0,-4-2 4 0,-1 0-7 16,-2-1 2-16,1-4-7 0,0-3 0 0,-1-4-11 16,-2-2-87-16,-2-3-228 0,-2-4-59 0</inkml:trace>
  <inkml:trace contextRef="#ctx0" brushRef="#br0" timeOffset="41550.51">4585 2404 1864 0,'0'0'68'0,"0"0"-38"16,0 0 0-16,0 0-36 0,0 0-1 0,0 0 24 15,0 0 7-15,0 0 0 0,1 0 11 0,-1 0-16 16,0 0 0-16,0 0-4 0,0 0 6 0,0 0 6 16,0 0-3-16,1 0 3 15,15 8-3-15,-16-8 2 0,0 0 7 0,1 0-2 0,16-1 30 0,-17 1-1 0,1 0 2 16,15-8-4 0,-16 8-12-16,1 0-16 0,18-8-3 0,-19 8-4 15,16-4-9-15,-7 3-7 0,-1-1 0 0,2 1-2 16,-1 1-2-16,1-2-3 0,0 1 0 0,0 1 0 15,0 0-2-15,0 0-1 0,0 1 3 0,1 0-2 16,1 0 2-16,0 0-1 0,0 1 0 0,1-1 1 16,-1 1 0-16,-1-1 0 0,2 1 0 0,-1 0 0 15,1 0 1-15,-1 0-3 0,1 1 2 0,-1-1-2 0,2 1 6 16,-2 0-1-16,-1 0-3 16,2 0 0-16,1 0-1 0,1 1 1 0,1-1 0 0,0 0 0 0,1 0 6 0,-1 0-4 15,-1 1 2-15,1-1-4 0,0 1-2 0,-1-1 2 16,-1 1 0-16,0-1 0 0,1 1 3 0,-1 0 1 15,1-1 4-15,2 1-3 16,1 0 9-16,-1-1-6 0,1 0 4 0,-2 0-4 16,1-1 0-16,0 0-1 0,0-1-3 0,0 1 2 0,-1 0 5 0,0-1-3 31,1 0 1-31,0 0-3 0,1 0 0 0,1 0 9 0,0 0-4 16,0-1 5-16,-2 0-7 0,1-1 1 0,0 0 0 15,0 2-1-15,0-1-2 0,0 0 0 0,-1 0 1 0,0 0-1 16,4 0-2-16,-2 1-2 0,1-1-1 0,0 0 1 15,0 0 1-15,-1 0 2 0,0-1 0 0,1 0-1 16,0 0-5-16,0 0 3 0,1-1 2 0,2 1 1 16,1-2 5-16,0 0-6 0,1 1 4 0,-2 0-3 15,1 0 0-15,-2 1 4 0,1-1-6 0,-2 1 7 16,1 0-1-16,2 1-5 0,-2-2 4 0,1 2-5 0,-1-1-1 16,-2 0 8-16,0 1-7 0,0 0 8 0,-3 0-11 15,1 0 8-15,2 0-1 0,0 0 3 0,1 0-1 0,1 0-6 16,1-1 8-1,-2 0-6-15,1-1 18 0,-2 1-2 0,1-2-1 0,-1 2 1 0,1-1 4 0,0 0-7 16,-1 0 2-16,2 1-5 0,-2 1-2 0,-2 0-8 16,0 0 3-16,-1 0-3 0,0 0 1 0,-3 1-5 15,-1 0 1-15,-1 1-2 0,0-2 3 0,-1 3 4 32,1-2-8-32,-1 1 4 0,0 0-12 0,0-2-172 0,-2 0-4 15,0 0-81-15,1-1-236 0</inkml:trace>
  <inkml:trace contextRef="#ctx0" brushRef="#br0" timeOffset="42561.08">9552 3529 3242 0,'0'0'62'0,"0"-1"-38"0,0 1 24 15,0-1-154-15,0 1 60 0,0 0 19 0,0 0 66 16,23-1-4-16,-13 3 2 0,2-1-9 0,1-5-2 0,5 6-3 15,6 0 0-15,1-1-17 0,3-1 2 16,0-1 2-16,1 1-1 0,-2 1 10 0,1-2-5 0,-2 1-1 0,1 0-1 31,1 1-6-31,-4-1 4 0,-1-1-1 0,-2 1 2 16,-1 0 2-16,-2 0-5 0,-1 0-2 0,0 0-1 16,-3-1-6-16,0-1 0 0,-1 1 0 0,-3 0-5 15,-1-1-71-15,-1-1-152 0,-3-1-38 0,0-3-59 0,-1-1-329 0</inkml:trace>
  <inkml:trace contextRef="#ctx0" brushRef="#br0" timeOffset="48447.14">10660 3025 2240 0,'0'0'98'0,"0"0"-42"0,0 0-12 0,0 0-46 16,0 0-28-16,0 0 36 0,0 0 3 0,0 0 7 15,0 1-3-15,0-1 5 0,-11 23-4 0,9-12 3 0,-2 2-12 16,0 1-2 0,-1 1-1-16,0 1 0 0,-1 2-1 15,0 0 0-15,-2 2 3 0,1 2-1 0,-1 1 5 0,0 3-6 16,1 0 2-16,-2 2-3 0,1-2 11 0,0-1 6 15,-1 0-4-15,1 4 5 0,0-1-12 0,-1 2-4 16,1 1 3-16,0-3-3 0,1 0 6 0,0-3 2 0,2 0 1 16,-2 0 1-16,2 0 7 0,0 0-1 15,0-1 1-15,2-2-1 0,0-3 8 0,1-3-4 16,-1-2 1-16,2-3-4 0,-1-1-3 0,1-3-8 0,1-7-1 16,0 1-2-16,-2 15-6 0,2-16-2 15,0 0 0-15,0 0-6 0,0 0-60 0,0 1-90 0,0-1-23 16,0 0-33-16,0 0-199 0</inkml:trace>
  <inkml:trace contextRef="#ctx0" brushRef="#br0" timeOffset="48646.06">10686 3621 2786 0,'0'0'481'0,"0"0"-467"15,0 0 12-15,0 0-46 0,-1 20-22 0,2-11 36 16,0 1-8-16,1-1 17 0,0 0-1 0,1-1-2 16,0-1-1-16,-3-7-8 0,0 1-83 0,0-1-82 15,1 1-21-15,0-1-24 0,-1 0-145 0</inkml:trace>
  <inkml:trace contextRef="#ctx0" brushRef="#br0" timeOffset="49260.41">11394 2826 2925 0,'0'0'81'0,"0"0"-90"0,0 0-19 0,-1 0-30 16,0 0-16-16,1 0 88 0,-1 1 1 0,-10 19 19 15,8-12-14-15,-4-3-12 0,2 10-1 0,-3 2-3 16,1 3-3-16,-2-1 3 0,-1 4-4 0,-2 3 4 15,-1 3-3-15,-2 5 0 0,-2 0-3 0,0 2 1 0,0 1-2 16,-2 3 3 0,0 4 4-16,-1 2-3 0,-1 0-4 0,2 0 6 0,2 0-3 0,0 2 5 0,0-2-5 0,3-2 2 31,2-1-2-31,0-4 2 0,4 0-2 0,0-2 0 16,4-3-1-16,0-5 0 0,2-2 1 0,2-1 0 15,0-1 2-15,3-1-2 0,0-2 5 0,1-4 6 16,3-2 1-16,0-3 1 0,0-3-7 0,3-1 6 15,0-4-4-15,2 0 6 0,-1-2 0 0,1-3 4 16,3-1-1-16,-1-3 2 0,2-2 6 0,1-2-7 0,1-3 6 16,1-2-6-16,0-1 4 0,-2-2 7 0,-1-1-4 0,-1 0 6 15,-2-2 10-15,-2 1 5 0,-2 0 4 16,-1 1-2-16,-2-1-10 0,-3 0-7 0,0 0-4 0,-3-1 1 16,-2 2-5-16,-1 1 4 0,-2 0-3 15,0 2 3-15,0 1-5 0,-2 1-12 0,0 1 2 0,-2 2-7 16,-1 1-9-16,-2 1 3 0,1 1-7 0,-2 2 6 15,-1 0-9-15,-2 0-1 16,0 3 2-16,-2-2-2 0,0 3 3 0,1-1-22 0,0 2-13 0,2 0-10 0,-2-1-96 16,2 2-86-1,0-1-26-15,-1 1-41 0,2 0-304 16</inkml:trace>
  <inkml:trace contextRef="#ctx0" brushRef="#br0" timeOffset="59147.48">3359 4535 2528 0,'0'0'107'16,"0"0"-62"-16,0 0-17 0,-1 0-43 0,1 0-47 0,0 0 32 16,0 0-4-16,0 0 10 0,0 1-6 0,12 8 44 15,-2-4-5-15,0-1 19 0,1 1-6 0,0-2-6 32,2 0 6-32,0 0-6 0,-1 0 10 0,2-2 8 15,-1 1-5-15,0-1 5 0,1 0-5 0,0 0-14 0,-1 1 3 16,0-1-8-16,-1 0 1 0,-1 0 0 0,-1-1 0 0,0 1-1 15,-1-1-4-15,-1 0 3 16,0 0 0-16,-1 0 0 0,-7 0-8 0,0 0 7 0,0 0-7 16,1 0 5-16,-1 0-47 0,1 0-55 15,-1 0-3-15,0 0-20 0,1 0-45 0,-1 0-51 0,1-1-28 0,-1 1-26 16,-3-12-306-16</inkml:trace>
  <inkml:trace contextRef="#ctx0" brushRef="#br0" timeOffset="59361.52">3377 4816 1500 0,'-3'5'126'15,"0"0"383"-15,0 1-502 0,2 0 19 0,1 2 6 0,2-1 6 0,1 0 31 16,2-1-13 0,0 0-1-16,1-1-4 0,2 0 9 0,0 0 4 15,2-2 3-15,0 0 0 0,2 0 5 0,0-1-5 16,2 0 1-16,1-1-4 0,0-1-2 0,0 2-17 15,0-2-5-15,0 0-5 0,0 0-19 0,0 0-12 16,0 1 5-16,0 0-7 0,0 1-1 0,0 1 1 0,-1 0-6 16,-1 1-10-16,3 2-158 0,1 0-196 0,0 0-80 15</inkml:trace>
  <inkml:trace contextRef="#ctx0" brushRef="#br0" timeOffset="62394.68">915 5812 3000 0,'-5'-4'91'16,"-1"1"-63"-16,6 3-5 0,0 0-58 0,-1 0-21 0,1 0-28 15,0 0-3-15,0 0 6 0,2 7 34 0,-3-1 25 16,6 7 0-16,0 6 9 0,0 4 3 0,-2 5 6 16,0 3-1-16,-1 3 3 0,0 3-2 0,-1 0 4 15,0 1-1-15,-1 2 1 0,0-1 0 0,-1 1 1 16,0 0 0-16,-1-1 4 0,1 0 29 0,-1-5 13 0,1-2 10 15,0-4-4 1,0-2 5-16,1-4-4 0,1-3-5 0,0-2 1 0,1-4-23 0,1-3-2 0,1-2 0 16,1-3-1-16,-5-5 2 0,0 0-13 0,0 0 1 0,20 0-5 31,-13-6-9-31,1-3-4 0,2-4-4 0,1-6 3 0,1-3 1 0,0-5 3 0,3-4 3 0,2-4-1 31,2-2-1-31,2-5 8 0,2 0-5 0,-2-2 8 16,0 0 2-16,0 0-2 0,-1-1 3 0,-1 1-3 15,1 1 1-15,-3 2-1 0,3 2-2 0,0 3-1 0,-2 1-2 16,-1 5 1-16,-2 3 4 0,-4 4-2 0,-2 4 4 16,-4 4 5-16,-2 2-1 0,-1 3 2 0,-2 2 1 0,-1 1-34 15,1 7-7-15,0 0-15 0,-1 0-80 16,1-1-108-16,-1 1-17 0,-16-13-42 0,17 13-179 0</inkml:trace>
  <inkml:trace contextRef="#ctx0" brushRef="#br0" timeOffset="63048.08">1623 6175 2428 0,'-5'-10'412'0,"0"-1"-192"0,0-1 68 0,0-3-231 0,0-1-56 16,2 0 12-16,-1 0 0 0,1 2 2 0,-1 1-13 15,0 1-12-15,-2 1-8 0,0 1-6 0,-1 0-64 0,0 4-27 16,-1 1 6-16,-2 2-8 0,0 2 37 16,0 0 32-16,-1 1 4 0,-1 4 13 0,0 0 39 0,2 2 25 15,0 0-1-15,0 1 8 0,2 1 1 0,1 1-18 16,-1 3 5-16,1 3-9 0,1 0-2 0,0 3-8 15,1 2-3-15,1 2 1 0,1 1 0 0,1 2-4 16,0 0 1-16,2 0-1 0,0 0 4 0,1-2-1 0,1 0-2 16,1-2 1-16,1-2-2 0,0-2 1 15,1-1 1-15,-1-2-1 0,0-3 1 0,1-3-10 0,-1-3 3 16,3 0-7 0,-1-1-4-16,0-2-7 0,1-1-2 0,0-1 0 15,0-2-4-15,0-1 10 0,2-1-1 0,1-4 5 16,0-1 4-16,1-2-6 0,1-2 6 0,-2-3-5 15,2-1 13-15,-1-3-7 0,1 1 4 0,0-3-3 16,-2 0 7-16,0 0 0 0,0-1 0 0,-2 2-1 0,-1 0 0 16,-1 0 6-16,-1 1-6 0,-1 2 7 0,-1 1-4 15,0 2 9-15,-1 1-1 0,-2 2 3 16,1 1 3-16,-2 2-4 0,1 1 4 0,0 2-4 0,0 6 4 0,0-1-2 16,0 1 0-16,0-1-1 0,0 1-10 0,0-1-10 15,0 1-3-15,0 0-4 0,0 0-11 0,-1 0-6 16,0 0 2-16,1 0-3 0,-6 21 12 0,6-10 7 15,1 2-1-15,1 2 3 0,0 1 10 0,1 1-3 16,-1 0 1-16,1 1-4 0,1 2 4 16,1 0 1-16,-1 1 3 0,0-1-1 0,1 0 6 0,-3-1-7 0,3-2 3 15,0 0-2 1,0-1 6-16,1-3 2 0,0 0-3 0,0-3 3 16,-1-2-6-16,1-2-71 0,-1-2-20 0,0-2-29 15,-5-2-150-15,1 0-164 0</inkml:trace>
  <inkml:trace contextRef="#ctx0" brushRef="#br0" timeOffset="63377.38">1844 5931 2923 0,'0'0'18'0,"0"1"-43"15,0-1-8-15,13 22-1 0,-6-13 27 0,1 2-3 16,0 4 5-16,-1 2-2 0,0 3 7 0,-2 1 0 15,0 2 0-15,-2 2 0 0,-1-1 7 0,-2 2-1 16,0-2 0-16,-2 0 0 0,-1-2-2 0,-3-3 10 16,1-1-2-16,0-4 7 0,-1-1 15 0,2-4 5 15,-2-3 3-15,0-2 1 0,1-1 19 0,5-3 16 0,-1 0-4 16,1 0 5-16,-17-2-31 0,17 2-18 0,0 0-3 31,-1-1-5-31,-8-16-14 0,9 17-9 0,1-16 3 0,2 5-5 16,1 0-5-16,3-1 3 0,2-2-4 0,2-1 6 15,3-1-2-15,2-1-3 0,3 0 3 0,2 2-2 16,2 0 4-16,2 1 1 0,-1 2-10 0,-2 1-4 16,0 1-125-16,-2 2-97 0,-1 0-25 0,0 1-26 15,1-1-149-15</inkml:trace>
  <inkml:trace contextRef="#ctx0" brushRef="#br0" timeOffset="63706.32">2400 5695 2578 0,'0'0'443'0,"0"0"-367"0,0 0 27 16,-1 0-95-1,-15 9-35-15,16-9 16 0,-7 12 1 0,2-3 5 16,-1 3-7-16,-3 4 12 0,1 2-4 0,-2 3 8 15,1 2 0-15,-1 2-1 0,-1 0 0 0,1 3-1 16,0 2 0-16,-1 0 1 0,1 3 3 0,0 1-2 16,1 0-6-16,0 4 4 0,3 0-6 0,1 0 6 15,2-1-1-15,3 1-1 0,1-2 0 0,3-2 0 16,2-3 2-16,2-5 1 0,2-3 2 0,2-5-3 16,0-3-4-16,3-4-7 0,-2-2 0 0,4-2-3 0,1-1-8 15,2-5-1-15,2-1-9 0,1-6-3 0,1-1-102 16,0-3-92-16,-2-5-32 0,0-3-26 0,1-5-190 0</inkml:trace>
  <inkml:trace contextRef="#ctx0" brushRef="#br0" timeOffset="63944.2">2584 5563 2563 0,'0'0'224'0,"0"0"-172"0,0 0 19 16,0 0-72-16,0 0-8 0,3 17-8 0,2-5 1 0,3 5-2 16,0 2 7-16,1 4 12 0,2 4-1 0,-2 2 5 15,1-1 2-15,1 2 4 0,-1 1-1 0,1-1 1 16,0 2-4-16,-1-3 6 0,1-1 0 0,-2-5 1 16,0 0-3-16,-1-4-2 0,0-2 2 0,0-2-3 15,1 0 6-15,-2-4-5 0,0-1-2 0,-1-2-8 0,1-3-100 16,-1-3-85-16,0-2-18 15,2-4-27-15,2-4-140 0</inkml:trace>
  <inkml:trace contextRef="#ctx0" brushRef="#br0" timeOffset="64345.13">3054 5671 2646 0,'-5'5'105'16,"2"3"139"-16,-2 3-268 0,2 3 20 0,-2 3-1 15,0 3 11-15,-2 1 21 0,-1 4-10 0,-2 2 0 16,-2 1-4-16,-1 0-4 0,0 0-5 0,-1-1 7 0,-1-3-8 16,-2-1 1-16,1-3 11 0,1-2-8 0,0-1 10 15,0-4-7-15,1-3 8 0,0-3-2 0,0-3 1 16,3-2-21-16,1-2-9 0,1-2 3 0,2-2-3 16,-2-1-3-16,3-1 1 0,1 0-1 0,2-1 2 15,1 0 10-15,1-1 3 0,1-1-2 0,0 1 2 16,2 1-12-16,2 0-1 0,0 1-1 0,2 2 2 0,-1-1 5 15,3 1-2-15,0 1 7 0,1 2-4 0,2 1 10 16,0 4-2-16,-1 1-3 0,1 4 0 0,1 3 1 0,-2 3 2 16,0 2 3-16,0 2 1 0,0 3 7 0,-2 3 3 15,1 2 1-15,-1 4 2 0,-1 0 9 0,-1 4 3 16,0 0-2-16,0 2 1 0,-2 1-11 0,1-2-8 31,0-1 8-31,-1-1-8 0,1-1 3 0,-1-2-4 0,-1-1-3 16,-1-5 2-16,1-2 3 0,1-5-6 15,-1-3 0-15,1-4-7 0,-2-1-69 0,-2-10-98 0,0 0-10 16,0 1-28-16,0-1-34 0,13 0-100 16,-7-13-74-16</inkml:trace>
  <inkml:trace contextRef="#ctx0" brushRef="#br0" timeOffset="64648.23">3313 5560 2776 0,'0'0'82'0,"0"0"1"0,1 0-110 16,15 10 20-16,-8-4-1 0,5 5 10 0,0 1 20 0,0 3-17 15,2 3 6 1,-2 3-9-16,-1 1 11 0,1 2-8 16,-3 3 2-16,0 0-3 0,0 0 7 0,1 2-3 15,-2 0 9-15,0 4-2 0,-2-1 35 0,-1 1-1 16,0-2 6-16,-2 2-3 0,-1 2 16 0,-1-1-5 0,-2 3-1 15,-2-1-1-15,-1 1-7 0,-1 3-6 0,-3 0-1 16,-2 2-3-16,-1 3-9 0,-3-1-9 0,0 0-3 16,-1 0-4-16,-1 0-16 0,0 0 3 0,-2-2-1 15,0-4 0-15,1-3-18 0,-1-5-150 0,0-1-35 0,1-6-59 16,-3-2-318-16</inkml:trace>
  <inkml:trace contextRef="#ctx0" brushRef="#br0" timeOffset="65777.47">4044 5754 1034 0,'-9'-4'536'0,"2"2"287"16,-1 0-4-16,8 2-763 0,0 0-46 0,0 0-37 0,0 0 2 15,0 0-8-15,0 0 0 0,6-5 24 16,6 6-1-16,2 1 10 0,4-1 8 0,-1 0-5 0,3-1 2 15,3 1-3-15,-1 0-2 0,3 1 3 0,1-2 1 16,-1 1 0-16,0 1 0 0,-2 0-1 0,0 0-1 0,-1 0 1 16,0-1 3-16,0-1-2 0,1 1 3 0,-4 0-3 31,0 1 3-31,-3-1-49 0,-1 1-9 0,-1-2-22 0,-2 0-84 0,-3-1-106 0,0-2-35 0</inkml:trace>
  <inkml:trace contextRef="#ctx0" brushRef="#br0" timeOffset="66011.62">4043 6171 3452 0,'0'0'106'15,"0"0"-86"-15,0 0-13 0,1 0-14 0,19 2 3 0,-7-1 23 16,2-1-6-16,3-1 12 0,1 1-10 0,3-3 0 0,1 2-3 15,1-1 0-15,2 0-6 0,-3 0-3 0,0 1 3 16,-2 0-3-16,-1 0 3 0,-2 0-11 0,0 1-14 16,1 0-5-1,-1 1-84-15,-1-1-85 0,-1 0-13 0,-1 1-32 16,0-1-132-16</inkml:trace>
  <inkml:trace contextRef="#ctx0" brushRef="#br0" timeOffset="66410.67">5157 5671 3565 0,'0'0'30'0,"0"0"-38"15,0 0 3-15,0 0-15 0,-1 0 16 0,1 0 0 16,0 0 1-16,-17 8-4 0,11 0-20 0,-3 2 5 0,-1 2 2 15,-4 5 1-15,-1 2 7 0,-3 2 1 0,-1 3 0 16,-2 2 2-16,-2 0 4 0,1 2-1 0,3 1 1 16,1 1 0-1,0 0 0-15,2 2 10 0,-1 0-6 0,1 0 7 0,3-1 0 0,1-1 1 0,4-3 3 0,2-2-3 16,2-3-9-16,4-2 1 0,1-2 1 0,4-2 2 31,1-1 7-31,2-4 10 0,3 0 7 0,2-3 2 16,2-2 20-16,2-2-16 0,2 1 0 0,1-3-5 15,3-1 2-15,3-1-3 0,0-1 1 0,3-3-1 0,0 1-3 16,-2-1 1-16,0-1-8 0,-2 0 4 16,-1 1-13-16,-1-1-8 0,-1 0 0 0,-2-1-6 0,1 1-12 0,-4 0-25 15,0-1-3-15,-2 0-11 0,-2 0-40 16,-1 0-48-16,-2-1-12 0,-1 0-17 0,-2 0-99 0,-3 0-128 16,0-2-120-16</inkml:trace>
  <inkml:trace contextRef="#ctx0" brushRef="#br0" timeOffset="66627.43">4992 5963 3333 0,'0'0'155'0,"0"0"-101"0,0 0-7 0,0 0-31 15,0 0-34-15,10-1 12 0,-1-1 0 0,4 2 5 16,1 1 2-16,5-2 4 0,3 0 5 0,1-1 0 15,2-3 7-15,0 1-8 0,0-1-3 0,0-1 0 16,2 0-2-16,-1 0-13 0,0 0-5 0,-2-1-7 0,-2 0-39 16,-2 1-28-16,-1-2-3 0,-4 1-12 15,1-1-62-15,-3-1-102 0,1 0-26 0,0-1-45 0,-2-3-317 0</inkml:trace>
  <inkml:trace contextRef="#ctx0" brushRef="#br0" timeOffset="66827.73">5027 5684 2955 0,'0'0'306'0,"0"0"-217"0,-1 0-18 15,1 0-58-15,0 0-33 0,12-1 16 16,2 3 2-16,1 0 4 0,3 0 4 0,2 1 4 0,2 0-8 0,1-1 6 31,2 1-4-31,2-1 1 0,2-1 1 0,1 0-1 16,0 0 4-16,-1 0-60 0,-1-1-12 0,1-1-27 15,-1 0-123-15,3-3-134 0,0-3-39 0</inkml:trace>
  <inkml:trace contextRef="#ctx0" brushRef="#br0" timeOffset="67044">5699 5523 3252 0,'0'0'53'0,"1"0"-32"15,16 10-4-15,-3-5-4 0,2 1 14 0,4 1 1 16,0-1-2-16,2 0-1 0,-1 2-18 0,1-2 0 16,1 1 3-16,1-1-1 0,1 0 2 0,0-2-10 0,-3 1-1 15,-1 0-5 1,-2-2-34-16,-2 0-52 0,-1-1-7 0,-3 0-16 16,1-1-52-16,-3 0-62 0,1-1-18 0,-3-1-29 15,1-2-185-15</inkml:trace>
  <inkml:trace contextRef="#ctx0" brushRef="#br0" timeOffset="67363.37">5795 5569 2661 0,'-8'2'120'0,"-1"2"168"0,-1 3-283 0,0 6-37 16,-1 3 8-16,-2 5-15 0,0 3 45 0,-4 6 0 15,-2 1 3-15,-2 2-4 0,0 2-5 16,1 0 1-16,0 3-1 0,2 1 0 0,0-1-1 0,1 0 2 15,1 0 4-15,2-2-1 0,1 1 6 0,2-3 4 16,3-3-1-16,1-5 3 0,4-3 12 0,3-3-1 16,1-2 3-16,3-2-3 0,1-2 5 0,2-2 16 15,2-3 15-15,3-1 0 0,1-1 41 0,3-1-38 0,2 0-3 16,2-2-11-16,1 0-15 0,1-1 2 0,2-1-10 31,1-2 7-31,0 1-17 0,3-1 2 0,-1-1 1 0,2-1-2 16,-2-1-7-16,-1 1-5 0,1-2 1 15,1 0-3-15,0 0-11 0,-1-1-23 0,0 1-7 0,-2 0-9 16,-2 1-57-16,-1 0-84 0,-2-1-17 0,-1 0-32 16,1 1-137-16,0-2 880 0</inkml:trace>
  <inkml:trace contextRef="#ctx0" brushRef="#br0" timeOffset="67644.97">6197 5567 3896 0,'0'0'88'0,"0"0"-166"15,0 0 63-15,0 0-27 0,11 10 9 0,0 1-10 16,5 2 39-16,0 2 6 0,1 2-2 0,-1 1 3 15,0 0-7-15,3 2 2 0,0 0 1 0,2 0 1 16,0 0 0-16,-4 0 3 0,1 0-3 0,-3-1 0 16,-2 1-30-16,-1-2-34 0,-1-1-6 0,-2-2-10 15,-1-1-45-15,0-3-40 0,-2-2-8 0,0-3-14 16,-6-6-71-16,1 0-165 0,0 0 833 0</inkml:trace>
  <inkml:trace contextRef="#ctx0" brushRef="#br0" timeOffset="68077.17">6624 5506 3567 0,'0'0'98'16,"0"0"-87"-16,0 1-18 16,0-1-14-16,-7 19-14 0,4-9 24 0,-1 0-2 0,-2 4 7 0,-2 3-12 0,-2 1 1 0,-2 1 2 31,0 1-1-31,-3-3 8 0,2 1-44 0,-1-2 0 15,2 0-20-15,1-2-45 0,-1-1-47 0,0-4-1 0,1-2-16 16,-1 0-17-16,2-2 41 0,1-2 10 0,2-1 17 16,7-2 103-16,-1 0 58 0,1 0-1 0,-1-1 22 15,1 1 17-15,0-1 13 0,-5-17 16 0,5 18-4 16,1 0 27-16,-1 0-31 0,21-6-4 0,-21 6-7 16,1 0-9-16,20 3-10 0,-12 1-4 0,-2 3-3 15,1-1-22-15,-1 2-5 0,0 0 1 0,-1 3-4 0,0 1-13 16,-2 2 11-16,1 2-3 0,0 2 9 0,-3 1 13 15,1 3 1-15,-1 1 2 0,-1 3-1 0,-1-1-6 0,0 3-12 16,-1 1-6-16,-1 1-2 0,0 3-10 0,-1 0-4 16,1 1 2-16,0-2-2 0,1 3 5 0,-1-2-6 15,-1 1 2 1,1-1-3-16,0-1-4 0,1-2 3 0,1-3 3 16,0-1-1-16,2-4-1 0,-1-2 6 0,-1-3-6 15,2-3 6-15,0-2-18 0,-1-1-48 16,1-3-9-16,-2-8-19 0,0 0-103 0,0 0-146 0,1 1-21 15,0-1 71-15,16-3 1294 0</inkml:trace>
  <inkml:trace contextRef="#ctx0" brushRef="#br0" timeOffset="68460.92">6729 5496 3447 0,'0'0'87'0,"0"0"-76"0,0 0-5 0,0 0-24 0,16-4-27 0,-4 4 32 31,1 0 1-31,2 1 10 0,0 0 2 0,1 1 4 0,-1-1 0 0,1 0 1 0,-2 1-5 0,-1 0 1 16,0 2-1-16,-3-1 2 0,0 1-6 0,-1 1-3 16,-3-2 3-1,-2 3-2-15,0-1 12 0,-4-5-9 0,0 1 2 16,1 15-4-16,-1-16 5 0,-7 14-10 0,1-6 3 15,-2 1-5-15,-3 2 5 0,-2-1-9 0,-2 1 2 0,-2-1-4 16,-1 1 8-16,-2-2 10 0,3 1 1 0,0-2 5 16,3 0 10-16,3-2 13 0,1 0-8 0,5-1 8 15,2 1-10-15,2-1 4 0,1-5 2 0,0 1-1 16,0-1-2-16,7 20-5 0,-7-20 2 0,10 10-3 16,-1-6 15-16,1 0-3 0,2 0-3 0,1-1-2 15,1 0-24-15,-1-1-22 0,2 1 1 0,-2-2-12 16,1 1-40-16,-1-1-47 0,2 0-17 0,0-1-14 15,-2-1-102-15,2 0-108 0,-1-4-46 0</inkml:trace>
  <inkml:trace contextRef="#ctx0" brushRef="#br0" timeOffset="68831.11">7145 5478 3038 0,'0'0'113'0,"0"0"108"0,0 0-222 0,0 0-24 0,1 1 15 16,-1-1-14-16,19 20 45 0,-11-14-13 0,1 0 2 16,3 1-8-16,2 0 1 0,1-1 1 0,3 0 3 15,-1-1-1-15,1 0 6 0,-2 0-10 0,0-2 4 0,0 1-5 16,-1 1 12-16,0-1-5 0,0 2 7 0,-2-1-6 16,-1-1 10-16,-1 1 13 0,-1-1-7 0,-1 0 8 15,0 0-10-15,-1 0-10 0,-1 1 0 0,-1 1-3 16,-1 0-6-16,-1-1-6 0,-1 2 2 0,-1 0-5 15,-1 1 1-15,-1 1 2 0,-1 1-2 0,-1 2 1 16,-2 1-1-16,0 3 3 0,-2 1 1 0,0 1 0 0,-1 2-2 16,-1 2-1-16,1 1 3 0,1 3 0 0,0 1 3 0,1 2-1 15,0 1 1 1,1 1-1-16,1 0-2 0,2 1 0 0,-3 2 0 0,3 0 1 0,-1 0 2 0,0-1-3 31,2 0-17-31,-2-1 0 0,1-1-108 0,-1-1-75 16,0-1-13-16,-3-2-21 0,0 0-56 0,-3-4-81 15,-3 0-94-15</inkml:trace>
  <inkml:trace contextRef="#ctx0" brushRef="#br0" timeOffset="69005.75">7165 6486 2248 0,'0'0'175'16,"-1"0"311"-16,0 0-337 0,-17-1-72 0,18 1 5 0,0 0-25 16,0 0 21-16,0 0-10 0,0 0-5 0,0 0-2 15,1 1-21-15,18 10-8 0,-9-8 3 0,2 1-7 16,3 0-9-16,3 0 0 0,2 0-2 0,2 0 1 15,0-1-2-15,0 1-3 16,0-1 1-16,0 0-1 0,1 0-5 0,-2 0-16 0,2-2-7 0,-1 0-6 16,1-1-50-16,1-2-81 0,0-1-25 0,0-3-30 0,0-1-193 15</inkml:trace>
  <inkml:trace contextRef="#ctx0" brushRef="#br0" timeOffset="69242.77">7789 5964 3641 0,'0'0'120'16,"0"0"22"-16,1 0-146 0,15 8-10 0,-4-4 1 0,5 2-1 15,3 1 15-15,1-1 2 16,2 1-1-16,1-2 2 0,0 1 4 0,2-1-6 0,1-1 2 0,-1 2-5 15,0-2-20-15,-2 1-33 0,-1 0-6 0,1-2-12 16,-2-2-53-16,0 1-91 0,0-1-24 0,-1-2-34 16,1 0-204-16</inkml:trace>
  <inkml:trace contextRef="#ctx0" brushRef="#br0" timeOffset="69562.67">8705 5824 2553 0,'0'0'432'0,"0"0"-222"16,0 0 59-16,0 1-204 0,0-1-91 0,1 24 26 0,-1-12-7 15,-1 3 15-15,-1 3 3 0,-4 3-2 16,0 1-2-16,-3 2 1 0,-3 2-8 0,-1 3-1 0,-2 2-1 16,-3 2 0-16,0-1-3 0,0 1 4 0,-1-1 0 15,1 0 1-15,2-2 2 0,0-2 0 0,3 1-4 0,0-3 2 16,4 0-6-16,1-3 8 0,3 0 1 0,0-4 2 15,3-2-4-15,2-2 5 0,2-2-1 16,3 0 4-16,1-1 10 0,2-2 35 16,3-1-13-16,1-1 18 0,3-2-27 0,5-1 2 15,2-2-1-15,2-1 1 0,2-1-3 0,2 0-10 0,-1-1 4 0,1-2-7 0,1 0-6 16,0 0-8-16,-1-2-2 0,-2 0-2 0,-1 1-10 16,-2 0-25-1,-2-1-1-15,-2 1-12 0,0-1-43 0,-5 0-57 16,0 0-19-16,-2-2-16 0,0 1-115 0,0-3-191 15</inkml:trace>
  <inkml:trace contextRef="#ctx0" brushRef="#br0" timeOffset="69813.22">8475 6215 2817 0,'0'0'484'0,"0"0"-405"0,0 0 30 0,0 0-96 15,0 0-39-15,0 1 23 0,11 13-3 0,1-9 13 16,1 0 21-16,5-1 3 0,2-1 3 0,4 0-1 16,2-1 4-16,1-2-18 15,2 0 2-15,1-3-7 0,0 2-8 16,0-3-20-16,0 0-3 0,0-1-8 0,-2-2-34 0,-3-1-29 0,0 1-2 0,-3 0-10 31,-2-1-26-31,-2 0-52 0,-1-1-15 0,-2-2-17 0,-2-2-102 0,-2-1-401 16</inkml:trace>
  <inkml:trace contextRef="#ctx0" brushRef="#br0" timeOffset="70011.53">8613 5847 2451 0,'0'0'418'0,"0"0"-269"0,0 0 21 15,0 0-96-15,0 0-86 0,20-4 30 16,-7 5-5-16,3 1 19 0,2 1 14 0,3 0-8 0,3 0-1 0,2 2-4 15,1-1-18-15,2 0-7 0,-1 1 0 0,0-1-2 16,1 0-6-16,-1 0 5 16,0-1-4-16,1-1 2 0,0-1-47 0,-1-1-112 0,-1-2-12 0,-1-2-41 15,0-2-117 1,0-2-248-16</inkml:trace>
  <inkml:trace contextRef="#ctx0" brushRef="#br0" timeOffset="70228.38">9184 5707 2727 0,'0'0'324'0,"0"0"-240"15,0 1 17-15,18 12-90 0,-4-7 31 0,5 1 30 16,0 0-6-16,3 0 11 0,1 1-34 0,2-2-14 16,2 3 0-16,3-3-5 0,-1-1-10 0,2 0-3 0,-1-1-1 15,-3 0 0-15,0 1-3 0,-3-2-8 16,-1 1 3-16,-1-3-6 0,-1 1-22 0,0-1-54 0,-2-1-6 15,-3 1-17-15,-2-1-50 0,-3-1-76 0,-2 0-10 16,-2-1-29-16,-7 2-110 0</inkml:trace>
  <inkml:trace contextRef="#ctx0" brushRef="#br0" timeOffset="70544.27">9405 5826 2869 0,'-6'2'191'0,"0"2"-167"0,0 3-21 0,0 3-32 0,-2 3 23 0,2 2 29 16,-3 3 2-16,-2 1 6 0,0 3-11 0,-2 0-11 16,0 2 4-16,-1 2-6 0,0 1 2 0,-1 2 1 15,1 1-1-15,-3 3 0 0,2-2-8 0,0 1 2 16,0 1-1-16,2-2 2 0,1 1-1 0,2-2 2 16,1-1-1-16,2-2 2 0,1-4 3 0,3-1-3 15,2-2 1-15,1-2-2 0,1-1 12 0,2-2 10 0,2-1 8 16,1-1 1-16,2-1 33 15,3-1-28-15,2-2 9 0,5 0-15 0,1-2 0 0,3-1-4 0,1 0 3 16,2-2-2-16,2-1 0 0,-1 0-8 0,3-2-2 0,1 1-1 16,1-2-5-16,0 1-11 0,-2-1 5 0,-2-1-8 15,-1 0 0-15,-3 1-15 0,1-1-7 0,-2 0-6 32,0-1-50-32,0 0-72 0,0-1-20 0,-3-1-22 15,0-1-116-15,-2-2-177 0</inkml:trace>
  <inkml:trace contextRef="#ctx0" brushRef="#br0" timeOffset="70810.64">9652 6029 3399 0,'0'0'144'16,"0"0"-141"-16,1 0 6 0,14 21-47 0,-6-10 22 0,3 5 26 0,2 1 2 15,0 2 5-15,1 0-6 0,2 1-2 16,1 1 4-16,0-1-3 0,3 2-6 0,0-1 0 0,2 0-2 16,1 0 3-16,-2-1 1 0,1 0-3 0,-3-1 0 15,0 0 0 1,0-2-5-16,-2-3-11 0,1 1-5 0,-3-4-3 16,-1-1-23-16,1-1-43 0,0-1-9 0,-1-1-17 15,0-2-70-15,-1-1-92 0,-2-2-14 0,-1-3-48 16,1-4-274-16</inkml:trace>
  <inkml:trace contextRef="#ctx0" brushRef="#br0" timeOffset="71010.39">9998 6025 3097 0,'0'0'181'0,"-1"0"-140"15,-15 1-31-15,16-1-17 0,0 0-1 0,-20 12 10 16,11-5 5-16,-1 2 0 0,0 1 2 0,-3 3-8 15,-1 2 8-15,-1 3-9 16,-1 0 1-16,-1 3 4 0,2 2-5 0,-1 0 6 0,0 1-6 0,2-1 0 0,-2 0 0 16,1-1-1-16,1-2-4 15,0-1-160-15,2-2-8 0,1-3-71 16,-1-1-203-16</inkml:trace>
  <inkml:trace contextRef="#ctx0" brushRef="#br0" timeOffset="71410.45">10104 5783 2686 0,'0'0'460'16,"0"0"-347"-16,0 0 29 0,1 0-108 0,20 7-50 0,-9-2 17 16,1 4-2-16,2 0 7 0,0-1-10 0,3 1 7 15,1-2 1-15,0 0 4 0,1-1 7 0,1-1-5 16,2 0 0-16,-1-2-1 0,0 0 6 0,-2-1-2 15,0 0 2-15,0-1-3 0,-1 1-8 0,-1-1 2 16,-2 0 2-16,-2 1-1 0,-1-1 4 0,0 1-6 0,-2 0 1 16,0-1-2-1,-1 2-4-15,-2-2 0 0,-1 2 0 0,-7-3-1 0,0 0-4 0,1 1 2 0,0-1-4 0,-1 0 5 32,16 20-2-32,-16-20 5 0,0 0-2 0,0 18 3 15,-1-10-2-15,0 2 2 0,0 0 4 0,-1 2-3 16,0 1 1-16,1 3 2 0,0 1-3 0,-1 2 3 15,2 1 0-15,0 2-1 0,-1 2 4 0,1 2-3 16,0 0 1-16,-1 0 0 0,1 2-5 0,-1 2 3 16,-1-1-6-16,-1 4 4 0,1-1 1 0,-2 0 2 0,0-2-9 15,0-1 5-15,-2-1-6 0,0-1 4 16,1 2-6-16,-1-4-87 0,0 0 0 0,-1-3-43 0,1-3-116 0,-1 0-150 16,-2-2-50-16</inkml:trace>
  <inkml:trace contextRef="#ctx0" brushRef="#br0" timeOffset="71625.98">10163 6643 3301 0,'0'0'84'16,"0"0"-56"-16,0 0-15 0,0 1-4 0,22 10 7 0,-11-7 21 0,1 1-5 0,3-1 10 31,-2 2-12-31,6 0-9 0,1 0 0 0,2 1-4 16,2-1 1-16,0 0-6 0,0 0-1 0,1 0-1 15,-2 0-2-15,0-1-7 0,2 0 4 0,-3-2-6 16,1 0-13-16,0-1-40 0,-2-1-13 0,-1-1-13 16,-2 0-77-16,-2-2-59 0,0 0-22 0,0-3-18 15,-1 0-135-15</inkml:trace>
  <inkml:trace contextRef="#ctx0" brushRef="#br0" timeOffset="72627.45">8665 5405 2779 0,'-11'-4'119'0,"0"1"-48"0,-1 2-1 15,0 1-8-15,0 2-57 0,0 2-5 0,1 2 2 0,-2 2 1 16,0 3 3-16,-7 0-1 0,3 9-3 0,-3 6 1 16,2 3-3-16,-2 3 1 0,0 3-2 0,1 4 1 31,-1 4-6-31,0 2 3 0,-2 4 2 0,0 4-1 16,-1 3 2-16,0 1 7 0,3 1-2 0,0 3 5 15,2 0 12-15,4 1 9 0,1 1 0 0,6-1 2 16,2-1-7-16,4 0-10 0,3-2 5 0,4-3-8 0,4-1 2 15,5-1-3-15,3-3-4 0,4-2 1 0,1 0-7 16,5-5 2-16,3-2-4 0,3-2 1 0,0-2-22 0,4-1-48 16,3-3-4-16,2-5-20 0,2-2-66 0,2-3-122 15,4-1-19-15,3-7 75 0,2-4 1258 0</inkml:trace>
  <inkml:trace contextRef="#ctx0" brushRef="#br0" timeOffset="73061.36">10767 5630 3214 0,'0'0'50'0,"1"0"-37"15,15 2 26-15,-7 3-118 0,3 2 37 0,2 3 13 0,1-2 35 16,2 8 6-16,1 3-7 0,-1 1-5 0,-3 1-4 16,3 3 0-16,-2 0-2 0,1 3 6 0,-2 2 0 15,-2 2 4-15,0 3-3 0,-1-1 3 0,-2 1 2 0,-1 2-3 0,-2 2 3 31,-2 2 3-31,-2 2 6 0,-2 0-1 0,-1 1 2 0,-2 3 5 0,-2 1 1 0,-2 1-5 16,-2-3 3 0,-1 1-10-16,-1-1-5 0,-2 0 8 0,-3-1-7 15,1-1 5-15,-1-2 11 0,-1-1-10 0,-1 0 9 0,-1-2-11 0,-3-4-10 0,1-2 4 0,-1-3-5 32,-1-3 1-32,-1-2-22 0,-1-3 0 0,1-5-12 15,-2-2-28-15,-1-4-94 0,0-3-11 0,-3-5-39 16,0-3-152-16</inkml:trace>
  <inkml:trace contextRef="#ctx0" brushRef="#br0" timeOffset="73427.28">11073 5364 3095 0,'5'-4'533'0,"-5"4"-480"15,0 0 1-15,0 0-33 0,0 0-51 0,1 0 0 16,15 2 4-16,-16-2 0 0,0 1 24 0,17 15 2 0,-9-10 2 16,2 3 0-16,1 0-4 0,4 1 2 0,1 0-4 15,2 1 4 1,0 1-1-16,-1-1 1 0,0 0 2 0,-1 1 0 0,0-1 5 16,-3 1-8-16,0-1 3 0,-2 1-4 15,0 0 3-15,-4 0 7 0,0 0-6 0,-3 0 6 16,-1 1-8-16,-1 2-2 0,-2-1 1 0,0 0-1 15,-2-1 0-15,-1-1 2 0,0 0 1 0,-1 0 1 16,0-2 5-16,-1-1-6 0,1 0 2 0,1-2-2 16,0 0 4-16,3-7 1 0,0 0 4 0,0 1-1 0,1 17 13 15,-1-18 2-15,0 0-7 0,0 1 6 0,24 15-9 16,-13-13-2-16,3 2 1 0,1-1-3 0,4 0 1 0,2 1-2 16,1 0 0-16,1 0-4 0,0 0-33 0,1 0-84 15,1 1-28-15,0 1-33 16,3-1-255-16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9:36:08.54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3851 7372 2086 0,'-7'0'146'0,"1"-1"-6"16,0 0-1-16,6 1-48 0,-1 0-77 0,1 0-38 16,0 0 2-16,0 0-4 0,0 0 16 0,-1 0-6 0,1 0 4 15,0 0-5-15,0 0 5 0,1 0 8 0,-1 0 3 16,22 7 1 0,-22-7 4-16,0 0 10 0,20 3 0 0,-20-3 6 15,0 0 10-15,22 3-5 0,-22-3 4 0,18 0-3 0,-8 0 13 0,-1-1-8 16,1 0-4-16,-1 0-1 0,1 0-10 15,0-1-12-15,-1 1 6 0,1-1-7 0,-2 0 5 0,0 0-2 16,0 1-4-16,-1-1 1 0,0 1-2 0,1 1 3 16,-2-1-1-16,2 1 0 0,-2 0-5 0,1 0 0 15,-2 1-1-15,2-1 1 0,-2 1-14 0,0-1-82 0,-5 0-1 16,1 0-32-16,-1 0-38 0,19 1-60 16,-19-1-20-16,1 0-43 0,-1 0-364 0</inkml:trace>
  <inkml:trace contextRef="#ctx0" brushRef="#br0" timeOffset="328.14">3868 7839 2699 0,'0'0'110'0,"0"0"85"0,-1 0-160 0,0 0-56 15,1 0 7-15,0 0-23 0,0 0 20 0,0 0 23 16,0 0-5-16,19 1 12 0,-11-1-13 0,4 0-1 16,1 0 3-16,0 0-2 0,1-1 6 0,0 0 5 15,0-1-5-15,1 1 6 0,-2 0 3 0,-1 0 13 0,0 1-2 16,-1 0 3-1,-1 1-18-15,0-1-4 0,0 2-3 0,-1 0 2 0,1-1 1 0,-2 1-8 16,-1 0 4-16,3 0-6 16,-1-1-4-16,3 1-172 0,1-1-18 0,3-1-78 0,-1-2-310 0</inkml:trace>
  <inkml:trace contextRef="#ctx0" brushRef="#br0" timeOffset="8436.09">9790 6183 2091 0,'-7'-1'166'16,"-1"-1"-6"-16,0-1-1 0,3 2-73 0,5 1-75 0,-1 0-16 15,0 0 0-15,-16-2-4 0,17 2-9 0,-1 0-12 0,1 0 2 16,0 0-4-16,-18 17 8 0,18-17 8 0,-7 15-4 16,4-6 6-16,1 0 6 0,-1 0-1 15,1 0 5-15,0 0-4 0,2-1 8 0,0-2 1 16,0 1 1-16,0-7-1 0,0 0 7 0,0 1-2 16,0-1 2-16,1 0-2 0,0 1 1 0,18 14 4 15,-19-15 3-15,1 0-1 0,15-8-8 0,-8 4-4 16,0-4 0-16,0 1-1 0,-1-1-4 0,1-1 5 15,0 0-2-15,0 0 3 0,-2-1 0 0,-1 1-2 0,0 2 0 16,-2-2-1-16,2 1 2 0,-2 1 8 16,-3 7-5-16,0-1 6 0,6-17-1 0,-6 18 1 0,0-1 3 15,0 1 0-15,-4-17 23 0,4 17-4 0,0 0 4 16,0 0-5-16,0 0-7 0,-1 0-15 0,-17-4 1 16,18 4-6-16,-1 0-15 0,1 1 4 0,-18 21-2 0,13-12 4 15,1 2 3-15,-2 1 0 0,2 1 2 0,1 1 0 16,0 1 0-16,2 1 0 0,1-2-1 0,0 0 0 15,1-2 4-15,2-2-5 0,-1-1-1 16,1-2-3-16,0-2 0 0,2-2-15 0,0-1 8 0,2-3-10 16,-1 0 22-16,1-2 2 0,2-2 3 0,0-4 1 15,0-1-1-15,1-3 2 0,1-3-5 0,0-1 4 16,0-2-2 0,-1-1-1-16,-1 0 5 0,-1 1-4 0,1 2 6 0,-3 0 3 15,-1 2-3-15,0 0 3 0,-1 1 7 16,-1 1-2-16,-1 1 6 0,-1 0-4 0,-1 3 8 15,-1 0-4-15,-2 1-5 0,0 3 3 0,-1 0 7 16,-2 2-9-16,0 1 8 0,-2 2-12 0,-1 1-23 0,-1 2 2 0,-1 3-8 0,-1 1 7 16,-1 3 1-16,1 0 2 15,2 2-2-15,0 0 1 0,0 2 1 0,4-1 0 16,0 0 3-16,1 0-2 0,2-1-2 0,0-2-1 0,1 1-1 16,1-1 1-16,0-2 6 0,1 0-5 15,0-9-2-15,0 0-1 0,0 0-4 0,0 1-2 0,10 15 2 0,-10-16-2 16,1 0-4-16,0 0 5 0,17-8-4 0,-11 2 4 15,0-2-6-15,2-3-4 0,0 0 5 0,-1-2-4 16,0 0 12-16,-1 0 7 16,-2 0 2-16,-1 1 2 0,0 0 5 15,-1 2 2-15,-1 0 2 0,-2 1 1 0,0 1 25 0,-1 1 14 0,0 0-5 0,-2 1 5 16,0 1-28 0,3 5-10-16,0-1 1 0,0 1-5 0,-1 0-2 15,1-1-10-15,-16-5-7 0,16 6-1 0,-1 0-16 0,-11 19 13 16,7-9 1-16,-2 3 5 0,2 2 5 0,0-1-4 15,2 1 6-15,0 1-8 0,0-3-30 0,1-2-102 16,1-3-28-16,1-8-36 0,0 1-214 0</inkml:trace>
  <inkml:trace contextRef="#ctx0" brushRef="#br0" timeOffset="9295.75">9971 5498 1473 0,'0'0'164'0,"0"0"24"0,0 0 2 0,0-1-117 0,0 1-58 31,0 0-24-31,0-1 0 0,0 1-7 0,0-1-8 16,-9-16 7-16,9 17-3 0,0 0 6 0,0 0 9 0,0 1 17 16,0-1-1-16,10 17 6 0,-10-17-4 15,0 1 25-15,0-1 0 0,7 16 11 16,-7-16 27-16,0 0 3 0,0 1 0 0,7 15-1 0,-7-16-15 15,0 1 2-15,0-1-7 0,8 17 3 0,-8-17-18 0,0 1-11 16,10 16-2-16,-10-17-4 0,7 17-13 0,-3-9-4 16,-1 1 3-16,1 1-5 0,0 1-1 0,-1 0-4 0,2-1 1 0,1 1-1 15,-1-1 3-15,-1 0-6 16,1 0 3-16,-1 0-2 0,2 0 5 16,-1 0-6-16,1-1 1 0,-1-1-1 0,-1 0 4 0,0-1 0 0,1 0-4 15,-2-1 1-15,2 0-3 0,-5-6-20 0,0 1-11 16,0-1-5-16,0 1-62 0,17 16-53 0,-17-17-1 15,0 0-25-15,0 0-77 0,1 0-217 0</inkml:trace>
  <inkml:trace contextRef="#ctx0" brushRef="#br0" timeOffset="10091.16">10315 5503 2453 0,'0'0'105'0,"0"0"150"16,0 0-246-16,-1 0-9 0,0 0 3 0,1 0-4 15,-1 0-8-15,1 0-14 0,-17 1 1 0,17-1-4 16,0 0 7-1,0 1 6-15,-1-1-2 0,-19 20 4 0,13-15-5 0,0-1 15 16,0 3-3-16,-1 0 7 16,1 0 7-16,-1 1 1 0,1 0 7 0,0 0-3 0,-1 1 6 0,1-1 9 0,1 1-4 0,-1-1 4 31,1 0-18-31,0-1-3 0,0 1-3 0,0-1 2 16,0 0-4-16,-1 1-3 0,1-1 3 0,0 0-3 0,0-1-3 15,-1-1 7-15,1 1-5 0,-1-2 6 0,1 0-9 16,0 0 4-16,0-1 4 0,6-3 2 0,0 0 7 0,0 0-9 15,-1 0-2-15,-15 7-2 0,16-7-4 0,0 0 0 16,0 0 0-16,-1 0 0 0,1 0 1 16,-1 0-3-16,1 0-2 0,0 0 0 0,0 0-1 0,0 0-4 15,0 0 4-15,0 0-3 0,0 0-1 0,0 0 9 16,0 0-7-16,0 0 9 0,0 0-3 0,0 0 3 16,0 0 4-16,0 0-2 0,1 0 11 0,-1 0-1 15,1 1 1-15,-1-1-1 0,17 18 2 0,-17-18-2 0,0 1 3 16,0-1-2-16,13 16 0 15,-13-16-2-15,0 1-1 0,8 17 0 0,-8-17 5 16,4 15 7-16,-3-7 1 0,1 2 3 0,-1-2 10 0,0 2-1 0,0 0-1 16,0 0 0-16,0 2-12 0,-1-1-4 0,0 1-2 15,1-1-1-15,1 1-1 0,-2 1-5 0,2-1-1 0,-2 1-1 32,1 0 1-32,1 2 0 0,-2 1 1 0,1 3-1 15,-1 0 3-15,0 2-1 0,0 1 3 0,0-1-3 16,-1-2 3-16,1 1 0 0,0 0-4 0,-1-1 3 0,1 2-6 15,-1 0 5-15,1 1 0 0,0 0 3 0,0-1 8 16,0 0-9-16,0 0 8 0,0-2-8 0,0 1 6 0,1-1-6 16,0-1 0-16,-1 0-2 0,0 1 1 0,0 0-2 15,0 0-1-15,-2 1-1 0,2-2-3 0,-1 0 3 16,1-1-3-16,-1 1 2 0,0-2-5 0,0 1 10 16,-1-1-6-16,2-1 6 0,-2 1-1 0,1-1 3 15,0-1 3-15,0-2-2 0,1 1 0 0,-1-2-6 16,1 0 4-16,-1-2-4 0,1 0-1 0,0-1-8 0,-1-1 1 15,1-1-3-15,0-1 3 0,0-6-4 16,0 1-3-16,0-1-1 0,0 18-22 0,0-18-52 16,0 0-10-16,0 0-18 0,0 0-70 0,0 1-95 0,0-1-14 15,0 0-53-15,0 0-324 0</inkml:trace>
  <inkml:trace contextRef="#ctx0" brushRef="#br0" timeOffset="15508.96">5060 7037 11 0,'0'0'566'0,"0"0"-207"16,0 0 287-16,-1 0-524 0,1 1-38 0,0-1-31 0,-22 15-21 15,22-15-1-15,0 0 6 0,0 0-7 0,0 0-8 16,-1 0-3-16,-14 19 0 15,15-19-5-15,0 0-3 0,-1 1 3 0,-10 17-1 16,11-18 15-16,0 0 26 0,-7 16 1 0,7-16 8 16,-5 14 9-16,2-5-7 0,-1 1-2 0,0-1-3 0,1 3-11 0,-1-1-3 0,2 3 3 15,0-1-4-15,0 2-4 0,1 1-8 16,-1 0-1-16,1 2-1 0,0-1 2 0,-1 1-14 16,1 1 1-1,1-1-6-15,-1 0-5 0,1 1 1 0,0-1 1 0,0 1-1 16,0 1 3-16,0 2-8 0,0-2 6 0,0 1-6 15,0 3 10-15,1-3-6 0,-1 3 1 0,0-1-2 16,0-1 9-16,-1 1 3 0,1-2-5 0,-1 1 4 16,1-1-4-16,0-1-10 0,-1-1 4 0,1-3-6 15,-1-1 4-15,0-1-5 0,1 0 4 0,0-2-4 0,0 0 1 0,0-2-2 16,0-1-2-16,-2-2 1 0,1-1-6 16,1-6-48-16,0 0-7 0,0 1-18 15,0-1-64-15,0 1-59 0,0-1-3 0,0 0-27 0,0 1-72 0,0-1-267 16</inkml:trace>
  <inkml:trace contextRef="#ctx0" brushRef="#br0" timeOffset="16279.37">5211 6727 2424 0,'0'0'34'0,"0"0"-32"16,0 0-6-16,0 0-11 0,0 0-28 0,1 1 28 15,11 18-2-15,-12-19 11 0,1 1-1 0,11 19 0 32,-7-13 2-32,1 0 1 0,0 0 12 0,-1 0-4 0,-1-1 5 15,1 0-3-15,-1-1 27 0,0 1 14 0,1 0-4 16,-1-2 6-16,0 1-5 0,0 0 4 0,0 0 1 0,0 0-2 0,-2 0-8 15,1-1-12-15,-3-4 0 0,0 0-5 16,0 1-9-16,10 17-5 0,-10-18 2 0,0 1-2 16,5 17 5-16,-5-18-4 0,0 1 2 0,-2 22-1 15,0-15 11-15,-1 1-4 0,0 0 0 0,-2 0-1 16,0 0 2-16,0 0-3 0,-2 1 4 0,0-1-4 0,1 0 5 16,-2 1-6-16,-1-1 0 0,-2 2-1 0,0 0-1 15,-1 0-7-15,1 2 4 0,-1-2-3 16,2 1 4-16,1-2-2 0,0 1 1 0,0 0-2 0,0-1 1 0,2-1 1 15,1-2-3-15,0 1 2 0,1-2-4 16,1-1 5-16,4-5-3 0,-1 0 3 0,1 1-13 0,0-1 10 16,0 1-2-16,-1-1 5 0,0 1-9 0,1-1 0 15,-1 1 0-15,1-1 0 0,0 0-3 0,0 1 3 16,0-1 0-16,0 1 1 0,0-1 4 0,0 1-4 16,1-1 1-1,18 10-2-15,-19-10-2 0,0 0 7 0,1 0 1 16,20-4 3-16,-21 4-3 0,0 0-3 0,20-4-1 15,-20 4-1-15,0 0-1 0,23-3 3 0,-15 2-5 0,1 1 5 16,0-1-2-16,0 1-2 0,-1 0 5 0,1 0-5 16,-3-1-1-16,0 1 3 0,-6 0-2 0,1 0 3 15,-1 0-3-15,19-1 3 0,-19 1 1 0,0 0 2 16,0 0-5-16,1 0 0 0,-1 0-3 0,1 0 2 16,0 0-8-16,-1 0-38 0,16-6-4 0,-16 6-15 0,0 0-36 15,0 0-34-15,0 0-5 0,1 0-14 0,0 0-61 16,-1 0-55-1,17-6-32-15</inkml:trace>
  <inkml:trace contextRef="#ctx0" brushRef="#br0" timeOffset="16608.49">5526 7464 2086 0,'0'0'563'0,"0"0"-356"15,0 0-57-15,0 0-73 0,0 0-89 0,-1 0-32 0,1 0 7 0,0 0-10 16,0 0 45-16,0 0-19 0,0 0 3 16,0 0-9-16,1-1-2 0,-1 1 15 0,0-1-5 15,17-6 9-15,-17 7-2 0,0 0-24 0,1 0 1 0,0 0-12 0,-1 0-28 0,0 0-38 16,1 1-5 0,-1-1-14-16,17 10-53 0,-17-10-274 15</inkml:trace>
  <inkml:trace contextRef="#ctx0" brushRef="#br0" timeOffset="17274.27">5744 7350 1967 0,'0'0'200'0,"0"0"597"0,-1 0-691 0,1 0-67 0,-1 0 4 0,-14 3-30 0,15-3-39 0,0 0 7 15,0 0-10-15,0 0 6 0,0 0-42 0,-1 1 16 16,-6 18-3-16,7-19 11 0,0 14 22 0,0-3 14 31,0 1-1-31,0 2 4 0,1 1-3 0,-1 2 10 0,1 1 2 0,0-1 4 0,2 1 0 16,-1-1-1-1,0-2-1-15,1 0 0 0,0-2-9 0,1 0-1 0,0-1 1 16,2-1-1-16,-1-2 2 0,-1-2 1 0,1 0-5 16,0-3 3-16,-5-4-6 0,1 0 3 0,0 0 0 0,-1 0 1 15,18 7 14-15,-18-7 3 0,0 0 2 16,1 0-2-16,-1 0-5 0,17-12 22 0,-17 12-2 16,0 0 8-16,1-1-1 0,8-18-7 0,-9 19-1 0,0 0-2 15,5-22-2-15,-5 22-7 0,3-16 1 0,-1 7-3 16,0-1 2-16,-1 1-17 15,-1 0 8-15,1 1-11 0,-1 0 1 0,0-1 11 0,-1 0-6 0,0 0 8 0,0 1-20 16,-1 0 11-16,-1 0-2 0,1 1 7 0,-1-1-1 16,0 1-2-1,-1 0-2-15,1 1 1 0,-1-1 1 0,1 2-4 16,-2-2 6-16,2 2-4 0,0-1 5 0,-1 0-1 0,1 1-3 0,-1-1 1 0,1 1-2 0,-1 1 7 31,0 0-3-31,4 4 5 0,-1 0-6 0,1-1 7 16,-1 1-5-16,-18-15 6 0,19 15-5 0,-1 0 1 15,1-1 2-15,-17-7-2 0,17 8-7 0,0 0 3 16,-1 0 0-16,-16-7 0 0,17 7-6 0,-1 0 4 0,0 0-6 16,1 0 5-16,-19-6-2 0,19 6-5 0,-1 0 2 0,1 0-6 0,0 0-10 15,-1 0-24-15,-16-5 1 16,17 5-12-16,0 0-25 0,0 0-13 0,0 0-4 16,0 0-2-16,0 0-17 0,0 0-8 0,0 0 2 0,0 0-1 15,0 0 23-15,0 0-18 0,0 0-1 0,0 0-11 16,0 0-53-16,0 0-229 0</inkml:trace>
  <inkml:trace contextRef="#ctx0" brushRef="#br0" timeOffset="17609.03">5946 7526 2263 0,'0'0'173'0,"0"0"-79"16,0 0-36-16,0 0-3 0,0 0-77 0,0 0 2 16,0-1 1-16,4-16 2 15,-4 17 17-15,0 0-13 0,0 0 6 0,0-1-6 16,0 1 16-16,0-1 3 0,0 1 1 0,0 0 2 15,0-1 10-15,0 1 4 0,0 0 0 0,0 0 1 16,0 0-8-16,0 0-12 0,0 0-1 0,0 0-3 0,0 1 0 16,0-1-9-16,0 0-3 0,7 19-7 15,-7-19-50-15,0 0-67 0,0 0-16 0,0 1-22 0,0-1-124 16</inkml:trace>
  <inkml:trace contextRef="#ctx0" brushRef="#br0" timeOffset="18192.55">6069 7239 2095 0,'0'0'351'0,"0"0"-84"16,0 1 72-16,0-1-215 0,0 0-87 0,0 1-59 0,0-1-4 0,2 17-15 15,-2-17 15-15,0 0 4 0,0 0 1 16,18 9-1-16,-18-9 1 0,15 5 20 0,-6-4 1 0,-1 4 8 16,0-2 7-1,-1-1 17-15,1 2 1 0,0 1 7 0,-1-1-1 16,0 2-4-16,0-1-7 0,1 1 3 0,-2 0-12 0,1 2-7 0,0-1 2 0,-2 1-4 0,1 2 2 16,-1-1-4-16,1 1 0 0,-2 0-2 0,0-1-3 15,0 2 4 1,0-2 2-16,-1 2 0 0,-1 0-6 0,-1 0 6 15,1 1-3-15,-2 0 6 0,0 2 3 0,-1 0-8 16,-1-1 5-16,-1 0-6 0,-2 1 2 0,0-1-1 0,-1 1-6 16,-1 0 4-16,0 0-3 0,-2 0 5 15,1 0-1-15,0-2 2 0,-1 1-6 0,1-1 3 16,0-1-1-16,1-1 1 0,0 1-2 0,1-1-3 16,0 0 5-16,0-2-5 0,3 1 3 15,-1-3-3-15,0-1-1 0,4-5 0 0,0 1-4 0,0-1 1 0,0 1 1 16,-5 16 0-16,5-17 0 0,0 0-2 0,0 1 5 0,0-1-4 15,1 0 4 1,-1 1 4-16,19 12-6 0,-19-13 5 0,1 0-1 16,20 7-2-16,-13-6 0 0,2 1-2 0,0 0 2 0,1 0 0 0,1 0 7 0,1-1-6 15,-1 0 0 1,2 0 0-16,-1 0-6 0,1 1 5 0,-2-2-1 16,2 0 0-16,-1 0-2 0,1 0 2 15,1 0-3-15,-1 1 0 0,0-1 3 0,-2 0-2 0,-1 0 2 0,1 1 2 16,-1-1-4-16,-1 1 3 0,-1 0-8 0,0-1-2 15,0 1-1-15,0-1-4 0,-2-1-42 0,1-1-65 16,-3 0-8-16,2-1-21 0,-2 2-53 0,0-1-52 16,0-1-19-16,-1-1-20 0,-1-2-152 0</inkml:trace>
  <inkml:trace contextRef="#ctx0" brushRef="#br0" timeOffset="18522.91">6559 7425 2958 0,'0'0'314'0,"0"0"-162"0,0 1-43 0,0-1-29 0,0 1-112 15,0-1-21-15,14 14 8 0,-4-12-8 0,1-1 30 16,-1 0-7-16,2 0-4 0,1-1 3 0,0-1 19 15,0 1 5-15,0-1 11 0,-1 1-4 0,0 0 9 0,-3 2 21 16,2 0-6-16,-1 1 11 0,1 0-12 0,1 0-7 16,0 0-1-16,0 1-1 15,1 0-5-15,0 1-8 0,-1-2 1 0,1 1-2 0,-1-2 0 0,0 0 0 16,-1 1-6-16,0-1 3 0,-2 0-13 0,2-1-22 0,-3 0-1 16,0-1-12-16,1 0-38 0,-3 0-19 15,-6 0-2-15,1 0-6 0,-1 0-15 0,0 0-48 16,18-9-8-16,-18 9-16 0,0 0-59 0</inkml:trace>
  <inkml:trace contextRef="#ctx0" brushRef="#br0" timeOffset="18767.14">6797 7268 3243 0,'-3'7'246'0,"-1"0"-128"0,1 0-27 0,0 1-27 0,1 1-66 0,2 1-19 16,0 2 5-16,1 1-8 0,1 3 8 0,-1 3-5 15,2 1 2-15,0 3-2 0,-1-1 5 0,1 4 6 16,0 0-1-16,-2 0 3 16,2 2 8-16,-3-2-11 0,0 2-10 0,1 0-6 0,0 0-92 15,-1 2-119-15,1 0-37 0,0 0-58 0,2 3-466 16</inkml:trace>
  <inkml:trace contextRef="#ctx0" brushRef="#br0" timeOffset="21708.22">7262 7372 2301 0,'0'0'174'0,"0"0"22"0,-1 0 1 0,1 0-75 0,-1 0-79 15,-16-7-62-15,17 7 8 0,0 0-9 0,0 0 16 16,0 0-22-16,0 0-1 0,0 0-7 0,1-1-5 0,-1 1 17 16,19-10-5-1,-19 10 10-15,1 0-1 0,0 0 16 0,19-3 0 0,-20 3 5 0,0 0 17 0,20 1-9 16,-20-1 10-16,0 0-8 0,20 6 20 0,-12-3-4 16,1 2-7-16,-2-1 3 0,1 1-8 0,1 0-1 15,-1 1 1-15,0 1-2 0,-1 0-13 0,1 1 2 31,0 0-2-31,0 0 2 0,-1 1-4 0,0 1 0 16,0-1-4-16,-2 1 2 0,0 1-2 0,0-1 4 0,-3 1 0 0,1 1 0 16,-1-1 0-16,-2 0-4 0,-1 1 6 15,0 0-4-15,-3 1 2 0,1 0 0 0,-1 0-1 0,-2 0 1 16,0 0 0-16,-2-1 7 0,-1-1-6 0,1 1 5 16,-1 0-7-16,0-2 5 0,1 2 3 0,0-3 1 15,-2-1-4-15,2 0 11 0,-1-2-4 0,1 0 5 16,1-1-8-16,-1-1 3 0,2 0 1 0,0-1 0 15,6-3-1-15,0 0-3 0,0 0 2 0,-18 8-3 16,18-8-1-16,0 0-3 16,-1 0-2-16,0 0 1 0,1 0-2 0,0 0 0 0,0 0-3 0,-1 1 1 0,0-1-4 15,1 1 7-15,0-1-1 0,0 1 2 0,0-1-4 0,0 1 10 16,21 8-2-16,-12-8 5 0,1 0-5 0,2-1 0 31,1 1-3-31,1-1 2 0,2 0-3 0,1 0-2 16,0-1 1-16,0 1-2 0,0 0-4 0,0 0 4 15,0 0-1-15,-1 0 2 0,0-1 5 0,0 1-8 16,-2 0 4-16,3-1-6 0,-4 1-11 0,2-2-25 16,-2 0-7-16,-2-1-7 0,0-1-54 0,-2 1-77 0,2-1-15 0,-2-1-26 15,-2-1-115-15</inkml:trace>
  <inkml:trace contextRef="#ctx0" brushRef="#br0" timeOffset="22292.27">7384 6995 2340 0,'0'0'400'0,"0"0"-241"16,0 0 11-16,0 0-67 0,0 0-102 0,0 0-42 0,0-1 0 15,0 1-11-15,7-16 25 0,-7 16-8 16,1 0 5-16,16-3-6 0,-8 3 6 0,1 1 19 0,1 0-6 16,1 1 10-16,-2-1-5 0,1 2 6 0,-2 0 5 0,0 1 0 15,1 0 22-15,-1-1 9 0,0 1-2 0,0 0 4 16,0-1 6-16,-1 1-5 0,2 0 3 0,0-1-6 0,-2 0-13 15,1 1-5-15,-2-2-4 0,1 0 1 16,-3 0-2-16,-5-2-2 0,1 0 0 0,-1 0-1 16,1 0-4-16,0 1-6 0,-1-1 1 0,0 0-3 0,9 19 2 15,-9-19-4 1,0 0 2-16,-11 16-2 0,11-16 12 0,-1 1 3 16,-17 12 4-16,17-13-4 0,1 0-4 0,-18 11 3 15,18-11-4-15,-1 0 4 0,0 0-4 0,-18 13-1 16,19-13 1-16,0 0-2 0,-1 0 2 0,1 1 1 15,-1-1-3-15,-13 19 1 0,14-19-8 0,0 0 6 16,0 0-3-16,0 1 3 0,0-1-6 0,0 1 4 16,0-1-1-16,0 0 3 0,0 1 14 0,1-1-4 15,0 1 9-15,14 14-7 0,-15-15 6 0,1 0-10 16,20 0-3-16,-21 0 0 0,16-2-2 0,-7 2 5 0,0 0-4 16,-1 0 3-16,0 0-3 0,1-1-1 0,0 1 0 15,1 1-3-15,0 0-5 0,-1 0 8 0,0-1-4 0,0 0 0 16,-1 0-50-16,1-1-52 0,0 0-10 0,-1 1-17 15,0-2-66-15,0 2-77 0,-1-1-41 0</inkml:trace>
  <inkml:trace contextRef="#ctx0" brushRef="#br0" timeOffset="22554.84">7849 7435 3117 0,'0'0'121'0,"0"0"-76"16,0 0-13-16,0 0-25 0,0 0-88 0,0 0 12 0,0 0-37 0,0 0 16 15,0 0-162-15,0 0-118 0,0 0-47 0</inkml:trace>
  <inkml:trace contextRef="#ctx0" brushRef="#br0" timeOffset="23170.58">8165 7346 2113 0,'0'0'358'0,"0"0"-131"0,0 0 25 0,-1 0-108 15,1 0-111-15,-1 0-68 0,1 0 0 0,-18-5-23 32,18 5-5-32,0 0-54 0,0 0-1 0,0 1-20 0,-12 19-19 15,9-9 68-15,0 2 7 0,0 3 25 16,1 1 57-16,0 2 21 0,-1 1 14 0,2 2 4 0,0 0 59 15,1 0-20-15,-1 1-7 0,2-2-6 0,1 0-32 0,0-1-17 16,1-1-1-16,0-1-7 0,1-1-8 0,0-2-6 16,1 0 5-16,-1-3-4 0,1-3 5 0,-2-1-14 0,1-2 5 15,-4-6-9-15,0 0 14 0,0 0 7 0,1 0 4 16,16 2 2-16,-17-2 8 0,10-10 12 0,-6 2-5 16,1-3 9-16,0 0-7 0,0-3-5 15,1 1-1-15,-1-3-2 0,2 0-5 0,0 1-5 0,-1-1 2 16,1-1-4-16,-2 1 1 0,1-1-4 0,-1 0-5 15,-1 0 1-15,1 3-11 0,-4-1 2 0,3 2 5 0,-3 1-1 16,0-1 8-16,-1 2 3 0,0 0-1 0,0 2 3 16,-1 1 9-16,0 1 2 0,0 0 5 15,-2 1-3-15,3 6 10 0,0 0 3 0,-1 0-3 0,1-1 3 32,-16-17-5-32,16 18-9 0,0 0 1 0,-1 0-7 15,-16-3-13-15,17 3-12 0,-1 0-3 0,1 0-3 0,-20 3-14 16,20-3-31-16,0 0-1 0,-1 1-15 0,-17 10-54 15,18-11-85-15,0 0-28 0,0 1-42 0,-16 22-359 0</inkml:trace>
  <inkml:trace contextRef="#ctx0" brushRef="#br0" timeOffset="23458.05">8409 7658 2266 0,'0'0'375'0,"0"0"-185"0,0 0 30 0,0 0-93 16,0 0-78-16,0 0-52 0,0 0-5 0,0 0-14 0,0 0-4 15,0 0-75-15,0 0 4 0,0 0-33 16,0 0-35-16,0 0-12 0,0 0-2 0,1 0-4 0,-1 0-7 16,1 0-5-16,-1 0 2 0,0 0-5 0,1 1-25 0</inkml:trace>
  <inkml:trace contextRef="#ctx0" brushRef="#br0" timeOffset="24258.33">8727 7607 1018 0,'0'0'1347'0,"0"0"-897"15,0 0-245-15,0 0-65 0,0 0-83 0,0-1-45 16,-4-18-2-16,4 10-13 0,-1 0-3 0,0-2-32 16,0 0 9-16,0-2-17 0,-1-1 16 0,0-1 22 15,-1 0 4-15,-1 2 5 0,1 0 14 0,-1 0 8 16,0 1-3-16,-2 1 6 0,1 1-3 16,-2-1 1-16,1 1-3 0,1 0 1 15,0 0-10-15,0 1 0 0,-1 0 1 0,1 1-3 0,-1 1-13 0,0 1-7 16,1 0 2-16,-1 2-3 0,0 1 4 0,1 0-13 15,-2 1 0-15,1 1-2 16,-1 0 15-16,1 1 7 0,-1 0-1 0,2 1 2 0,-1 2-1 0,1-1-2 0,0 2-2 0,-1 0-1 31,1 0 1-31,0 2 2 0,1-1 1 0,-1 0-1 0,2 0 0 0,-2 0-8 0,3 1-2 16,0 1-2-16,1-1-1 0,-1 2-4 0,1-1 3 16,1 1-4-1,0 0 7-15,0 0 8 0,2-1 1 0,-1 1 3 16,1-1-2-16,1 0 3 0,0 0-1 0,2 0 1 15,-1-1-2-15,1 2-5 0,1-1-5 0,0 1 2 16,0-1-10-16,2 1 16 0,-1 1-7 0,2-1 9 0,-1 1-4 16,0-1-2-16,1 1 4 0,0 1-3 0,0-1 9 15,0 2-2-15,-1 0 1 0,0-1-1 0,0 1 0 0,-1-1 0 16,1 1 0-16,-2 0-1 0,0 0 3 0,-1 0 3 16,0 0-1-16,-1 1 0 0,-1-2 2 0,-3 0-1 15,0-1 0-15,0 1 0 0,-2 0 7 0,0-1-8 16,-1-2 5-16,-1 1-7 0,-1 0-2 0,-2-2-3 0,1 2 0 15,-2-3 0-15,1 0 7 0,-1 1-6 0,-2-3 4 16,0-1-5-16,-2 1 3 0,1-2 6 0,-1 0-5 16,2 0 7-16,0-2 1 0,1 0-1 15,0 0 0-15,0-2-1 0,1 0-7 0,0-1 16 0,1 0-3 16,2 1 7 0,0-2-7-16,2 1 5 0,0-1-5 0,3 5 4 15,0-1-12-15,-1-17-12 0,1 18 4 0,5-14-9 16,0 5-2-16,0 2 14 0,0-3-6 0,-1-1 9 0,4 0-6 15,0-1-1-15,1 0 4 0,2 2-3 16,-2-1 9-16,0 1 0 0,1 0 1 0,1 1-2 16,-1-1-3-16,0 1-3 0,1 0 2 0,-1 0-2 15,2 0-3-15,-2-1 5 0,0 0-3 0,-1 2 3 16,0 0-1-16,0 3 0 0,1-1 2 0,-1 0 0 0,0 1 3 0,-2 1-30 16,-1 0 1-16,0 0-14 0,-2-1-29 0,-4 5-78 15,0 0-20-15,1-1-30 0,0 1-182 0</inkml:trace>
  <inkml:trace contextRef="#ctx0" brushRef="#br0" timeOffset="25023.73">4853 6779 1126 0,'-10'-3'725'0,"-2"1"-287"0,0-1 371 16,-1 1-737-16,1 0-30 0,1 1-31 0,1 1-12 15,-1 0-5-15,2 1 6 0,-1 3-8 0,-7-3-15 0,6 6 0 0,-1 2-5 0,0 1 9 0,-3 2 15 16,2 1 3-16,0 3 1 0,-1 0 7 16,0 3 2-1,-1 1 3-15,-1 1-1 0,1 2 2 0,-2 0 4 16,2 0-3-16,1 2 5 0,1 0 1 0,1 0-12 15,1 2 6-15,1 2-8 0,0-1 2 0,1 4-6 16,1 0-2-16,2-1 0 0,1 1 0 0,1 4-3 0,3-1 2 16,-1 5-3-16,2 0 0 0,2-2 1 0,1 3-1 15,2 0 1-15,0 1 2 0,2 1-1 0,0 0-3 16,4-1 2-16,-1 0-2 0,2 1-1 0,0-1 3 16,2-1-4-16,3-1 1 0,2-1 1 0,2-2-1 15,2 0 1-15,-1-2-2 0,3-1-75 0,0-2-4 16,1-3-33-16,3 1-104 0,3-3-177 0,2-2-151 0</inkml:trace>
  <inkml:trace contextRef="#ctx0" brushRef="#br0" timeOffset="25858.76">8972 7000 2665 0,'0'0'162'0,"0"0"-19"0,0 0-7 0,0 0-91 16,0 0-62-16,0 0-18 0,20 11 3 0,-9-6 2 15,0 1 16-15,0 0 3 0,1 2-2 16,2 0 3-16,0 3-2 0,0 0 0 0,1 1 5 0,0 1-2 0,0-2 6 0,-1 3 2 15,1 2 3 1,-2 1 3-16,2 1 27 0,-2-1-3 0,0 1 2 16,1 1-3-16,-2 0 0 0,-1 3 4 0,1 1-5 0,-3 0 4 0,-1 2-3 15,-2 1-8-15,0 2-2 0,-2 1-4 16,-2 1-7-16,0 1-2 0,-2 1 2 0,-3 2-3 16,-1 2 2-16,-1 1-3 0,-3 1 1 0,-1-1-3 0,-2 1-7 0,-3 0 7 15,-1 3-1-15,-3-1 3 16,-2 0-3-16,0-2 5 0,1-1-4 0,0-1 4 0,1-2-5 0,2-3 5 15,0-1 3-15,0-5-1 0,2-1 2 0,0-4-4 16,0 0 0-16,0-3 0 0,0 0 2 0,1-1-12 16,2-2-4-16,0-2-5 0,1-1-22 0,2-3-45 31,1 0-10-31,0-3-19 0,3 0-107 0,0-2-180 0,4-3-257 16</inkml:trace>
  <inkml:trace contextRef="#ctx0" brushRef="#br0" timeOffset="26265.12">9549 7646 1219 0,'0'0'1617'0,"0"0"-1160"15,0 0-278-15,0 1-117 0,0-1-61 0,0 0-51 0,0 1 10 16,0-1-22-16,0 0 25 0,0 0-12 0,0 0-3 15,1 0-1-15,16 8 8 0,-17-8 24 0,15 2 9 0,-5-1 4 16,0 0 17-16,2 1 37 0,-1 0 1 0,2 0 14 16,0 0 6-16,-1 1-18 0,2 0 0 0,-1 0-3 15,2 1 8-15,-2-1-10 0,2 0 0 0,-1 1-6 16,-1-1-12-16,1 0-10 16,0 2-2-16,-1-1-4 0,-1-1-9 0,-1 1-3 0,1 0-16 0,0-1-1 15,0 3-109-15,-1-2-204 0,0-1-45 0</inkml:trace>
  <inkml:trace contextRef="#ctx0" brushRef="#br0" timeOffset="29824.16">10407 7460 1426 0,'0'0'443'16,"0"0"194"-16,0 0 9 0,0 0-455 0,-1 0-125 0,1 0-62 15,-1 0-4-15,1 0 0 0,0 0-1 0,-1 0-12 16,0 0 0-16,1 1-5 0,-1-1 2 0,1 1 9 15,-14 15 0-15,14-16 3 0,0 1-3 0,0-1 7 0,0 1 0 16,-8 18 3-16,8-19-2 0,0 1 6 16,-5 16-5-16,5-17 6 0,0 0-5 0,-8 22-4 15,6-14 0-15,0 2-3 0,-1 1 3 0,0 0 1 16,1 2 0-16,-2 0 0 0,1 0 1 0,0 2-3 0,-1 1 2 16,1 1-5-16,1 1 5 0,-2 0 0 0,2 0 2 15,0-2-2-15,-1 2-5 0,-1-2 7 0,1 2-4 0,0 0 5 16,0-1 2-16,1 0-5 0,-1-1 0 0,1-1-2 15,0 1-2-15,-1-2-6 16,2 0-15-16,-1 0 1 0,1-2-71 0,-1-1-49 0,2 0-11 0,0-2-20 0,1-1-119 16,0 0-366-16</inkml:trace>
  <inkml:trace contextRef="#ctx0" brushRef="#br0" timeOffset="30036.06">10440 7818 1297 0,'0'0'190'15,"0"0"432"1,0 1 221-16,1-1-674 0,9 17-163 0,-10-17-13 0,0 1-1 16,1-1-4-16,12 19-4 0,-13-19 2 0,0 1-7 0,9 17-1 15,-9-18-84-15,1 0-62 0,11 17-6 16,-12-17-19-16,0 1-60 0,0-1-162 0,0 1-132 0</inkml:trace>
  <inkml:trace contextRef="#ctx0" brushRef="#br0" timeOffset="30809.58">10874 7648 2488 0,'0'0'344'0,"0"0"-222"16,1 0 13-16,-1 0-84 0,0-1-18 0,17-15-24 16,-17 16-2-16,0-1-7 0,7-15-5 0,-7 16-36 0,0 0 8 15,-4-21-15-15,4 21 22 0,-8-17-1 0,3 8 5 16,-2-1-2-16,0 1 15 0,-2 0 17 15,1-1-2-15,0 1 10 16,-1-1 1-16,1 0-8 0,-1 0 4 0,-1 1-5 0,2 1 20 0,0 0-13 0,-1 2 3 0,1 0-8 16,0 1-4-16,1 0 0 0,0 1-1 0,1 1 0 15,-1 1-10 1,2 0 3-16,-2 1-2 0,2 1 2 0,5 0-13 16,-1 0 2-16,1 0-2 0,-19 7 3 0,19-7 6 0,-1 0 6 0,1 1 2 0,-15 15 0 31,15-16-1-31,0 1 10 0,0-1 1 0,-9 20 2 0,9-20 1 15,0 1 10-15,-2 18-11 0,2-19 10 0,0 0-13 16,4 18-9-16,-4-18 2 0,0 1-4 0,7 19-10 0,-7-20 7 16,11 13-3-16,-4-4 4 0,0-1 0 0,3 0-1 15,-2 2-3-15,1-2 1 0,0 1 1 0,0 0-2 16,1 1 3-16,-1 1-4 0,0 0 1 0,1 0 1 16,0 1-3-16,-1 1 3 0,0 0-1 0,0 1 4 15,-1-1 4-15,0 0-1 0,1 0 0 0,-3 0-2 16,1 1 3-16,-1 0-2 0,-2-1 5 0,1 2-8 0,-3-1 0 15,0 0-2-15,1 1 2 16,-2-2 10-16,-1 1-6 0,-2-1 8 0,-1 0-13 0,0-2 4 0,-1 1 0 16,-1-2 0-1,1 0-3-15,-1-3 4 0,-2 1-2 0,2-2 3 0,-1 0 4 0,-1 0 5 16,0-2 3-16,1-1 2 0,0 0 17 0,0-4-14 0,-1 1 6 0,0-1-8 31,1-2 10-31,1 2 3 0,-2-3 1 0,1 0 0 16,0 0-6-16,-1-2-5 0,0 1-3 0,1-1 0 15,1-2-10-15,1 0-1 0,0-2 0 0,1-1-1 0,1-1-1 0,0 0-4 16,4-1 5-16,-2-1-5 0,3 1 2 16,-1 0 5-16,2 0-7 0,1 0 8 0,1 2-8 0,3-1 5 15,-1 1-3-15,0-1 3 0,0 0-5 0,1 2-2 16,0-1 4-16,-1 1-3 0,2-1 0 0,0 1 1 16,0-2-2-16,-1 0 2 0,0 1 0 0,-1 1 0 15,-1 1 0-15,0 1 0 0,1 1-1 0,-3 0-9 0,-1 0-1 16,-1 2-4-1,-3 5-17-15,0 0-40 0,0-1-9 0,8-15-15 16,-8 16-69-16,0 0-81 0,0-1-4 0,0 1-41 0,-10-20-172 16</inkml:trace>
  <inkml:trace contextRef="#ctx0" brushRef="#br0" timeOffset="31221.75">10215 7244 2829 0,'0'0'316'0,"0"0"-225"15,0 0 27-15,-1 1-104 0,-15 11-42 0,16-12-38 0,-7 16 10 16,2-4-15-16,-2 3 39 0,1 4 8 0,-2 3 2 16,-1 2 3-16,1 1 6 0,-2 1 8 0,0 0-5 15,1 1 7-15,0 0 6 0,-1-1 3 0,1 1 6 16,1 0-3-16,-1 1 6 0,1 1 13 0,1 2-1 0,1 1 6 31,0 2 8-31,0 2-17 0,2 1 0 0,2 4-8 0,0-1-10 0,3 1-1 0,1 1-3 0,2-1 0 31,2 0-9-31,2 0-30 0,1-3-5 0,2-3-9 16,0 0-21-16,1-5 4 0,0-1 4 0,1-2-1 0,-1-4-1 16,0-2-4-16,0-1-8 0,0-5 1 0,2-2-38 15,1-3-92-15,1-1-13 0,2-4-55 0,1-2-335 0</inkml:trace>
  <inkml:trace contextRef="#ctx0" brushRef="#br0" timeOffset="31627.6">11029 7184 2487 0,'0'0'509'0,"0"0"-376"0,0 0-6 0,0 0-121 0,0 0-51 0,1 0-5 16,16 21-3-16,-12-8 3 16,1 4 3-16,-3 3 19 0,2 5-1 0,-1 2 8 15,1 1 13-15,0 1 8 0,0 1-1 0,0 2 3 0,0-1 0 16,1 2 3-16,1 0 1 0,1 0 0 0,-2 0-2 0,0 0 2 16,0 0 1-16,0 1 1 0,-1-1 13 0,0 0 19 15,-1-2 1-15,-1 0 6 0,0 1 0 0,-1-2-16 16,0-1-4-16,-1 0-4 0,-1 0-12 0,-2-1 2 15,-1 0 1-15,-1 0-1 0,-1-2-5 0,-1 0 0 0,1-1-6 16,-2-2 5-16,-1-1-8 0,0-2 2 0,-2-2-1 16,0-1 3-1,-1-2-3-15,0-2-17 0,-1 0 4 0,0-3-11 0,-2-2-23 16,-2-1-16-16,-1-1-1 0,-5-4-6 0,-2-1-20 0,0-3-47 0,-2-3-19 16,-1-3-11-1,2-2-95-15</inkml:trace>
  <inkml:trace contextRef="#ctx0" brushRef="#br0" timeOffset="32093.6">11100 7047 3195 0,'5'1'115'0,"0"0"82"0,2 0-208 0,1 1-11 0,2 1-1 16,3 1-1-16,2-1 17 0,2 2-2 15,0 0 6-15,-2 1-5 16,0 1 7-16,-2-2-5 0,-1 1 6 0,1 1-3 0,-1-2 6 0,-2 0 7 0,2 1-7 31,-4-1 8-31,0-1-2 0,-1 2 8 0,-3-2 1 0,0 1 1 16,0 1 6-16,-1-1-5 0,-3-5 0 0,0 0-3 0,0 1-10 15,3 18-11-15,-3-19-4 0,0 1-3 0,-8 18-11 16,1-10 4-16,0-1 0 0,-2 1 1 0,-2 1 6 16,0 0 7-16,-1 0 2 0,1-1 0 0,-1 0-3 0,2 0 7 15,0-1-1-15,0 0 4 16,1-2 6-16,2-2 5 0,1 0-3 0,6-4 4 16,0 0-7-16,-1 0 3 0,1 1-3 0,0-1 2 0,-1 1-3 15,-3 16-9-15,4-17 3 0,1 0-4 16,-1 0-6-16,22 11-1 0,-14-8 1 0,4-1 0 0,-1 1 6 15,1-2-2-15,2 1-2 0,0 0 1 0,1 0 4 0,-1 0-3 16,1-1 2 0,-2 1-3-16,1-1 0 0,1 0-2 0,0 0-8 15,-2 0-2-15,1-1-73 0,-3 0-74 0,-1 0-17 0,-1 0-28 16,0-1-162-16</inkml:trace>
  <inkml:trace contextRef="#ctx0" brushRef="#br0" timeOffset="33026">10618 2635 2102 0,'-4'-7'101'0,"0"2"-36"16,4 5-7-16,0 0-80 0,0 0-24 0,0 0-20 16,-1 0 8-16,-18 1-10 0,14 5 40 0,-3-4 19 0,0 8-1 0,1 1 7 15,0 1-4-15,-1-2 6 0,0 1 1 0,1 0 0 16,0 0-5-16,0-1 8 0,-1 0 2 0,0 1 4 15,0-2 29-15,-1 0 15 0,2 1-1 0,1 0 5 0,-1 0-2 16,0 0-7 0,1 1 6-16,-2 0-7 0,1 1-3 15,0 2-15-15,-1 0-5 0,-2 3-1 0,1-1-14 0,-2 1-5 0,1 2 1 0,-1 0-1 0,0 2 4 0,-1 3-5 32,1-1-2-32,-2 4-1 0,1-1 4 0,3 1 1 15,-3 0-2-15,4 0 0 0,0 0 0 0,1 2-1 16,2 0 5-16,1 3-5 0,1 0 2 0,0-2-3 15,0-1 3-15,3 1-2 0,0 1 8 0,0 2-10 0,3 1 1 16,-1-2-3-16,2 0 2 0,2-1 5 16,0 0-2-16,1 0 5 0,0 0-3 0,1 0 1 15,2-1 1-15,0-1 0 0,1-1-1 0,1-1-2 16,-1 0 0-16,0 0-1 0,1-1 3 0,-1 0 3 0,2-2 0 16,-1-1 0-16,1-2-4 0,0-2 2 0,0 1-7 0,0-2 3 15,2 1-29-15,0 0-89 0,0-3-11 0,1-1-36 16,0-2-141-16</inkml:trace>
  <inkml:trace contextRef="#ctx0" brushRef="#br0" timeOffset="33668.87">11570 2757 11 0,'1'-5'1130'0,"-1"5"-508"15,0 0 594-15,0 0-1278 0,0 0 14 0,19 5 7 0,-12 3 20 16,3 4 1-16,-2 2 2 0,0 2 8 0,-2-3 0 16,0 9 1-16,-2 2 1 0,1 1 8 0,-1 0-6 0,0 2 5 15,0 2-6-15,1 2 7 0,-2 1 0 16,1-1-2-16,-1 1 2 0,0-1 1 0,1-1 0 16,-1 2 4-16,-1 1-4 0,0 0 5 0,-1 0-6 0,1-1 0 15,0-1-2-15,-1 0 1 0,0 0 1 0,-1 1 2 16,0 1 0-16,-1-1 2 0,-1 0 9 0,-2 1-3 15,0 0 5-15,-1 1-2 0,-2 2-7 0,-1-1 6 0,0-1-6 16,-2 0 9-16,-2-2-2 0,-2 1-4 0,0 1 2 16,-1 1-3-16,1-2-2 0,1-2 2 0,0-4-2 15,0 0 0 1,-1 0-1-16,-1-1 2 0,0 1-2 0,0-2 9 16,-1-3-10-16,-1-1 0 0,-1-2-2 0,-1-3-1 0,-2-3-6 0,1-2 2 0,3-3-6 0,0-1-4 31,1-3-61-31,1-3-15 0,1-2-13 0,-2-3-11 15,3-2-31-15,-1-5-2 0,0-3-33 0,1-4-190 16</inkml:trace>
  <inkml:trace contextRef="#ctx0" brushRef="#br0" timeOffset="34166.18">11807 2485 255 0,'1'-10'1105'0,"-1"2"-478"0,0 8 586 0,0 0-1285 0,0 0 9 0,0 0-8 0,0 0-83 0,0 0 36 0,5 11-62 0,-2 2 51 0,0-5 75 16,3 7 5-16,0-1 26 0,1-1 36 0,2-2-13 0,0-1 6 15,1-1-8-15,0 0 2 0,2-1 17 0,1 1 7 16,1 0 8-16,-1-1 39 0,1-1-12 0,-1-1-2 0,1 0-5 16,-1 0-12-16,1-2-2 0,-1 1-3 0,-2 0 1 15,0-1-5-15,-2-1-12 0,-1 1 0 0,-1-1-5 16,-7-3-3-16,1 0-11 0,0 0 3 0,-1 1-6 15,8 18 1-15,-8-19-5 16,0 0 4-16,-14 17-4 0,6-11 7 0,-3 1 2 0,1 1-2 0,-2 0 3 16,2 0 5-16,0-1-5 0,-1-1 3 0,2 1-3 15,0 0 8-15,3-1-7 0,1 1 5 0,1-2-4 16,0 2 10-16,2-2-5 0,0 1 0 16,2-6-2-16,0 0 4 0,0 1-5 15,4 18 4-15,-4-19-5 0,11 11-2 0,-3-6-1 16,2 0-2-16,-1 0 0 0,3-1-9 0,1 0-45 15,1-1-12-15,3 0-19 0,-1-1-141 0,2-1 806 16</inkml:trace>
  <inkml:trace contextRef="#ctx0" brushRef="#br0" timeOffset="57369.89">4463 4538 2910 0,'1'10'43'0,"3"24"-30"0,0 2-4 16,0 0 2-16,1-3 2 16,2-1 6-16,2-9 3 0,1-3 1 15,2-8 6-15,0-3 11 16,1-8 6-16,0-2 6 0,1-8-1 15,2-4-9-15,0-9-16 16,0-5-6-16,-2-6-13 16,1-2 1-1,-5 0 0-15,1-1 0 16,-2 2 4-16,-3 1 1 0,-1 0 2 31,-1 0-1-31,-4 5-5 0,1 1 0 0,-2 8-3 16,-2 2-2-1,-1 5-3-15,4 12-4 16,-1-1-3-16,-17-17-4 0,17 18-5 16,-16-5 2-16,16 5-6 15,-26 2-1-15,9 2 10 16,-3 1 0-16,1 3 5 16,0-1 5-16,1 2 2 0,2 0-2 15,2 1-4 1,1-1 1-16,3 2-4 0,1-1 1 15,3 1 5-15,0 0-3 16,1-1-22-16,2 0-23 0,4-10-67 16,-7 16-54-16,7-16-118 31,0 1-324-31</inkml:trace>
  <inkml:trace contextRef="#ctx0" brushRef="#br0" timeOffset="57789">4819 4575 2240 0,'0'0'89'16,"0"0"-35"-16,0 0-4 0,0 0-70 0,0 0-6 0,0 0 16 16,0 0-4-16,0 1 7 0,0-1 5 0,0 1 0 15,2 18 2-15,-2-19-1 0,0 0-1 0,0 1 5 16,5 15-3-16,-5-16 4 0,0 1-2 0,0-1 2 16,0 1 4-16,2 15-3 0,-2-16-1 15,0 0 5-15,0 0-4 0,0 0 3 16,0 1-5-16,0-1-33 0,0 1-8 0,0-1-15 0,0 0-69 0,0 0-78 0,0 0-22 15,0 0-43-15,-1 0-340 0</inkml:trace>
  <inkml:trace contextRef="#ctx0" brushRef="#br0" timeOffset="58381.28">4998 4221 2928 0,'0'0'72'0,"0"0"-12"0,0 0-124 0,0 0 19 15,0 0 7-15,0 0 7 0,1 0 31 0,19 7 2 16,-11-2-2-16,0 2 0 0,3 0 5 0,0-2-7 0,0 1-2 15,1-3-4-15,-1 1-2 0,0 0 11 0,0 0 4 16,-1 2 1-16,0-1-4 0,-1-1 7 16,1 0-3-16,0 0 3 0,-2 0-7 0,0-1 6 0,1 0-5 0,-3 0 5 15,0 0-4-15,-1-1 3 0,1 2-7 16,-2 0 5-16,1-2-5 0,-1 2 1 0,-5-4 4 0,0 0-4 31,0 1-9-31,5 20-2 0,-6-13-7 0,-3 1 4 16,-2 1-13-16,-1 2 8 0,-4 1 3 0,0 2 2 15,-1-1 8-15,1 2 2 0,1-1 2 0,-2-2 1 16,1 3 8-16,1-3-8 0,0 0 3 0,1 1-5 16,1-1 2-16,0-2 1 0,1 2-1 0,-1 0 0 15,1-1 0-15,0 1-1 0,0-2 1 0,1 1-1 16,0-2 1-16,1 0 2 0,1 0-1 0,2-3 2 16,0 2 6-16,2-9 1 0,0 0 6 0,3 16-3 15,-3-16 6-15,0 0-1 0,1 1-4 0,18 8 3 0,-10-6-4 0,0-1-7 16,2 0-3-16,1-2-1 0,1 0-2 0,2 0 2 15,-1-1 2-15,1 1 0 0,0-2 0 0,1 1-4 0,1 1 3 16,1-3-3-16,1 2 8 0,-2 0-6 0,0 0 0 16,-1 1-2-16,0-1 5 0,-1-1-8 0,-1 1 5 15,-1-1-5-15,1 2 9 16,-3-1-3-16,2 0 3 0,-2 0-6 0,-1-1-32 0,0-1-75 16,0 2-8-16,0 0-27 0,0-2-93 0,-2-1-111 15,0 3-134-15</inkml:trace>
  <inkml:trace contextRef="#ctx0" brushRef="#br0" timeOffset="58820.61">5712 4171 2969 0,'0'0'107'0,"0"0"110"16,0 0-256-16,0 0-14 0,0 0 1 0,-1 0-5 0,0 0 0 0,-10 16 15 0,8-6-1 15,-1 3 8-15,-1 0 15 0,0 3 7 0,-2-2-1 16,1 2 3-16,1 0 10 0,0 0 0 16,-1 0 0-16,2 0 0 0,0-2-1 0,0 1 12 15,1 0-1-15,0-1 3 0,-1 0-12 0,2-1 6 16,1-1 1-16,1 2 4 0,1-3 2 0,0 1 3 15,0-2-4-15,3-1 4 16,-1 0 7-16,4-1-13 0,-2-2 11 0,5 1-12 0,-1-2 6 0,3-1-5 0,2 2-6 16,-1-4 3-16,1 1 0 0,1 0-2 0,0-2 5 15,0 0-5 1,1-1-1-16,1 0 3 0,-2-2-3 0,0 0 4 16,-1-2-4-16,1 1-3 0,0-2 2 0,2 1-1 15,1 0 2-15,-3-1 3 0,2 1-5 0,-3-1 3 0,0-2-7 16,-1 3 3-16,-1-1 2 0,-1 0-1 0,0 2-7 0,-1-2-34 15,-2 2 4-15,0-3-15 0,-1 0-10 0,-2-1-2 16,-1-1-9-16,-1 3 2 0,1-1-51 0,-3-2-45 16,2 0-4-16,-3-2-19 0,0-2-75 0</inkml:trace>
  <inkml:trace contextRef="#ctx0" brushRef="#br0" timeOffset="59073.06">5947 4122 1026 0,'0'0'157'0,"-1"0"224"0,1 0 108 16,0 0-362-16,-20 20-135 0,15-10 20 0,2 2 3 15,-1 3 9-15,-1 1 40 0,0 4 9 0,-2 2-3 16,0 3 2-16,0 1-24 0,-2 3-8 0,1 2 0 31,1 1-1-31,-1 1 5 0,1 0 8 0,-2 0 5 0,1 1-1 16,-1-1-10-16,0-2-23 0,2 0-1 15,-1-3-7-15,-1-1 1 0,2-2-10 0,1 0 1 16,-1-1-3-16,1 0 8 0,1-3-34 0,1-1-3 16,-1-2-21-16,2-2-98 0,-1-3-140 0,2 0-44 0</inkml:trace>
  <inkml:trace contextRef="#ctx0" brushRef="#br0" timeOffset="79335.75">4220 8720 2214 0,'-6'4'185'16,"0"0"-51"-16,6-4 86 15,-1 0-157-15,1 0-38 0,0 0-36 0,-1 0-4 16,1 0-12-16,0 0 18 0,0 0-9 0,0 0-2 16,11 6 7-16,-1-7-4 0,2-1 10 0,1-1 7 0,-1 0-4 0,2-1 5 15,0 0 4-15,-1-1-6 0,1-1 3 0,2 1-4 16,0 0 3-16,1 1 1 0,-1-1 2 0,0 1 0 0,0 0 5 15,-1 0-7-15,0 1 0 16,-2-1-1-16,1 1-1 0,-1 0 0 0,-3 0-6 0,0 0-5 0,-1-1-129 16,-1 1-52-16,2 1-33 0,-4 0-5 0,1 0-152 15</inkml:trace>
  <inkml:trace contextRef="#ctx0" brushRef="#br0" timeOffset="79603.92">4301 8934 2037 0,'-7'7'346'0,"3"0"-209"0,1-1 41 16,3-1-119-16,0-5-57 0,0 1-26 0,0-1 1 0,15 16-3 15,-4-12 43-15,1-3-2 0,2 2 3 0,2-3-2 16,1-2-2-16,3-1 9 0,0-2-4 0,2-2 4 15,-1 2-14-15,0-3-5 0,-1 0-2 16,0 1-1-16,0-1-2 0,3 1 9 0,-1-1-3 0,1 1 6 16,-1-1-13-16,-1 0 2 0,0-1-6 0,-2 1-4 0,-1-1-107 15,0 0-85-15,0 0-32 0,1 2-19 0,0 1-160 16</inkml:trace>
  <inkml:trace contextRef="#ctx0" brushRef="#br0" timeOffset="80047.22">4948 8565 2681 0,'-8'13'103'15,"1"0"26"-15,1 0-66 0,1 2-63 0,3 0 8 0,1 2-26 0,-1 0 11 16,3 0 5-16,1 2-5 0,0 2 3 15,1 2-7-15,2 0 10 0,0-1-2 16,0 0 3-16,2-1-9 0,0 1 4 0,2-2 3 0,1-1 0 16,-1-1 3-16,2-3 0 15,0 0-2-15,1-1 1 0,1-4-7 0,0-2-7 0,-1-2-3 0,1-3-1 16,-2-1-6-16,1-4 1 16,0-1 2-16,-1-3-1 0,0-1 7 0,-1-4 22 0,0-2-6 0,-2-1 13 0,0-3-1 0,-1-1-1 31,-1-1 6-31,-1-1-3 0,-1-2 9 0,0-3-11 15,0-1 1-15,-2-1-4 0,-1 0-1 0,-1 1 1 16,1 1 2-16,-1 1-1 0,-2 0 0 0,1 2 7 16,-3-1-1-16,1 0 4 0,-2 3 6 0,0 1-5 15,0 1 3-15,-1 4-3 0,0 2 7 0,-2 1-7 16,2 2 5-16,-1 3-4 0,0-1 11 0,-2 3-1 0,1 0-1 16,-2 2 0-16,1 0-6 0,0 2-11 0,-2 0 2 15,1 3-6-15,-1 0-2 0,1 0-19 0,-2 1-6 0,2-1-8 16,0 2-49-16,0-1-31 0,1 2-11 0,2-1-9 15,0-1-78-15,3 0-119 0,1 0-49 0</inkml:trace>
  <inkml:trace contextRef="#ctx0" brushRef="#br0" timeOffset="80305.92">5440 8680 2603 0,'-7'5'444'0,"2"3"-264"32,-1 0 49-32,2 2-146 0,-1 0-59 0,2-3-34 0,3-7 3 15,0 0-13-15,0 1 13 0,-2 16-14 0,2-17-13 16,0 0 0-16,0 1-48 0,0-1-48 15,0 0-5-15,18 11-21 0,-18-11-61 0,1 0-42 0,18-5 7 16,-19 5-18-16,0 0 5 0</inkml:trace>
  <inkml:trace contextRef="#ctx0" brushRef="#br0" timeOffset="80571.64">5627 8283 3079 0,'-2'9'123'16,"-1"2"10"-16,2 1-65 0,1 1-59 0,0 2-1 16,1 1-17-16,1 1 7 0,-1 1 2 15,3 3-1-15,0 0 1 0,-1 1-1 0,2 0 1 0,-1-1 2 16,1 1-1-16,1 3-7 0,1 0 7 0,0-1-1 15,1-2 3-15,-2 0-3 0,0 0-4 0,-1-1-2 16,-1-1-7-16,0-2-82 0,1-2-68 0,-1-1-25 0,1-3-13 16,0-1-93-16,1-4-190 15</inkml:trace>
  <inkml:trace contextRef="#ctx0" brushRef="#br0" timeOffset="81065.2">6010 8172 3699 0,'-4'10'62'0,"0"0"-43"16,-1 0 5-16,3 0-21 0,1 3-15 0,1 2 4 15,0 2-2-15,0 4 2 0,1 2-7 0,0 3-31 16,2 0 1-16,-1 3-12 0,1-1-5 0,1 1 18 16,0 2 4-16,0 2 7 0,1 4 31 0,0 2 5 0,1 2 1 0,1 3 2 15,0 0-1-15,1 2 4 0,0 0 1 0,1-3 1 16,1-3 0-16,0-5-6 16,2-1-4-16,2-4 1 0,-1-1-9 0,1-8 2 15,-1-2-2-15,-1-6 1 0,0-2-9 16,-1-4-26-16,0-1 2 0,-1-2-11 0,1-6-7 0,-1-1-2 15,-1-3 0-15,0-4 0 0,-1 2 5 16,1-5 44-16,-2-2-1 0,1 0 16 0,-1-3 16 0,0-1 6 16,-1-3 2-16,0-1 3 0,0-1 9 15,-2 0-2-15,2 0-5 0,-2-1 1 0,-1 0-13 0,-1 1-5 16,-2 0 3-16,0 0-5 0,-1 2 0 0,0 4-7 16,-1 1 4-16,-1 2-3 0,1 3 13 0,-1 4 11 15,-1 2-3-15,-1 1 7 0,-1 3 12 0,0 2-11 16,-2 0 0-16,0 3-9 0,-1-1-42 0,-3 3-27 0,-2 2-8 15,-2 1-8-15,-1 1-53 0,-3 4 26 0,0 2-20 16,0 1 19-16,0-1-60 0,1-1-213 0,-2-1-180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9T00:17:51.4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1003 1271 1155 0,'-5'-11'194'0,"2"2"72"0,0 0-1 0,1 3-232 0,0-1-22 15,1-1 0-15,-1 3-3 0,2-1 2 0,0 6-2 16,-1-1-1-16,0 1 3 0,-7-16-3 0,8 16 0 0,0 0 2 16,-1-1-1-16,0 1 2 0,-15-14 5 0,16 14 19 0,-1 0-1 0,1 0 8 15,-21-10 8-15,21 10-2 0,0 0-2 0,-20-6-1 16,20 6-13-16,-1 0-13 0,-18-2 1 0,19 2-7 31,-1 0-10-31,-18 2 2 0,18-2 1 0,0 0-2 16,-21 10-3-16,14-5 3 0,-2 1-3 0,1 2 4 15,-1 1-4-15,3 0 3 0,-1 0 3 0,2 0 0 0,-1 2 7 16,0 1 3-16,2 0-4 0,-1 0 3 0,-1 0 4 0,2 1-2 16,-1 1 0-16,1 0-2 0,-1 1-3 15,3 1 3-15,-2 0 8 0,2-1-4 0,-1 2 9 0,3-3-2 16,-2 1-5-16,3 1 4 0,0-3 4 0,2 1 4 15,0-1-2-15,2 0 0 0,-1 1-6 0,2-1 1 0,-1-1 5 16,1 0-4-16,0 0-8 0,2-2 0 16,-1-1-3-16,-1-1 2 0,2 0-9 0,-2-1-6 15,3-1-3-15,-2-1 0 0,3 1-4 0,-1-3-11 0,2 2 2 16,0-1-8-16,-1-1-13 0,1 0-13 0,-1-3-3 16,-2 2-6-16,2-2-29 0,-3 0-29 0,0 1-13 15,-6-1-8 1,0 0-82-16,1 0-213 0</inkml:trace>
  <inkml:trace contextRef="#ctx0" brushRef="#br0" timeOffset="485.86">612 1104 2155 0,'-10'-2'71'0,"1"2"-37"0,1 1-3 0,2 3-44 15,0 2-2-15,0 0 7 0,0 3 2 0,-1 2 0 16,-2 1 0-16,-4-1 6 0,5 6 4 0,-1 0 4 0,1 1 11 16,-1-1-8-16,0 0-1 0,0 1-1 0,0 0 7 15,0 1 0-15,1 1 5 0,0 0-3 0,1 1 1 0,-1-1-3 16,1 1-1-16,2 2 1 0,0-1 6 0,1 2-8 15,3 0 5-15,0 1-6 0,2 0 8 0,0-1-7 16,4-2-3-16,1 0-2 0,2 0 3 0,0 0-7 0,1-1 5 16,3 0-6-16,-1 0 5 0,1-2 2 0,1 1-4 15,-1-1 2-15,2-2-3 0,-1-1-16 0,0-2-4 16,0-1-9 0,1 0-60-16,0-3-60 0,1-1-11 0,2-3-22 15,1 0-96-15</inkml:trace>
  <inkml:trace contextRef="#ctx0" brushRef="#br0" timeOffset="840.91">1233 1071 881 0,'0'0'424'0,"0"0"196"0,0 0-6 0,14-1-636 16,-4 7-18-16,3 3 37 0,2 1-3 0,0 2 6 16,-1 1 1-16,-5-2-1 0,4 7-1 0,-3 2 0 15,1 0 1-15,-2-1-4 0,-2 1 4 16,0 0-5-16,-2 1 5 0,-1 2-3 0,0 1 3 15,-3 1 0-15,1 2 38 0,-2 0-1 0,0 1 4 0,-1 1-6 0,-1 1-6 32,-2 3-10-32,-1 0 3 0,0 3-7 0,-3 0-6 0,-2 1 2 15,-1 2-6-15,-3 3 4 0,-1 1-9 0,-3 2-63 16,-2-2-21-16,-1 1-27 0,-2-2-191 16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6:36:19.39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8294 2787 2349 0,'0'0'92'0,"0"0"-49"0,0-1 4 0,1-17-33 16,-1 18-15-16,0 0 17 0,10-17-1 0,-10 17 3 16,0 0-5-16,6-16 8 0,-6 16-5 15,0-1 5-15,0 1 0 0,0-1 6 0,16-16-1 0,-16 17 4 16,0 0 8-16,0-1 10 0,0 1-1 0,19-9 2 0,-19 9-3 0,1 0-12 31,-1-1-1-31,17-9-5 0,-17 10-10 0,1 0-7 16,15-5 2-16,-16 5-6 0,0 0-7 0,20-4 2 15,-19 4-2-15,-1 0 2 0,23-3-3 0,-22 3 1 16,15-1 0-16,-7 1 1 0,1 1-1 0,0 1 0 16,-1-1 4-16,0 0-3 0,0 0 6 0,3 0-1 0,-1 1-1 15,2 0 3-15,0-1 11 0,0 1-6 16,0-1 4-16,2 1-5 0,-2-2 6 0,2 0-3 0,0 2-3 16,1-2-1-16,-1 1 1 0,0 0-7 0,1-1 6 15,1 1-7-15,-1 1-3 0,3 0 5 0,-1-1 0 16,-1 0 3-16,1 0 7 0,-3 2-8 0,0-1 1 15,-1 1-4-15,0 0-2 0,-1-1 6 16,1 1 1-16,-1 0 2 0,-1-1-1 0,1 1-8 0,-2-1 6 16,0-1-5-16,1 0 5 0,0 1 0 15,1 1-7-15,1 0 6 0,-2-1-6 0,-1 0 1 16,1-1 3-16,-2 2-1 0,0-1-3 0,0 0 3 16,0 1-3-16,-1-1 3 0,0 1-1 0,0 0 0 15,-1-1-3-15,0 0 1 0,-1 0 1 0,0 0-3 16,-1 1 2-16,0 1-3 0,1-1 3 0,-7-3-3 15,0 0-2-15,1 0-1 0,-1 0-13 0,0 0-143 16,1 1-11-16,16 8-64 0,-17-9-203 0</inkml:trace>
  <inkml:trace contextRef="#ctx0" brushRef="#br0" timeOffset="4330.99">3853 3813 938 0,'0'0'181'0,"0"0"49"0,0 0-2 0,0 0-183 31,0 0-46-31,0 0 12 0,0 0 0 0,0 0 6 15,0 0 7-15,0 0 19 0,0 0 2 0,0 0 5 16,0 0 5-16,0 0-5 0,0 0 1 0,0 0-1 0,0 0 9 16,0 0-5-16,1 0 3 0,15 8-5 0,-16-8-3 15,0 0-10-15,0 0 3 0,1 0-4 0,-1 1-1 0,1-1-2 16,0 1-1-16,16 13 0 0,-17-14 4 16,0 0-2-16,0 0 0 0,0 0 0 0,18 7 1 0,-18-7-8 15,0 0-1-15,1 0-3 0,19 1-4 0,-20-1-3 16,1 0-2-16,19 2-1 0,-20-2-13 0,0 0 6 0,23 0-6 15,-23 0 6-15,17-1-7 0,-17 1 3 16,17-1 7-16,-8-1-4 0,0 2-5 0,0-2 5 0,1 1-5 16,-1-1 6-16,1 1-4 0,-1 0 0 15,0 0 2-15,0 0-1 0,1-1-4 0,0 1 5 0,-1-1-4 16,0 0 6 0,1 1-6-16,-1 0 2 0,0 0-2 0,0 0 2 15,-1 0 1-15,1 1-2 0,-2 0 1 0,1 0-1 16,-1 0-1-16,0 0 5 0,0 0-5 0,-1 0 5 15,1 1 0-15,-7-1-2 0,0 0 5 0,1 0-6 16,19 3 3-16,-20-3 3 0,0 0 2 0,0 0-1 16,0 0-1-16,1 0 1 0,15 4-7 0,-16-4 5 15,0 0-8-15,0 0 2 0,0 1 0 0,0-1 0 0,0 1 0 16,0-1 1-16,0 0-1 0,0 1-1 0,0-1-10 0,0 1-22 16,0-1-3-16,0 1-9 0,0-1-42 0,0 1-38 15,0-1-10-15,0 0-14 0,0 0-75 0,-17 8 877 16</inkml:trace>
  <inkml:trace contextRef="#ctx0" brushRef="#br0" timeOffset="9918.89">8339 2727 295 0,'-5'-4'146'16,"0"0"80"-16,5 4 13 0,0 0-96 0,-1 0-55 0,0 0-38 16,-17-8 5-16,18 8-10 0,0 0-2 0,0-1 23 15,-1 1-2-15,0-1 10 0,1 1-5 0,-17-16-9 16,17 16-2-16,0 0-2 0,0 0-13 0,0 0-5 16,0-1-5-16,0 1 2 0,0-1-1 0,0 1 4 15,0-1 2-15,0 1 0 0,0 0 7 0,1-1-4 16,-1 1 0-16,18-7-2 0,-18 7-4 0,0 0 4 0,18 4 4 15,-18-4 0-15,1 0 7 0,20 4-7 0,-21-4-3 16,1 0-2-16,22 4-10 0,-23-4-6 0,16 3-1 0,-16-3-2 16,17 2-11-16,-7-1 2 0,0 1-2 0,0 0 1 15,1 0 1-15,0-1 6 0,0-1 2 0,1 1 1 16,0 0-6-16,1 0 5 0,2 1-6 0,-1-1 5 31,0-1-7-31,1 1 2 0,0 0-1 0,0-1 1 0,-1 0 2 16,1 0 1-16,0-1 2 0,0 0 1 15,0 1 4-15,1 0-9 0,0 1 3 0,-1-2-4 0,0-1 1 16,1 1-5-16,0-1 1 0,0 1-2 0,0 0-5 16,-1 0 3-16,0 0-4 0,-1 1 4 0,0-1 0 0,-1 1-1 15,0 0 2-15,1 0-3 0,-2 0-7 0,-1 0 7 16,1-1-1-16,-2 1 5 0,1-1-3 0,0 1 1 16,-1 0-1-16,1 0 0 0,0 0-5 0,0-1 6 15,-1-1-2-15,-2 2 3 0,0 0 0 0,-1 0-2 16,0-1 1-16,0 0-3 0,0 0 1 0,-7 1 2 15,1 0 0-15,-1 0 0 0,17-3-3 0,-17 3-3 0,0 0 0 16,1 0-1-16,-1 0-3 0,1 0-14 16,-1 0-13-16,1 0-6 0,-1 0-98 0,1 0-114 0,-1 0-31 0,1-1-58 15,-1 1-425-15</inkml:trace>
  <inkml:trace contextRef="#ctx0" brushRef="#br0" timeOffset="19731.72">8371 2706 2001 0,'0'0'63'0,"0"0"-36"16,0 0 33-16,0 0-109 0,0 0 4 0,0 0-1 0,0 0 24 15,0 0-2-15,0 0 10 0,0 0 11 0,0 0-1 16,0 0 5-16,0 0-2 0,1 0 18 0,-1 0 9 15,1 0 8-15,17 4 0 0,-18-4 30 0,1 0-1 16,-1 0 2-16,22-6-2 0,-22 6-18 0,0 0-14 16,22-9-4-16,-22 9-2 0,17-4-7 0,-8 2 4 15,1 0-1-15,0 1 2 0,1-1-6 16,0 1 4-16,1 0-1 0,0 0 2 0,1-1-1 0,-1 0-4 0,2 1 0 16,-1 0-3-16,1 0-6 0,1 0-6 0,0-1 1 15,1 0-2 1,-1 2 3-16,1-2-2 0,0 1-2 0,0 0 1 15,0-1 1-15,-1 1-1 0,1 0 7 0,-1-1-6 16,0 1 2-16,-2-1 9 0,1 0-4 0,0 0 7 16,-1 0 6-16,0-1-4 0,-2 1 2 0,3 0-4 15,-1 0-6-15,0 1-2 0,0-1-3 0,-2 1 2 0,0 0 5 16,-1 0-8-16,1 0 8 0,-1 0-8 0,0 0 7 16,0 1-4-16,1 0 5 0,-1 0-4 0,-1 0-1 0,0 1 2 15,-2-1-7-15,0 0 6 0,0 0 2 0,-1 0 3 16,1 0 2-16,-1 0 0 0,-6 0-5 0,1 0 1 15,-1 0 0-15,19-1 1 0,-19 1-2 0,1 0 6 16,-1 0-5-16,18 0 6 16,-18 0 0-16,0 0 1 0,1 0 2 0,-1 0-2 15,1 0 2-15,-1 0-12 0,17 0-4 16,-17 0-2-16,0 0-2 0,0 0 0 0,0 0-1 0,0 0-2 16,0 0-4-16,0 0 1 0,0 0 3 0,0 0-3 0,0 0-3 0,0 0-3 0,0 1-26 15,0-1 6 1,0 1-100-16,0-1-71 0,0 17-10 15,0-17-33-15,0 0-155 0</inkml:trace>
  <inkml:trace contextRef="#ctx0" brushRef="#br0" timeOffset="26933.17">4684 4845 2115 0,'0'0'108'15,"0"0"-38"-15,0 0-5 0,0 0-25 0,0 0-47 0,0 0 23 16,0-1-2-16,11-15 10 0,-11 16-13 0,1 0-7 16,-1 0-1-16,0 0-3 0,19-4-7 0,-19 4 5 15,0 0 0-15,0 0 2 0,1 0 3 0,-1 0 23 0,0 0-2 16,1 0 10-16,0 1 7 0,-1-1 3 16,16 8-3-16,-16-8 3 15,0 0-6-15,0 0-5 0,0 0-2 0,0 0-1 16,0 0-6-16,0 0 1 0,0 0-4 0,0 0 2 15,0 0-10-15,0 0-3 0,0 0 2 0,0 0-3 16,1 0 2-16,-1 0-5 0,0 0 1 0,1 0-3 16,-1-1 3-16,17-7-6 0,-17 8 4 0,0 0-3 15,0 0 2-15,0 0-4 0,0 0-2 0,0 0 0 16,1 0 3-16,-1 0 1 0,1 0 2 0,-1 0-3 16,0-1-1-16,1 1 3 0,-1 0 1 15,1 0 3-15,0-1 3 0,-1 1 9 0,0-1-3 0,0 1 4 0,1-1-7 16,-1 1-2-16,0 0-2 0,0-1 1 0,0 1-4 0,0-1 4 15,-1 1 1-15,1-1 0 0,-20-14-3 0,20 15-2 16,-1 0-2-16,-23-2-1 0,13 2-4 0,-1 1-4 16,0 1 3-16,0-1-2 0,0 2 5 0,0-1-3 15,1 0-1-15,0 0-1 0,-1 1 4 0,0-2 0 16,2 2 0-16,-1-1 0 0,0 0 0 0,3 1 0 16,0-1 0-1,1 0 0-15,2 0 4 0,5-2-8 0,-1 0 4 16,0 0-4-16,1 1 5 0,-16 8 4 0,16-9 0 15,0 0 0-15,0 0 0 0,0 0 1 0,0 1 5 16,0-1-3-16,0 1 2 0,0-1 1 0,0 0-3 0,20 12 3 16,-20-12-5-16,0 0 8 0,24 3-2 0,-13-4 5 15,0 2 1-15,2-1-6 0,-1 0-1 0,2 0-1 16,-2 0-1-16,1 0-2 0,-1 0 1 0,0 0-2 16,0 0 8-16,0-1-13 0,0 1 10 0,-2 0-11 15,1 1 8-15,-2 0-4 0,0-1-3 0,-1 1 1 16,-1-1 6-16,0 1-9 0,-1 1 4 0,0-1-4 0,0 0 1 15,-6-1 2-15,0 0-5 0,0 0 3 0,1 0-8 0,15 5-1 16,-16-5 2-16,0 0-2 0,0 0 4 0,0 0-2 16,0 0 4-16,0 0-4 0,0 0 3 15,0 0-4-15,0 0 0 0,0 0 1 16,0 1 0-16,0-1-3 0,0 1-2 16,-1-1-1-16,1 0-9 0,-18 15 16 0,18-15-6 15,0 0 9-15,0 0-3 0,-19 7 6 0,19-7-1 16,-1 0 1-16,1 0-1 0,-20 6-2 0,20-6 3 0,-1 0-1 15,1 0 8-15,-20 9-6 0,20-9 2 0,0 0-3 16,-16 4 2-16,16-4 0 0,0 0 0 16,-1 0-1-16,0 0-1 0,-17 7 1 0,18-7-1 0,0 0 1 15,-1 0 2-15,1 0-6 0,-1 0 4 0,1 1-4 16,-17 10 8-16,17-11-6 0,0 0 1 0,0 0-1 16,0 0 12-16,0 1 9 0,0-1-4 0,0 1 5 15,0-1-3-15,1 0-4 0,0 1 4 0,16 11-4 16,-17-12 10-16,1 0-13 0,19 2 4 0,-19-2-8 15,-1 0 1-15,23-1 0 16,-23 1-2-16,16 3 1 0,-15-3-6 0,-1 0 3 0,22 2-2 16,-22-2 2-16,1 0-8 0,16 6-7 0,-17-6-3 0,1 0-1 0,-1 0-18 0,17 10-42 15,-17-10-13-15,0 0-17 0,0 0-113 0,0 1-195 16,0-1-94 0</inkml:trace>
  <inkml:trace contextRef="#ctx0" brushRef="#br0" timeOffset="35704.41">6939 3435 72 0,'-5'-3'290'16,"5"3"-136"-16,-1 0 152 0,1 0-363 0,-17-5 7 0,17 5 0 16,-1 0-2-16,0 0-20 0,-16 1-6 0,17-1-169 15</inkml:trace>
  <inkml:trace contextRef="#ctx0" brushRef="#br0" timeOffset="37213.8">8911 3603 1322 0,'0'0'78'0,"0"0"-5"0,0 0-2 16,0 0-77 0,0 0-4-16,-1 0 18 0,1-1-6 0,0 1 7 0,0-1-17 0,0 1-13 0,0-1-1 0,0 1-8 15,0-1-46 1,0 1-86-16,0 0-56 0</inkml:trace>
  <inkml:trace contextRef="#ctx0" brushRef="#br0" timeOffset="39084.11">5711 3499 659 0,'0'0'50'0,"0"0"-6"16,0 0-1-16,0 0-6 0,-1 0-27 0,1 0 8 15,0 1 9-15,-1-1-4 0,0 0 18 0,1 0-9 16,0 1-4-16,-1-1-3 0,1 1-21 0,0-1-1 16,-1 1-3-16,0-1 0 0,1 1-7 0,-1-1-78 15,-6 16-73-15</inkml:trace>
  <inkml:trace contextRef="#ctx0" brushRef="#br0" timeOffset="47034.94">7580 3608 1419 0,'0'0'346'15,"-1"0"-153"-15,1 0 180 0,0 0-385 0,-1 0 10 16,0 0 5-16,1 0 30 0,0 0-8 0,0 1 11 16,0-1-7-16,0 1-3 0,-5 21 8 0,5-21-6 15,2 15 2-15,-2-4-15 0,1 1-5 0,1 2-1 16,-1 1-4-1,-1 2-1-15,0-1 7 0,-1 4-6 0,1-1 3 16,0 2-2-16,-1 2-4 0,1 3 3 0,-1 2 0 0,0 3 2 16,-1 0 3-16,2 1 0 0,-3-1 9 0,1 3-3 15,0 1 0-15,-1 2-2 0,0 4-7 0,1-4 2 16,-1 3-1-16,-1 1 2 0,0 1-7 0,0 3 1 16,-1-1 1-16,1 0 1 0,-1 1 5 0,0 3 5 15,0 0-1-15,1-1 3 0,-1 1 3 0,-1 0 13 16,0 0-3-16,2-1 6 0,-1-1-3 0,1 0 4 15,-1 1-4-15,0 0 3 0,1-4-9 0,1 2-3 0,-2-2-1 16,1 1-2-16,0 0-4 0,-1-4-3 0,1 0 1 16,1-2-2-16,0 0 0 0,1-1-2 0,0-3-4 0,1-3 1 15,-1-1 1-15,1-1-7 0,0 0 8 0,1-2-7 16,0-1 4-16,0-2-2 0,2 0-5 0,0-4 2 16,-1-1-3-16,1 1 4 0,-2-2 2 15,1 1-1-15,1 0-1 16,0-1-2-16,-1-3-2 0,0 1 1 0,1-1 0 15,-1-1 0-15,1 0 2 0,0-1-2 0,0-1-2 16,0-1-2-16,-1 0 0 0,2 0 1 0,-1 0 2 16,1 0-51-16,-1-1-14 0,0-1-23 0,-1-1-121 0,2-1-133 15,-2-2-48-15</inkml:trace>
  <inkml:trace contextRef="#ctx0" brushRef="#br0" timeOffset="48102.86">7646 3545 2760 0,'0'0'96'0,"0"0"-72"15,0 0-25-15,0 0-40 0,0-1-40 0,0 1 69 16,0 0-3-16,0 0 23 0,17-4-9 0,-17 4 12 16,13 0-4-16,-3 2 8 0,3 0-10 0,2-1 0 15,2-1-3-15,1 0 2 0,1 2-5 0,2-1 4 16,1 1 3-16,2-1 0 0,2 1-2 0,3 0-1 0,2 1 3 16,1 0-2-16,0 1 3 15,-2-1 2-15,4 1-5 0,3 0 4 16,1-1-3-16,5 0 0 0,-3 0-4 0,2 0 1 15,2 1 2-15,3 0-2 0,2 0 5 0,-2-1-5 16,1 1 10-16,3 0-2 0,0 1 1 0,1 0 0 16,1-1 8-16,1-1-7 0,1 1 7 0,-1-1-8 0,1 1 2 15,1 0 3-15,0 0-5 0,1-1 5 16,1 0-3-16,0 1-3 0,-1 0 1 0,3 0-3 0,0 0-4 16,0 0 0-16,0-1-2 0,1 1 2 0,-1-1 1 15,0 1-4-15,-1-1 3 0,1 0-4 0,-2 1 0 0,0-1 0 16,-2 0 2-16,2 1-2 0,-2-1 2 0,0 1 0 15,0 0 1-15,0 0 0 0,0 0 3 0,0 0-6 16,0 0-1-16,-1 0-1 0,-1 1 3 0,1-1 3 16,-1 0 0-16,-1 1 0 0,-1-1-3 0,-2 0 5 15,1 0-5-15,-2-2 4 16,-1 2-9-16,2-1 6 0,-2-2-2 0,-2 2 3 16,-1-1 2-16,1-1-3 0,0 1 1 0,-4-2-2 0,-2 1 0 0,-1 0 4 0,1 0-4 15,-1 0 4 1,0 1-5-16,-4-1 3 0,-3 1 3 0,-1-2-1 15,-1 0 0-15,1 0-3 0,-1 0 0 0,-1-1-1 16,-2 2 4-16,-1-1-4 0,-4-1 6 0,1 1-5 16,-1-1 0-16,-1 0 4 0,3 1-5 0,-4 0 5 15,-1-1-6-15,-2 1 10 0,-3 0-4 0,-1 1 5 16,-2-1 1-16,-2 2-2 0,-1-1 5 0,0 1-3 16,-1 0 6-16,-7-2 3 0,0 0-4 0,0 0 3 0,20 5-10 15,-20-5 3-15,1 1 1 0,-1-1 0 0,0 1-2 0,19 17 2 16,-19-18-5-16,0 1 5 0,0-1-7 15,12 19 5-15,-12-19-2 0,6 17 3 0,-5-9-9 0,1 2 9 16,0 2-5-16,-1-1 5 0,2 2-4 0,-1 2-4 16,0 0 4-16,1 2-5 15,0 1 5-15,-1 0-3 0,3 1 0 0,-1 1-2 0,-1 1-2 0,1 2 6 16,-2 3-1 0,2 1 2-16,-1 2-14 0,0 1 10 0,0 0-3 0,1 2 7 15,-2 1 0-15,1 3-6 0,-2 2 1 0,0 0-2 16,-1-1 3-16,0 2 1 0,0 1-1 0,-1 3 1 15,0 1 0-15,-1-3 2 0,-1 2 2 0,1 0-2 16,-2 1 0-16,0 2 3 0,1-2-2 0,-2 0 3 16,1 1-6-16,-1 0 5 0,0 1-5 0,-1-2 4 15,1-1-4-15,0 0-4 0,1-1 8 0,-2-1-6 16,2-3 5-16,-2-3-4 0,2 0-3 0,-1-2 1 16,1-1-1-16,0-2-2 0,1-3-1 0,-2-3-5 15,1-3-35-15,-1-2-91 0,-2 0-12 0,0-2-33 0,-1 0-100 16,-2-1-142-16,-3-2-61 0</inkml:trace>
  <inkml:trace contextRef="#ctx0" brushRef="#br0" timeOffset="48848.15">7414 5904 2367 0,'-1'0'313'0,"1"0"-126"15,-1 0 154-15,1 0-374 16,0 0 13-16,0 0-15 0,0 0 31 0,13-7 4 0,-3 7 1 0,3 0 0 0,-5-3 0 31,10 4 0-31,1 1-1 0,3 0 0 0,3-2-2 16,1 1-1-16,3 1-1 0,2-1-1 0,2 1 2 15,2 0-2-15,4-1 1 0,0 2-7 0,2-3 7 16,0 2-1-16,5 1 4 0,0-1 5 0,2 0 10 16,1 2-1-16,3-1 3 0,2 0 2 0,3 1 3 0,1 1 2 15,1-1-1-15,2 0-3 0,2 1 1 16,1 0 0-16,1 0 1 0,1 0-6 0,2 1 0 0,0-1-6 15,-1 3 5-15,5-2-10 0,-2-1 5 0,-2 1-4 0,8 1 4 16,-4 0-6-16,2 1-1 0,3 0 2 0,-3-1-2 16,-2 1 7-16,5-2-3 0,-2 1 4 0,0 0-4 15,3-1 6-15,-4-1 11 16,-1 0-3-16,4-1 5 0,-3 0-2 0,-2-2-4 16,3 1 1-16,-4-2-3 0,-2 1-10 0,4-1 4 0,-4 0 1 0,-1 0 0 0,4-1 1 15,-3 0 2 1,-2 0-3-16,3 0 1 0,-2 0-9 0,-4-1 4 15,2 0-1-15,-2 0 1 0,-2 0-1 0,-2 0 1 16,0 0-2-16,-2 0 2 0,-2 1 3 16,-2 0-4-16,-2 0 3 0,-2 0-3 0,-1 0 0 0,-1 2-2 15,-4-1-2-15,-3 1 1 0,0 0-2 0,-2 1 2 16,-1-1 0-16,-5 1 0 0,-3 0-6 0,-2 0 5 16,-2 0-3-16,1 0 4 0,-1 0-4 0,-4-1 0 15,-2 0-8-15,-2 0-4 0,-3 0-90 0,-3-2-198 0,-2 0-39 16,-2-2-82-16,0-4-438 0</inkml:trace>
  <inkml:trace contextRef="#ctx0" brushRef="#br0" timeOffset="49974.47">7656 3559 753 0,'0'0'197'16,"0"0"92"-16,0 0 14 0,-1 0-115 0,-17 0-73 0,18 0-16 16,0 0-3-16,-1 0 0 0,1 0-33 0,0 0-7 15,-1 0-9-15,0 0 1 0,1 0-24 0,0 1-4 16,0-1 0-16,-1 1-2 0,0-1-6 0,1 1-2 16,-9 17-1-16,9-18 1 0,1 1-4 0,-1-1 10 15,19 21-2-15,-11-15 4 0,0 0 3 0,-1 1 5 16,1 0 1-1,2 1-1-15,0 0-5 0,1 0-1 0,0 2 1 16,1 0-2-16,1 1-4 0,0 1-5 0,1 0-3 0,-2 1 1 16,1 1-1-16,0 0-4 0,2 0 2 0,0 1-3 15,1 1-1-15,1 0 2 0,0 0-3 0,0 0 3 16,0 2-3-16,0 1 2 0,0 1 2 0,-1 1 0 16,-2-1 1-16,0 0-5 0,0-1 3 0,-1-1-3 15,-1-1 4-15,2-1 0 0,-2 1-2 0,2-1 2 16,0 0-4-16,-1 0 5 0,2 0 3 0,-2-1 2 0,0-1 18 0,-2 0-7 15,0-1 2-15,1-1-4 0,-2 0-8 16,0-1-7-16,0-1 0 0,-2 1 0 0,1-2 7 16,-1-1-5-16,0 0-1 0,1 0 0 0,-1 0 4 0,-2-1-3 15,2-1 2-15,-2-1-2 0,-1-1-4 0,2-1 0 16,-7-3 4-16,0 0-2 0,0 0 1 0,1 1-63 16,17 9-5-1,-18-10-27-15,0 0-67 0,0 0-36 16,0 0-16-16,0 0-14 0,0 0-157 0</inkml:trace>
  <inkml:trace contextRef="#ctx0" brushRef="#br0" timeOffset="50410.11">8047 3666 2472 0,'0'0'425'16,"0"0"-366"-16,-1 0 11 0,0 0-64 0,1-1-95 0,0 1 72 15,0 0-22 1,0 0 43-16,0 0 4 0,0 0-3 0,0 0 3 16,1 0-3-16,17 7 0 0,-18-7-5 0,1 0-3 15,18 13 0-15,-11-7 3 0,2-1 0 0,0 2 1 16,1 1-1-16,0 0 0 0,0 0-1 0,1 0-1 0,0 0-1 16,0 1 2-16,-1-2 0 0,1 2 4 0,-2-1-2 15,0 1-1-15,1-2 1 0,0 2 0 0,0-1 2 16,1 1 0-16,-2 0 0 15,1 0-1-15,-1-1 0 0,0 1 1 0,-1-1 4 0,-1 0-5 0,-1 0 5 0,0 0-11 16,-2-2-13-16,-1 0-18 0,-1-1-2 16,-3-5-97-16,0 0-55 0,0 1-10 0,0-1-21 0,1 1-86 15</inkml:trace>
  <inkml:trace contextRef="#ctx0" brushRef="#br0" timeOffset="50644.62">8389 3617 2353 0,'0'0'162'0,"0"0"-139"0,0 0-7 16,0 0-35-16,0 0 9 0,0 0 18 0,0 0 6 16,-1 0 2-16,0 1 8 0,-14 19-6 0,9-13-1 0,-1 3-2 15,-1 0-8-15,-3 3 1 0,-2 1-1 0,-2 2 1 16,-1 3-5-16,2 1 1 0,-3 0-1 0,1 1 0 15,1-1-3-15,-2-1-30 0,3 2-27 0,1 0-4 16,0-1-105-16,1 0-47 0,1-2-19 0,0 0-37 0,2-1-346 16</inkml:trace>
  <inkml:trace contextRef="#ctx0" brushRef="#br0" timeOffset="51332.47">7557 4261 986 0,'0'0'1284'0,"0"0"-998"0,0 0-219 0,0 0-109 15,1 0 22-15,18 3 20 0,-19-3 8 0,0 0 1 0,22 7-5 16,-14-5-3-16,0 1 3 0,3-1-1 16,-1 1 5-16,2 0-6 0,1 1 2 0,2-1-1 0,0 1 12 15,0-2 0 1,0 1-4-16,2-1 3 0,-1 1-12 0,1-1 13 0,0 0-3 0,2-2 6 0,0 0 0 16,4 1-2-1,0-1 2-15,2 0-2 0,1 0-6 0,-2-1 9 16,1 2-7-16,0-1 10 0,-1 0 5 0,2 1-7 15,0-1 5-15,4 0-6 0,-1 0-2 0,2 0-1 16,-2 1 0-16,-2 0-1 0,1-1-5 0,0 1 4 16,2-1-3-16,1 0 4 0,1 1-9 0,-4 0 4 15,-1 1-2-15,-2-1 2 0,-3 1-5 0,0 0-1 0,2 0 3 16,-2 1-1-16,0 0 4 0,-3 0-2 0,-2 1-2 16,-2 0 2-16,-3 0-1 0,-1-1-162 0,-3 0-13 15,-3 0-72-15,-5-3-222 0</inkml:trace>
  <inkml:trace contextRef="#ctx0" brushRef="#br0" timeOffset="51784.63">7649 3870 2908 0,'0'0'72'0,"0"0"-53"0,0 0 41 0,0 0-131 0,0 0 25 16,1 1 16-16,17 14 24 0,-18-15 7 0,1 1-3 15,14 18-1 1,-15-16 5-16,4 6-3 0,1 1 4 0,-1 0-1 15,0 0-1-15,0 0 3 0,-1 1-3 16,0-1 3-16,-1 0-30 0,1-1 3 0,-1-2-15 0,1 1-37 16,-1-2-23-16,1-1-14 0,-3-5-3 0,0 1-63 15,1-1-141-15,0 1-95 0</inkml:trace>
  <inkml:trace contextRef="#ctx0" brushRef="#br0" timeOffset="52200.02">7791 3887 1822 0,'-7'0'565'0,"2"1"-436"0,0 1-39 0,5-2-103 0,0 0-9 0,-1 1 24 0,-14 15-2 16,15-16 11-16,-11 13-10 0,5-6 3 0,1 0-4 0,-1 0 5 15,1-1-2-15,1-1 0 16,4-5-3-16,-1 0-4 0,0 0-43 0,1 1-34 0,-17 11 4 0,17-12-11 31,0 0 19-31,-1 0-8 0,1 0 4 0,0 0-3 0,-1 0 31 16,1-1 2-16,-1 1 12 0,-5-19-4 0,6 19 45 0,0 0 15 15,0-1 3-15,16-16 4 0,-16 17 9 0,1 0-6 16,0 0 3-16,18-10-4 0,-19 10 5 0,1 0 0 16,-1 0 0-16,18 2 0 0,-18-2 3 0,0 0 3 15,0 0-3-15,1 0 1 0,14 19-16 0,-15-19-15 16,6 14 7-16,-5-5-8 0,1 2 10 0,-1-1-4 15,-1 2 0-15,0 0 0 0,1 0 14 0,-1 1-4 16,0 1-1-16,0 1-3 0,-1 0-9 0,-1 2-6 16,0-2 3-16,0 1-3 0,1-1 0 0,-1-1-8 15,1 0 1-15,1-1-2 16,0-2 7-16,1 1-12 0,-1-2-20 0,2-1-1 0,0 0-93 0,0-1-86 16,1 0-8-16,1-2-52 0,0 1-305 0</inkml:trace>
  <inkml:trace contextRef="#ctx0" brushRef="#br0" timeOffset="54421.15">8511 3644 1716 0,'-5'-4'64'0,"2"1"-29"0,3 3 3 0,0 0-32 0,0 0-7 0,0 0 13 0,-1 0-5 15,0 0 10-15,1 0-6 0,-20-5 0 0,20 5-1 0,0 0 1 31,0 0 2-31,-1 1 8 0,-16 16 3 0,13-9 1 16,0 0 5-16,0 0-2 0,0 0-1 0,0 1 0 16,2 3-15-16,-3 0 4 0,2 1 1 0,-2 2 3 15,2 1 15-15,0-1-9 0,0 2 2 0,2 1-5 16,-1 1 1-16,2 3-4 0,0-1 0 0,0 2-1 0,0 0-12 16,2 0 0-16,-1 0-2 0,1-1 1 0,0-1 6 15,0 0-8-15,0 1 4 0,-2 2-6 0,2-1 3 0,-2 0 7 16,1 0-3-16,-1-2 5 0,1 1 2 0,-1-3-1 15,0-1 0-15,1-2-2 0,0 0-7 0,1-1 7 16,-2 0 2-16,1-1 1 16,-1 0-2-16,0-1-8 0,1-1-3 0,-1-1-1 0,0-1-2 0,1 0 0 15,0 0-22-15,-1-1-5 16,0 0-193-16,0-1-430 0</inkml:trace>
  <inkml:trace contextRef="#ctx0" brushRef="#br0" timeOffset="56120.36">8349 4347 877 0,'0'0'70'16,"0"0"16"-1,0 0 20-15,0 0-22 0,0 1 6 0,1-1 7 16,0 1-6-16,-1-1-6 0,0 1-39 0,1-1 2 16,-1 1 0-16,0-1 2 0,17 12 0 0,-17-12 0 15,0 0-1-15,0 0 1 0,0 0-3 0,1 0 4 16,0 0-3-16,-1 0 4 0,0 0-9 0,18-3-18 16,-18 3 0-16,0 0-7 0,0 0-12 0,0-1-2 15,17-11-4-15,-17 12 2 0,0 0-2 0,1-1 0 0,19-14 0 16,-20 15 0-16,0-1 0 0,1 1 0 0,19-15 2 15,-20 15-2-15,0 0 1 0,1 0 4 0,-1-1-3 16,20-10 4-16,-20 11-4 0,0 0 0 0,0 0 0 0,1 0 0 16,0 0-1-16,17-7 2 0,-18 7 0 15,0 0 2-15,0 0-1 0,1 0 0 0,15-3-2 0,-16 3 2 16,0 0 0-16,1 0 6 0,0 0-3 0,-1 0 3 16,18-1 8-16,-18 1-4 0,0 0 8 0,0 0-6 15,0 0 14-15,20 2-6 16,-20-2 1-16,0 0-3 0,17 2-3 0,-17-2 2 0,0 0-5 0,17 1 3 0,-17-1-3 15,0 0 0 1,18 3 4-16,-18-3-4 0,1 0-1 0,18 1-8 16,-19-1 3-16,0 0-4 0,17 5 10 0,-17-5-4 15,0 0 4-15,17 5-2 0,-17-5 8 0,1 0-12 16,16 3 7-16,-17-3-9 0,0 0 7 0,20 4-2 16,-20-4-3-16,0 0 3 0,22 3 0 0,-14-2-7 15,2 0 4-15,-1 0-5 0,1-1-1 0,0 1 3 16,-1-1-3-16,1 1 3 0,-1-1 1 0,0 0-5 0,0 1 2 0,-1 0-3 15,1 0 3-15,-2 0 0 0,1 0 0 0,-2 1 0 16,1-1 0-16,0 0-2 0,-1 0 3 16,0 1-3-16,0-1 3 0,1 0-6 0,-1 0 0 0,-6-1-1 15,0 0 7-15,17 3-7 0,-17-3 2 0,0 0-2 16,18 2 8-16,-18-2-3 0,1 0-1 0,16 1 0 16,-17-1-1-16,0 0 3 0,21 2-2 0,-21-2 2 15,0 0 0-15,19 3-3 16,-19-3 6-16,1 0-5 0,17 3 4 0,-18-3-8 15,0 0 4-15,19 4-4 16,-19-4 8-16,0 0-2 0,1 0-3 0,19 3 1 0,-20-3 2 16,0 0-1-16,1 0 5 0,17 4-3 0,-18-4 2 0,0 0-4 15,0 0 0-15,1 0-2 0,-1 0 1 0,18 6 2 16,-18-6-4-16,0 0 3 0,1 0-5 16,-1 0 7-16,0 0-2 0,1 0 4 0,-1 1-13 0,17 7 3 15,-17-8 1-15,0 0 1 0,0 0 0 16,0 0-16-16,1 0-19 0,0 0-2 0,-1 0-93 0,0 0-62 15,0 0-8-15,1 0-27 0,0 0-112 0</inkml:trace>
  <inkml:trace contextRef="#ctx0" brushRef="#br0" timeOffset="57546.83">8427 4291 1278 0,'0'0'126'0,"0"0"-98"15,0 0 0-15,0 0-28 0,0 0 13 0,0 0 26 0,0 0-8 16,0 0 12-16,0 0-10 0,0 0 2 0,0 1-5 0,0-1 1 16,0 1-19-16,-5 19 1 0,5-20 9 0,0 0-4 15,-1 20 15-15,1-11-6 0,0 0-5 0,-2 1 2 16,1 1-4-16,0 1 2 0,0 0 3 0,1 1-2 31,-1-1-1-31,0 2-1 0,1 1 0 0,0-1-1 16,2 2 1-16,-2 1-4 0,0 1-1 0,0 1-1 0,0 1-6 15,0 1 7-15,0 0-6 0,0 1 4 16,-1-1-14-16,0 0 5 0,1 1 1 0,-2 2 1 0,1 1 4 16,0 1-7-16,0 0 0 0,0 1-2 0,-1-1-2 0,2-1 2 15,-3 1 0-15,2 0 0 0,-1 1 3 0,0-1 9 16,1 2 11-16,-1-3-2 0,1 0 20 0,0-1-21 15,-1-1-3-15,1 1-4 0,0 0 5 0,0 1-5 16,-1 1 0-16,1-2 0 0,0 1 3 0,-1-2 3 16,1 0 1-16,-1-2-1 0,1-1-9 0,0 1 3 15,1 0-3-15,-1 2 3 0,1 0-4 0,0-1 0 0,-2 0 0 16,2-1-2-16,-1-2-5 0,1 0 0 0,-1-1 1 0,1 2-1 31,0-2 1-31,-1 2 5 0,1-1 0 0,0-2 2 16,-2 0 0-16,2 0-2 0,-2-1-1 0,1 1 0 0,1-1-1 0,-1 1-3 0,0-1-2 0,-1-1 1 31,1 0-2-31,0 1-1 0,0-1-1 0,-1 1 0 16,1-1 5-16,1 1-6 0,-1-2 5 0,0 0-5 15,1-1 6-15,0-1-6 0,-1-1 1 0,1 0-12 0,0-1-91 16,0-1-228-16,1-2-150 0</inkml:trace>
  <inkml:trace contextRef="#ctx0" brushRef="#br0" timeOffset="58815.41">8509 4353 737 0,'0'0'215'0,"0"0"-65"0,-1-1 106 16,1 1-146-16,0-1-2 0,-1 1-9 0,0 0 0 15,1-1 4-15,0 1-4 0,0-1-15 0,-22-13-6 16,22 14-10-16,0 0 2 0,0 0-30 0,0 0-24 0,0 0 0 31,0 0-9-31,0 0-5 0,0 0 5 0,0 0-1 0,0 0 3 16,0 0-3-16,0 0 0 0,0 0 1 15,1 0-1-15,20 6 1 0,-21-6-7 0,17-3 4 16,-9 0-4-16,3 1 4 0,-2-1 6 0,1 0-3 0,0 1 5 16,0 0 4-16,-1 0 5 0,2 1 1 0,-2-1 2 15,0 2 0-15,0-2-4 0,-1 2 0 0,1 0-2 16,-2 1-2-16,1 0-1 0,0 0 2 0,2 0-3 15,-2 1-8-15,1-1 4 0,1 1-9 0,-2 0 7 16,2 0-7-16,1 0 2 0,0 1 4 0,1-1-3 0,0 0-4 16,-1 0 0-16,1 0-2 0,1 0 2 0,-1 1 1 15,0 1 0-15,1-1 0 0,-2 0-1 0,1 0 12 0,0 0 1 16,-1 1 5-16,1-1-4 0,0 0 1 0,1 1-3 16,-1-1-2-16,3 0 2 0,2 0 4 0,1 0-12 15,-1 0 7 1,0-1-9-16,1 0 8 0,-2 0-6 15,1 0 3-15,0-1-4 0,-1 1 7 0,1 0-7 0,0 0 1 16,3 1-3-16,0 0-2 0,4-1 2 0,-1 0 0 16,0 0 2-16,-1 0 2 0,0 0-5 0,-2 1 4 15,1 0-4-15,-1-1 10 0,3 1-1 0,0 0-3 16,3-2 3-16,0 1 1 0,-2-1 0 0,0 1 2 0,-3 1-2 16,1 0-4-16,-1-1-2 0,1 1 1 0,2-1-2 15,-2 0 3-15,3 0-6 0,0 0 3 0,-2 1-3 0,0-1 5 16,-1 0-5-16,0 1 1 0,0 0-2 15,1-1 5-15,2 0-3 0,0 0 2 0,0 1-3 0,0-2 2 16,-1 0-1-16,-2 1 0 0,1-2-1 16,-1 2 0-16,2 0 3 0,1 1 0 0,1-2 2 0,2 1-4 15,-3-1 4-15,-1 0-5 0,-2 0 2 0,2 0 1 0,-2 0 2 16,3 0 2-16,0 1-2 0,0 0-3 0,2-1-1 31,-1 1 1-31,-3 0 0 0,-1 0 2 0,0 1-2 0,-1-1 3 0,0 0-3 0,3 1 0 0,0-3 0 16,2 2 2-16,-2-1 1 15,0-1 3-15,-2 1-6 16,0 0 0-16,-1 1-1 0,1-2 5 0,1 1 1 16,1 0 0-16,1 1-1 0,-3-1 1 0,1 1-5 15,-3-1 0-15,1 1-1 0,-2 0 2 0,1 0 1 0,0 1 0 16,2-1-1-16,0 0-4 0,2-1 4 0,0 1-3 0,1-1 4 16,0 0-2-16,-3 0 2 0,0 0 0 0,-2 0 1 15,3 0 0-15,-1-1 2 0,2 1-2 0,0-1 2 16,-1 1-5-16,-1 1 2 0,-1-1 2 0,-2 1-1 15,-1 0 4-15,-1 1-6 0,0-1 0 0,0 1 0 16,3-1 1-16,0 1-1 0,1 0 3 0,0-1-3 16,-1 1-3-16,-1-1 6 0,-2 0-6 15,2 0 6-15,-3 0-4 0,1-1 0 16,-1 1 3-16,0 0-3 0,2 0 2 0,1 0 1 0,-1 0-2 0,0-1 1 0,0 2-1 16,-2-2 8-16,0 1-3 0,1 0 5 0,-2-1 1 0,0 0 6 15,0 0-2-15,2 0 2 0,1 0-8 0,2-1 0 31,2-1-4-31,-2 0 1 0,2-1-6 0,-3 2 5 16,0-2 1-16,-3 1 0 0,0 0-5 0,-2 1 6 16,-1 0-4-16,1 0 4 0,-2 0-8 0,0 0 1 0,-1 0 3 15,0 0-2-15,1 1-4 0,1 0 6 16,0-1-6-16,-3 1 7 0,0 0-7 0,-1-1-2 0,-2 0-27 16,0 0 1-16,-7 0-159 0,0 0-206 0,1 0-57 15</inkml:trace>
  <inkml:trace contextRef="#ctx0" brushRef="#br0" timeOffset="59773.17">9087 3896 1781 0,'0'0'119'0,"0"0"-52"0,0-1 63 0,0 1-97 0,0-1 10 15,0 1 11-15,0 0 16 0,0 0-8 0,0 0 3 16,0 0-42-16,0 0-6 0,-1-1-6 0,0 1 2 15,1 0-6-15,-1 0 13 0,1 0-2 0,0 0 4 0,-1 0-7 16,1 1 1-16,-16 20 1 0,16-21 1 0,0 0 2 16,-2 22 1-16,2-21-1 0,-1 15 1 0,1-15-6 15,0 16-4-15,0-8 1 0,1 0-2 0,-1 0 0 16,1 0 1-16,0 0-6 0,1-1 5 0,-2 0-10 0,1 2 5 31,0-1 2-31,0 2-1 0,1 0-4 0,-2 0 0 16,1 0 1-16,0 0 0 0,0 0 3 0,-1-2-6 15,1 1 4-15,0-1-4 0,0-1 1 0,1 0 4 16,0-1-5-16,1 0 3 0,-1-2-9 0,1 0-157 16,-3-5-11-16,0 0-76 0,0 1-276 0</inkml:trace>
  <inkml:trace contextRef="#ctx0" brushRef="#br0" timeOffset="60647.45">9964 3977 1999 0,'0'0'148'0,"0"0"-13"15,0 0-1-15,0-1-71 0,0 1-54 0,0-1 21 16,0 1 4-16,0-1 2 0,0 1 7 0,-8-20-16 16,8 20-3-16,0 0-5 0,0 0-10 0,0 0 6 0,0 0 4 15,17 0-1-15,-17 0 1 0,1 0 3 0,16 0-4 16,-16 0 4-16,16 1-2 0,-8-1 5 0,0 1 1 15,-2 0 0-15,3 0-1 0,0 0-6 0,0 2 0 0,2 0-2 16,-2 0-9-16,-1 1-1 0,0-1-2 0,-1 1 2 16,-1 0 4-16,-1 1-5 0,0 0 3 0,-3 0-3 15,1 2 10-15,-1-1-11 0,-3 0 4 0,0 1-6 16,0 0 0-16,-3-1 8 16,-1 3-5-16,-1 0 6 0,0-1-1 0,-2 1-7 0,-1 0 4 0,-1 1-6 15,0 0-2-15,0 0 7 16,0-1-4-16,-1 0 5 0,3-1-6 0,0 0 6 15,0-2-3-15,2 1 4 0,1-1-7 0,4-6-2 16,0 0 0-16,0 1-1 0,-3 15-2 0,3-16-1 16,0 0 4-16,1 1-2 0,15 9 12 0,-16-10 13 15,17 3-6-15,-7-1 7 0,2-2-22 0,1-1 4 16,1 0-1-16,1-1 2 0,-2 0-2 0,-1 0-1 16,1-1-1-16,0 1 1 0,-1 0 6 0,0 0-8 15,-1 0 3-15,0 0-5 0,-1 1-1 0,0-1 2 16,0 1-1-16,-1 0 2 0,0 0-2 0,0 0 1 0,1 0-1 15,-1 1 1-15,0 0-2 0,-2 0-34 0,1 0-17 16,-3 0-11-16,2 1-106 0,-2-1-67 0,1 0-12 0,1 0-26 16,0-1-102-16</inkml:trace>
  <inkml:trace contextRef="#ctx0" brushRef="#br0" timeOffset="61372.01">11469 3976 2299 0,'-7'-3'72'0,"1"0"-56"0,-1 0-6 0,2 0-10 0,-1 1 3 0,0 0 27 32,-1 0-2-32,1 0 13 0,-1 1 11 15,2 0-13-15,5 1 0 0,0 0-6 0,0 0-7 0,-1 0-7 16,0 0 1-16,1 0-4 0,-1 0-7 0,1 0 1 16,0 0 3-16,-1 0 0 0,1 0 13 0,0 0 1 15,0 0-2-15,0 0 3 0,0 0 8 0,18 11-2 16,-10-9 4-16,2 0-4 0,0 0-6 0,0 0-14 0,0 1 1 15,0-1-5-15,0 1 2 0,-2-1-3 16,1 0-1-16,-1 0 0 0,-2 1 1 0,1 1 1 0,-3 0 3 16,1 0-2-16,-5-4-2 0,0 0 4 0,0 0-3 15,10 18 4-15,-10-18-11 0,0 1 0 0,-6 15-7 0,0-7 3 16,-1 1-14-16,-1 1-1 0,-2 1 4 0,-3-1-2 0,1 1 5 31,-1-1 10-31,-1-1 0 0,0 1 4 0,0-1-5 0,0 0 0 0,1-2 1 0,1-1 0 16,4 0 8-16,1-1-9 0,2 0 0 0,2-1-3 0,3-5-6 31,0 0-1-31,0 0-1 0,1 17 1 0,-1-17 1 0,0 1-1 16,1-1 2-16,16 14-2 0,-17-14 8 0,15 8 2 15,-7-4 1-15,1 0 1 0,0-2 7 0,-2 2-4 16,0-1 4-16,-2 0-3 0,1 3 7 0,-2-2-1 16,-1 2 1-16,-1 0 1 0,-2 1 2 0,-1 2-5 15,-2 0-1-15,-2 3-1 0,-2 1-5 0,-4 1-5 16,-3 2 1-16,-2 0-4 0,-4 0-6 0,-1 0-83 15,1-1-13-15,-1 0-39 0,1-2-182 0</inkml:trace>
  <inkml:trace contextRef="#ctx0" brushRef="#br0" timeOffset="62364.28">7908 4577 1658 0,'0'0'144'0,"0"0"-10"16,0 0 2-16,0 0-70 0,0 0-58 0,0 0 29 16,0 0 1-16,0 0 7 0,0 0 3 0,0 0-24 15,0 0 0-15,0 1-9 16,-8 15-10-16,8-16 1 0,0 0-1 15,-2 20 1-15,1-11 6 0,-1 0-3 0,0 0 6 16,0 3-4-16,0-1 17 0,0 0 2 0,0 1 3 16,0 0-3-16,-1 1 2 0,0 1-5 0,-1 1 2 0,2 0-2 15,-1-2 2-15,0 1-2 0,1-1-5 0,-1-2 3 16,-1 1-14-16,2-3-1 0,0-1 0 0,0 0 0 16,2-8-7-16,0 0 5 0,0 1-4 0,-2 17 3 15,2-18-4-15,0 0-13 0,0 1-5 0,0-1-12 16,0 1-90-16,0-1-73 0,0 1-17 0,0-1-21 15,1 0-120-15</inkml:trace>
  <inkml:trace contextRef="#ctx0" brushRef="#br0" timeOffset="62894.1">7751 5151 2414 0,'0'0'414'0,"0"0"-345"0,0 0 30 0,0 0-103 16,0 0-32-16,0 0 32 0,17 0 1 0,-17 0 11 0,0 0 11 15,21 3-14-15,-21-3-2 0,17 0-4 0,-8 1-3 16,0 0 4-16,0-1 2 0,2 1 0 0,0 0-2 16,0 1 7-16,2 1-3 15,-4-1 4-15,1 1-2 0,-1 0 1 0,-1 0 1 0,0 2-1 0,-1-1-1 0,-1 0 3 16,-1 0 1-16,-5-4 2 0,0 0 10 0,1 1-6 16,10 16 5-16,-11-17-5 0,0 1 8 0,0-1-10 15,-3 22 1-15,3-22-4 0,-11 15 5 0,3-8-14 16,-2 1 6-1,-2 1-8-15,-1 1 8 0,0-1-7 0,-2 1 4 0,2-1-5 0,-1 0 11 0,5-1-10 32,-1 0 1-32,2-1-3 0,2 1 5 0,0-2-3 0,6-6 0 15,0 0-1-15,-1 1 0 0,-8 18-8 0,9-19 2 16,0 0-7-16,0 1 1 0,2 16 2 0,-2-17 5 0,0 0-1 16,1 0 14-16,18 15 2 0,-9-12-3 0,1 0 2 15,2 0-10-15,4-2 3 0,-1 0-4 0,3 0 3 16,1-1-7-16,-3 1 6 0,2-1 0 0,-2-1 1 15,-1 1 1-15,-1 0-5 0,-1-1 3 0,-1 0-5 0,1 1 2 16,-1-2-81-16,0 0-16 0,2 1-37 0,-1-2-196 16</inkml:trace>
  <inkml:trace contextRef="#ctx0" brushRef="#br0" timeOffset="63597.41">7784 3896 16 0,'0'0'35'16,"0"0"-24"-16</inkml:trace>
  <inkml:trace contextRef="#ctx0" brushRef="#br0" timeOffset="63986.77">7839 3768 1830 0,'0'0'4'0,"0"0"2"0,0 0-6 0,0 0 11 16,0 0 35-16,0 0-6 0,0 0-6 0,0 1 0 15,0-1-23-15,1 17-6 0,-1-17 3 0,0 0-5 16,0 1 6-16,-7 16 3 0,7-17-6 0,0 1 5 15,0-1-6-15,-10 21-4 0,10-21 7 0,0 0-6 0,-12 21 6 16,7-13-3-16,0-1 1 0,2 1 0 0,-2 0 0 0,0 0 9 16,1 0-6-16,-1 0 7 0,1-1-8 15,0 1 8-15,-1 0-5 0,0 1 4 0,0-1-14 0,2 0 3 16,-2 0-1-16,1-1 1 0,1 0-4 0,-1-1 2 16,1 0 0-1,3-6 1-15,0 1 1 0,0-1-19 0,0 0-16 16,-8 17-8-16,8-17-113 0,0 0-75 0,0 0-38 15,0 0-36-15,0 0-408 0</inkml:trace>
  <inkml:trace contextRef="#ctx0" brushRef="#br0" timeOffset="64129.92">7754 3955 674 0,'0'0'107'0,"0"0"142"0,0 0 34 0,0 0-130 16,0-1-65-16,0 1-14 0,1-1 4 0,-1 1-7 16,1-1 11-16,-1 1-28 0,0 0 4 0,0-1-14 15,0 1-6-15,0-1-27 0,0 1 6 0,0 0-15 16,0 0-7-16,0 1-4 0,-7 16-1 0,4-9 0 15,0 1 3-15,-1 1-71 0,1 1-14 0,-1 0-35 16,1 0-217-16</inkml:trace>
  <inkml:trace contextRef="#ctx0" brushRef="#br0" timeOffset="69405.19">7395 5049 1854 0,'0'0'152'0,"0"0"-63"16,-1-1 72-16,1 1-212 0,0 0 16 0,-1-1-10 15,1 1 25-15,-4-17 10 0,4 17-5 0,0 0 9 0,0 0 3 16,0-1-5-16,0 1 6 0,0 0-1 0,0-1 1 16,0 1 2-16,0-1-2 0,0 1 0 0,0 0 7 15,0-1 0-15,0 1 3 0,0-1 10 0,1 1 10 0,-1-1-1 16,1 1 2-16,0-1-2 0,-1 1-1 0,0 0 4 15,18-13-3-15,-18 13 8 0,0 0-1 0,0 0-1 16,0 0-1-16,0 0-10 0,17-1 2 16,-17 1-5-16,0 0 5 0,0 0-4 15,0 1 1-15,20 10 5 0,-20-11-3 0,0 0 8 0,0 0 7 0,18 12-2 16,-18-12 2-16,0 0-15 0,1 1-1 0,18 11-4 0,-19-12 2 16,0 0-5-16,19 10 0 0,-19-10-2 0,1 0 0 15,20 9-9-15,-21-9 10 0,17 5-1 0,-9-3 4 16,3-1 1-16,-2 1 2 0,1 0-2 0,0-1 2 0,-1 1 7 31,1-2-5-31,-1 1 6 0,1-1-6 16,-1 1 7-16,1 1-11 0,1-1 6 0,-2 1-7 0,2-1 12 0,0 0-18 15,0 0 3-15,0 0-8 0,0-1 1 0,0 3-1 16,1-2 1-16,0 1 0 0,1 1 2 0,-1-2-4 16,1 0-3-16,0-1 0 0,0 0-2 0,1 0 3 0,0 0-1 15,2 0 1-15,1 0-6 0,-1 0 8 16,1 0-2-16,0-1 5 0,-1 1-8 0,0 1 6 15,-1-1 1-15,0 2 2 0,2-1 5 0,-1 0 4 0,3-1-6 16,0 0 4-16,1 0-8 0,2 0-2 0,0-1 0 16,2 0-2-16,-1-1-8 0,0 1 8 0,0 0 0 0,1 1 3 15,-2-2-8-15,3 2-1 0,2-2 1 0,-1 0 1 16,0 1 5-16,0 0-3 0,0 2-2 0,-1-1 0 16,0 0-2-16,1-1 4 0,0 0-4 0,2 1 3 15,2 0-1-15,-1 0-2 16,0-1 4-16,0 1-2 0,0-1 3 15,1 0-4-15,4 1 1 0,-1 0-2 0,0 0 2 16,-1 0 3-16,-2 1-5 0,2-1 2 0,0 1-1 0,0-1 0 16,0 0 4-16,0 1-2 0,-2 1 1 0,-1 0 0 15,0 0-3-15,2 0 1 0,1 0 1 0,0 0 2 16,1-1 2-16,-3 0-2 0,-1 0-4 16,2 0 4-16,0 1-1 0,3 0 3 0,0-1-9 0,-1 1 3 15,-1 0 1-15,-2 0 2 0,1 0 1 0,2 0-3 16,0 0-2-16,1 0 0 0,0-1 2 0,-3 1 3 15,1 1-1-15,0-1 2 0,1 1-3 0,3-1 0 16,1 0 0-16,-4 1-1 0,1-1-2 16,-1 1 0-16,1-2 2 0,1 1 0 0,1 1 1 0,0 0 3 0,-2-1-4 15,-2 2 2-15,2 0-7 0,0 0 7 0,0 0-2 0,1 0 4 16,-2 0-4-16,-2 0 1 0,2 1-1 0,-1-1 3 16,3 0 1-16,0 0-5 0,0-1 1 0,-4 1-1 15,1 0 2-15,1 0 2 0,0 0-2 0,1 0 0 16,0 0-2-16,-1 0 5 15,-1 0 0-15,0 0 2 0,0-1 5 0,3 1-4 16,0-1 7-16,0 1-5 0,-1-1 1 16,-2 0 7-16,0 1-11 0,2-1 9 0,-1-1-13 0,2 1 6 15,-2 0-3-15,-3 0 3 0,-1 0-1 0,0 1-5 16,0-1 4-16,1 0-6 0,0-1 4 0,-1 0 3 16,0 0-1-16,-4 1 2 0,2-1-3 0,-1 2-4 15,1-2 3-15,1 0-4 0,0-1 5 0,-1 2-2 16,-1-1 0-16,-2 2 0 0,-1-1 4 0,0 0-7 0,0 0 0 15,0-1 0-15,0 1 5 0,-2 0-5 16,-1-1 3-16,-4 1-5 0,0-1-3 0,-3 0-167 16,-2 0-11-16,-1-1-73 15,-1-1-225-15</inkml:trace>
  <inkml:trace contextRef="#ctx0" brushRef="#br0" timeOffset="70846.7">5676 3525 2400 0,'-1'0'88'0,"1"0"-51"0,0 0 43 0,0 0-163 32,0-1 26-32,0 1 5 0,0-1 47 0,0 1 0 15,0-1 5-15,0 1 0 0,0-1 4 0,0 1-1 16,0 0 3-16,0 0 1 0,0 0 7 0,0 0 1 0,0 0 3 16,0 0 15-16,0 0-6 0,1-1 7 0,0 1-7 15,-1 0-1-15,0-1 3 0,1 1-6 0,-1-1 3 16,17-6-20-16,-17 7-2 0,0 0-1 0,1 0 1 15,-1 0-4-15,1 0 4 0,17 0-4 0,-18 0 1 16,1 0-4-16,15 5 3 0,-16-5 0 0,1 0 0 0,22 5 1 16,-14-4-2-16,1 0 1 0,0 1 0 15,2-1 7-15,0-1-4 0,-1 0 4 0,2 0-4 0,-1-1 9 0,2 0-5 16,1 0 1-16,0 0-3 0,2-1 8 16,-1 1-7-16,1-1 2 15,-2 1-5-15,0 0 8 0,0-1 3 0,-2 1-3 0,-1-1 2 0,0 1-1 0,-2 1-3 16,0 0 2-1,0 0-3-15,-2 1 1 0,0-1 0 0,-8 0 1 16,0 0-1-16,1 0 8 0,17 4-6 16,-18-4 0-16,0 0-2 0,0 0 3 0,0 0-2 0,0 0 11 15,0 0-6-15,0 0 18 0,0 0-7 0,0 0-1 16,0 0-2-16,-1 0 3 0,0 0-7 0,-16 7 2 16,17-7-3-16,-1 0-1 0,-21 0-11 0,13-1 1 0,-1 1-4 15,-1 0 1-15,-2 0-1 0,-1 1 0 0,-2 0 0 16,-1 0 1-16,0 1-4 0,-3-1-1 0,-2 1-1 15,3 0 6-15,1 0-5 0,2-1 5 0,3 0-5 16,-1 0 11-16,1-1-5 0,-2 0 2 0,1 0-3 16,0 0-6-16,2-1 5 0,-1 0-1 0,2 0 4 0,0-1 1 15,1 1-6-15,0 0 1 16,1 0-2-16,-1 0 0 0,2 0 0 16,1 1-1-16,7 0-1 0,0 0-2 0,-1 0-4 0,1 0 0 0,-1 0 0 0,-15-2-1 0,16 2-1 31,0 0-5-31,0 0 3 0,0 0-6 0,1 0 2 15,-1 0 2-15,19 2 0 0,-19-2 2 0,17 1 3 0,-7-1 2 16,1 1-1-16,2 0-1 0,0 0 5 16,0-1-4-16,3 1 5 0,0 1-1 0,2-1-1 15,-1 0 4-15,1 0-3 0,-1 0 6 0,2-1 0 0,1 0 1 16,2 0-1-16,2 0-2 0,-2 0 0 16,1 0 0-16,-1-1 1 0,0 1 10 0,-3-1-9 0,1 1 4 0,-3 0-6 15,1-1 0-15,1 1 4 0,-2 0-1 16,0 0 1-16,-1 1-6 0,-3 0 7 0,-1 0-3 0,-2 0 6 15,0-1-1-15,-4 1 5 0,-6-1-2 0,1 0 3 16,-1 0-2-16,0 0 11 0,1 0 2 0,-1 0 3 16,1 0 9-16,0 0-7 15,-1 0 3-15,0 0-4 0,0 0 4 0,-1 0-16 0,0-1 3 0,-23-8-8 16,13 7-3-16,0 0-6 0,-3 0 2 16,-3 0-3-16,-1 1-1 0,0-1 4 0,0 1 1 0,1-1 1 0,0 1-6 0,1-1 3 15,-1 0-4-15,1 0 3 0,0 1 3 16,1-1-4-16,-2 1 1 0,2-1-2 0,1 1 2 0,0 1-2 15,2 0 1-15,1-1-3 0,0 1 2 0,3 0 1 32,0 0 0-32,8 0 1 0,0 0-3 0,0 0-7 15,-1 0-2-15,1 0-1 0,-1 0-5 0,1 0 1 0,0 0 0 0,0 0 1 16,0 0 0-16,0 0 3 0,0 0 4 16,19 5-1-16,-8-4 9 0,2 0-6 0,1 1 1 15,1-1-3-15,2 1 1 0,-1 0 4 0,3 1-7 16,-1 0 1-16,2 1-63 0,0-1-357 0,4-1-8 0</inkml:trace>
  <inkml:trace contextRef="#ctx0" brushRef="#br0" timeOffset="72097.5">9701 3620 2048 0,'0'0'97'0,"0"-1"-41"0,0 1 47 0,0-1-114 15,0 1 8-15,0 0 0 0,0 0 6 0,0 0 2 16,0 0-1-16,0 0 11 0,0 0 12 0,0 0-3 0,0 0 4 16,1 1-3-16,9 20 4 0,-10-13 3 0,0 0 0 31,0 1-6-31,0 0-5 0,0 2-4 0,-2 0 1 15,2 3-3-15,-1 0 2 0,0 2-3 0,0 0 3 16,-1 0 3-16,0 2-10 0,0-1 3 0,0 4-6 16,0 0 2-16,0 4-4 0,0 2 1 0,0 0-3 15,0 1 0-15,1 0-1 0,-1-2 1 0,0 3-2 16,0 2 3-16,0 2-3 0,0 3 2 0,1-3-3 0,-1 0 0 16,-1-1 2-16,0 1 3 0,1 2 0 15,-2 0 6-15,0 1-6 0,2-2-2 0,0 1 1 0,-1-1-4 0,0 3 3 16,-1 1 1-16,1 0 1 0,-1-2 1 0,1-1 7 15,-1 1-4-15,-1 1 5 0,1 1 3 0,0 1 7 16,-1-4 1-16,2 1 2 0,-2-1-2 0,1 3 0 16,0 0 0-16,1-4 1 0,0-1-3 0,1-1 2 15,0-2-5-15,2 2 3 0,0 0-15 0,0-2 4 16,0-1 0-16,0-3 2 0,0 0-3 0,-1-2 2 0,1 2-5 16,-1 0 4-1,1-1-11-15,0 1 4 0,-2-1-3 0,1-1 5 16,1-2-1-16,-2 1-4 0,2-1 4 0,-2-1-5 0,0 2 6 0,2-1-3 0,-2 1 1 0,0-1-2 15,0-1-1-15,0 0 5 0,0-1-2 0,1-2 4 32,-1 1-8-32,-1 0 5 0,1-1-4 0,-1 3 4 15,0-1-4-15,1 0-2 0,-2 0 2 0,1-2-2 16,1 0-1-16,0-1 5 0,-1-2-2 0,2-2 4 16,-1 0 1-16,1-1-7 0,0-1 0 0,1 1-2 0,-1-2-2 0,1 1-22 15,0 0-33-15,0-2-4 0,0-1-188 0,0-8-213 16,0 0 798-16</inkml:trace>
  <inkml:trace contextRef="#ctx0" brushRef="#br0" timeOffset="73017.56">10885 3737 2274 0,'0'0'95'0,"0"0"-47"15,-1 0-6-15,1 0-25 0,0 0-33 0,0 0 23 0,0 0 4 16,-8 16 5-16,7-8 11 0,-1-4-11 0,1 7-1 16,0 1-4-16,1 1-5 0,-3-2 4 15,2 1 2-15,0 1-1 0,0-1 10 0,-1 4-4 0,1 0 2 16,-1 2-2-16,1 2 12 0,-1 2-2 0,2 2 1 16,-1-1-4-16,0 0-12 15,0 2-4-15,0 2-3 0,-1 3 1 0,1 3-1 16,-1 0 2-16,0-1 0 0,0 1 0 0,0 0-2 0,0 1-6 0,0 2 2 0,0-1-3 31,0-1 3-31,1-3 5 0,0 0-3 0,0 0 3 16,0 2-5-16,-1 1 1 0,1-1 2 0,0 0-1 15,0-3-3-15,-1 3 4 0,0 2-1 0,0 2 4 0,0 1 3 16,-1 0 8-16,0-1-1 0,1 0 2 0,-2 0-5 16,1 2 3-16,0 1-7 0,0-5 6 0,0 1 0 0,1 0-1 15,-1 0 4-15,0 2-3 0,0-1 14 0,0-3 4 16,0-2-1-16,-1 1-1 15,1 0-16-15,0 1-3 0,0 0 0 0,-1-2-1 0,1-2 1 0,1-2-5 16,0 0 3-16,1 1-3 16,-1 0-1-16,1-1 0 0,0-2-1 0,1-2 0 0,0-2-4 0,0-2 10 15,0 0-6-15,2-1 7 0,-1 1-11 0,0 0 8 16,0-1 0-16,1 0 3 0,-1-1-2 0,0-2-7 0,1 0-2 0,-1-1 0 31,1-1 3-31,-1-1-5 0,1-2 4 0,0 0-5 0,0-1 1 0,0-1 0 0,0 1 0 0,1 0 0 16,-2 0 1-16,2 0-2 0,-1-1-3 0,0-1-4 31,-1-1-36-31,-1-7-88 0,0 0-10 0,0 1-33 16,0-1-96-16,4 17-135 0,-4-17-231 0</inkml:trace>
  <inkml:trace contextRef="#ctx0" brushRef="#br0" timeOffset="74851.84">9137 4624 1353 0,'0'0'138'0,"0"0"15"16,-1 0 4-16,1 0-112 15,0 0-39-15,-1 0 8 0,1 0 7 16,-18 7 3-16,18-7 26 0,0 0 19 0,-1 0 0 16,1 0 10-16,0 0 15 0,-17-6-9 15,17 6-1-15,0 0-2 0,-1-1 0 0,0 1-1 0,1-1-3 16,-18-14 1-16,18 15-19 0,-1 0-8 0,1 0 1 16,-18-15-2-16,18 15-6 0,-1 0-5 0,-17-13-4 0,18 13 0 15,-1 0-13-15,-18-9-9 0,18 9 3 0,1 0-5 0,-23-7-3 16,13 5 4-16,2 1-4 0,-2 1 4 15,0 0-6-15,1 0-2 0,1 1 1 0,0 0-1 16,0 0-1-16,0 1-1 0,0 0-3 0,1 1 1 16,0-1-7-16,-1 1 9 0,0 0-4 0,1 1 6 15,0 0-11-15,0 1 6 0,1 0 0 0,0 2 1 0,1-1 1 16,0 1-2-16,0 1 1 0,0 0-1 16,0 0 3-16,1 1-1 15,1 0-2-15,0 0 1 0,1 1-1 0,0 1-1 16,1-1 1-16,0 1-1 0,0 1 1 0,2-1-3 15,0 0 3-15,1 0-3 0,0-1 4 0,1-1 3 16,0 1 0-16,2-1 1 0,0 0 4 0,1 0 5 16,1-2 3-16,1-1-1 0,2 1-2 0,1-2-6 15,0 0-3-15,4-1 0 0,-3-1 1 0,0 0-5 16,2-1 3-16,-3-1-3 0,3 1 3 0,-1 0 1 0,0-1-3 16,2 1 1-16,-4-1-5 0,-1-1-4 0,0 1-19 15,-1-1 0-15,-2 1-114 0,1 0-101 0,0 0-13 16,-1-1-38-16,3-1-142 0</inkml:trace>
  <inkml:trace contextRef="#ctx0" brushRef="#br0" timeOffset="81647.64">6147 3500 1257 0,'-5'-2'133'0,"5"2"10"0,-1 0 1 15,1 0-84-15,0 0-55 0,-1-1-2 0,1 1-2 16,-1-1 3-16,1 1 3 0,-21-17 1 0,21 17 3 0,0 0 0 15,0 0 27-15,0 0 2 0,-1 0 6 0,1 0-5 16,-1-1 7-16,-17-6 2 0,18 7 3 0,0 0-1 16,-1 0 5-16,1 0-19 0,-1 0-1 0,-15 6-6 15,16-6-2-15,0 0-19 0,-1 0 3 0,1 0-8 16,-1 1 3-16,1-1-8 0,0 1 6 16,-1-1-6-16,1 0 11 0,-12 17-3 15,12-17 0-15,0 0-1 0,0 0 2 0,0 0-7 0,0 0 3 0,0 0-5 0,0 1 0 0,0-1-1 16,0 1 1-1,1 15-1-15,-1-16 7 0,0 0 4 0,0 0-7 0,1 1 5 0,-1-1-3 0,16 11 3 32,-16-11 5-32,0 0-3 0,1 0 7 0,-1 0 3 15,20 7-1-15,-20-7 1 0,0 0-1 0,1 0-8 16,18 3 5-16,-19-3-5 0,0 0-1 0,1 0 7 16,20 1-5-16,-21-1 7 0,0 0-3 0,0 0 3 0,18 0-2 15,-18 0 2-15,0 0-8 0,1 0 5 0,-1 0-5 16,16 0 3-16,-16 0-9 0,0 0 4 0,0 0-3 15,0 0 2-15,1 0-7 0,0 0 4 0,-1 0-2 0,0 0 0 16,1 0-10-16,-1 0-47 0,1 0-6 0,0 0-20 16,-1 0-82-16,0 0-117 0,0 0-60 0</inkml:trace>
  <inkml:trace contextRef="#ctx0" brushRef="#br0" timeOffset="83513.32">8566 5371 2598 0,'-7'-2'114'0,"1"0"-45"0,6 2 54 0,0 0-138 15,-1 0-6-15,0 0-14 0,1 0 30 16,0 0-9-16,0 0 15 0,0 0-1 0,0 0 17 0,0 0-3 16,0 0 7-16,21 0-10 0,-13 0 7 0,1 0-3 15,1 0 5-15,1 0 1 16,-1 0 1-16,0 0 6 0,1 0-4 0,-1 0-6 0,0 0-5 0,0 1-8 0,-1-1 3 16,-1 0-2-16,0 1-3 0,-1 1 5 0,-1-1-4 15,-6-1 3-15,1 0-1 0,-1 1-2 0,0-1 0 16,1 1-6-16,12 18-19 0,-13-19 3 0,0 0-7 0,-7 16 16 15,1-10-4 1,0 1 8-16,-4 0-7 0,0 1 9 0,0 0 1 16,-2 1 2-16,0 0 0 0,0 0 1 0,0 0-1 15,0-1-3-15,1 1 2 0,1-1 2 16,2-1 0-16,0 0 1 0,2 0-1 0,2-1 3 0,0-1-9 16,4-5 1-16,0 1-5 0,0-1 3 0,-6 18-9 15,6-18 7-15,0 0-7 0,0 1 8 0,0-1 3 0,13 19-2 16,-13-19 3-16,1 1 4 0,20 8 0 15,-11-8 3-15,2 1-1 0,1 0 3 0,-1-1-1 0,1 1 0 0,0 1 0 16,0-1 1-16,0 1 1 0,-1-2-4 16,-1 1 2-16,-1 1 0 0,-2 1-3 0,0 0 4 15,-2 2-4-15,-1-1 5 0,-1 1-4 0,-1 0 4 0,-3 2-4 16,0 0 1-16,-2 1-1 0,0 1-3 0,-3 1 1 16,-3 0-1-16,-1 1 2 0,-2 0 0 0,-1 2 1 15,0-1 4-15,-1-2-9 0,0 1 2 0,-1-1-7 16,-1-1-19-16,2 1-18 0,1-2-13 0,1-2-2 15,2-1-44 1,1-3-58-16,8-3-5 0,0 0-23 0,-1 0-50 0</inkml:trace>
  <inkml:trace contextRef="#ctx0" brushRef="#br0" timeOffset="83950.07">8859 5372 2324 0,'0'0'95'0,"0"0"103"0,0 0-194 0,0-1-3 16,0 1 4-16,0-1-3 0,0 1 13 0,1-1-4 16,-1 1-4-16,1 0 0 0,15-3-2 0,-16 3-3 0,0 0 7 15,0 1-5-15,1-1 4 0,19 14 7 0,-20-14-6 16,0 0 6-16,17 11-2 0,-16-11 2 0,14 8 1 16,-6-5-1-16,1 2 1 15,-1-1 4-15,1-1-4 0,-2 1 3 0,1-1-6 16,-1 1 0-16,0 0-3 0,-2 0 1 0,-2 0-11 15,0 1-1-15,-3 1 5 0,1 0-2 0,-2 1 5 0,-3-1-5 0,-1 2-2 16,0 0 0-16,-2 0 3 16,-2 2 0-16,-2-1 0 0,1 0 1 0,-1 0 1 15,0-1-3-15,0 1 2 0,2-1-2 0,-1-1 9 16,2 0-7-16,0-1 6 0,1 2-5 0,0-1 17 0,1 0-9 16,3 0 6-16,-2-1-5 0,0-2 9 0,4-4-9 15,0 0 2-15,0 1-3 0,0-1 13 0,0 16 1 16,0-16 1-16,0 0-1 0,0 0-5 0,1 1-1 15,18 8-6-15,-19-9 4 0,0 0-13 0,22 2 3 16,-12-2-2-16,0 0 0 0,2 0-9 16,-1 0 4-16,1 0 2 0,-1 0 0 0,-1-1 0 0,0 1 0 0,-1 0-11 15,-1-1 3-15,0 0-52 16,-2 0-28-16,0 0 2 0,-6 1-13 0,1 0-17 0,-1 0-32 0,17-5-15 16,-17 5-10-16,0 0-105 0,1 0-260 0</inkml:trace>
  <inkml:trace contextRef="#ctx0" brushRef="#br0" timeOffset="84264.31">9264 5382 1855 0,'0'0'170'0,"0"0"465"0,-1-1-572 0,-7-18-10 16,8 19 2-16,0-1 1 0,0 1 28 0,0-1-18 15,0 1-2-15,0 0-10 0,-2-17-34 0,2 17-12 16,0 0-1-16,0 0-4 0,0 0-12 0,-1 0-2 16,1 0-4-16,-18 11 3 0,12-6-1 0,-1 4 7 15,0 0-1-15,-1 2 3 16,0 0 4-16,1 4 0 0,0 0 0 0,1 1 0 16,2 2 7-16,-1-1 2 0,2 1 4 0,3-2-2 0,0 1 7 0,4-1 2 0,0 0 1 15,0 0-1-15,4-1-2 0,0-1 2 0,0-1-9 16,2-2 5-16,1-1-15 0,-1 0-1 0,1-1 3 0,1-2-3 31,-2 0 5-31,2-3-67 0,-2 0-5 0,1-2-34 16,1 0-116-16,0-3-228 0,3-2 797 0</inkml:trace>
  <inkml:trace contextRef="#ctx0" brushRef="#br0" timeOffset="92731.8">9973 4674 2237 0,'0'0'109'0,"0"0"-55"15,0 0 54-15,0 0-160 0,0 0 28 0,0 0 8 0,0 0 31 16,0 1 5-16,0-1-5 16,0 0-9-16,0 1-4 0,0-1 0 0,0 1-2 0,0-1-2 0,0 1-1 15,-1-1 0-15,-9 17 0 0,10-17 11 0,0 0 5 0,0 1 0 16,0-1 1-16,-15 19-8 0,15-19 17 0,0 0-7 16,-1 1 9-16,-14 18-7 0,15-19 1 0,0 0-3 15,0 1 1-15,-20 19-8 0,20-20-4 0,-1 0 3 16,-18 18-4-16,13-12 4 0,0 1-6 0,-2 0 7 15,0 0-7-15,1-1 1 0,0 0 4 0,1 0-4 0,3-2 4 32,3-4-5-32,-1 1 10 0,1-1-9 0,0 0 11 15,-19 18 9-15,19-18-5 0,0 0 5 0,0 0-8 16,0 1-3-16,0-1-7 0,0 1 3 0,0-1-5 16,0 1-1-16,0-1 2 0,0 0-2 0,-3 17 1 0,3-17-4 15,0 0 1-15,0 0 1 0,1 0 0 16,20 8-1-16,-21-8 3 0,0 0-3 0,22 2 3 0,-13-1-4 0,0-1 3 15,0 1-4-15,0-1 2 0,2 0-9 0,-1 0 6 16,1 0-1-16,-2 0 3 0,1 1 0 0,0 0 0 16,0 0 0-16,0 0 1 0,0-1 0 0,-1 0 0 15,0 0 0-15,0 1 1 0,-2-1-4 0,0 1 2 16,0-1 1-16,0-1 1 0,-7 1 3 0,0 0-1 16,0 0-3-16,19 0-3 0,-19 0-49 0,0 0-39 0,1 0-15 15,-1 0-5-15,0 0-45 0,1 0-36 0,-1 0-15 16,1 0-24-16,0-1-232 0</inkml:trace>
  <inkml:trace contextRef="#ctx0" brushRef="#br0" timeOffset="93098.43">10006 4729 2493 0,'0'0'44'16,"0"0"-67"-16,0 0 3 0,0 0-15 0,0 0 59 0,0 0 1 15,0 0-5-15,0 1 2 0,0-1-13 0,3 20-4 16,-3-20 3-16,0 0-4 0,-1 1 0 0,-8 20 4 16,9-21-2-16,0 0 2 0,-8 19-7 0,5-11 0 15,-1 1 3-15,1-1-2 16,0 0-1-16,0 1 1 0,-1-1-2 0,2 1 0 0,-1 0 7 0,-1-1-3 0,1 2 2 15,0-1-4 1,0 1-2-16,0 0 1 0,0 0-3 0,1 0 2 0,-1 0 3 16,2-1 1-16,-1 1 3 0,1-1-2 15,-1 0 14-15,2-2 4 0,-1 0 3 0,0 0-2 16,1-1-7-16,0 0-9 0,0-6-1 0,0 0-2 16,0 1 2-16,3 16-4 0,-3-17-1 0,0 0-1 15,0 0-4-15,0 0-6 0,0 1-16 0,0-1 1 16,0 1-80-16,0-1-85 0,0 0-16 0,1 0-32 0,-1 0-144 15</inkml:trace>
  <inkml:trace contextRef="#ctx0" brushRef="#br0" timeOffset="93599.01">10360 4701 2791 0,'0'0'90'0,"0"0"4"15,0-1-88-15,-10-15-3 0,10 16-1 0,0 0 1 0,0 0 8 16,0-1-2-16,-1 1 3 0,-19-12-3 0,20 12-5 0,-1 0-9 16,-17-1-2-16,17 1-4 0,0 0-3 0,-21 5 2 15,22-5 0-15,-1 0 1 0,-20 10-2 0,21-10 5 16,-14 11 1-16,8-3 2 0,0 0 2 0,0 1 5 16,0 2-2-16,0 0 3 0,0 0 8 0,2 1-2 15,-2 0-1-15,2 0-1 0,-1 1-7 0,1 0 0 16,2-1 3-16,1 0 0 0,-1 0 6 0,2 0-11 15,0-2 7-15,1 1-7 0,0-1 9 0,2-1 5 16,1 1-5-16,1-1 5 16,1 0-4-16,1-1 12 15,0 1-2-15,3-2 4 0,-1 0-5 0,2-2 1 0,2 0 0 0,-2-1-1 16,1-1-7-16,3-1-10 0,-1 0-2 0,-1-2-2 16,0 0-2-16,-2-2-7 0,-1 0 3 0,-1 0-10 15,0 0-60-15,-2-1-127 0,0 0-16 0,-1 1-52 16,1-3-246-16</inkml:trace>
  <inkml:trace contextRef="#ctx0" brushRef="#br0" timeOffset="94914.93">11322 4817 2271 0,'0'0'103'0,"0"0"-27"0,0 0 8 15,0-1-26-15,0 1-16 0,0 0 32 0,0-1-1 16,0 1 6-16,1-18-14 0,-1 18-17 0,0-1-7 0,0 1-4 16,0-1-19-16,-8-15-7 0,8 16 4 0,0 0-5 15,0-1 3 1,0 1-7-16,-6-16 2 0,6 16-3 0,0-1 4 0,0 1 0 0,0-1-6 0,-11-19 3 15,11 20-9-15,0-1 3 0,-1 1 0 0,1-1 1 16,-15-15-2-16,15 16-11 0,0 0 3 0,0 0-6 31,0 0 5-31,-20-3-17 0,20 3 1 0,0 0-6 0,-1 0 2 16,-20 12 0-16,14-6 7 0,0 3-3 0,0 1 5 0,-1 1 16 16,0 2-6-16,0 0 11 0,0 1 1 0,1 0-1 15,-1-1 4-15,3-2-3 0,1 1 12 0,1-2-12 16,1-1 5-16,1-1-6 0,1-8 5 0,0 1-1 15,5 15-2-15,-5-16 0 0,0 0-3 0,16 7-2 16,-16-7 1-16,17-1 0 0,-9-1 6 0,2 0-4 16,1-2 5-16,1-2-5 15,-1 0 11-15,1-2-9 0,-1 0 0 0,1 1-2 0,-1-2 5 0,-1 2 3 0,-1-1 0 16,0 0 0-16,-2 1-1 16,-1 0 10-16,-1 1 2 0,-1-1 3 0,0 1 4 0,0 1-4 0,-4 5-1 15,0-1-1-15,0 1 1 0,0-1 6 0,6-15-1 0,-6 16 3 31,0 0-9-31,0 0-11 0,0 0-4 0,-1 0-3 0,0 0-19 0,1 0 6 0,-1 0-1 0,1 0 4 32,-19 4-3-32,19-4 2 0,-7 12 0 0,2-4 1 15,0 2 4-15,1 0 2 0,-1 0 0 0,0 1 1 16,0 1 1-16,1 0-2 0,-2 1-1 0,1-1-1 0,0 3 3 16,-1 0 2-16,0 2 2 0,1 1 1 0,0 0 1 15,-2 1-8-15,2 0 3 0,-1-2-5 0,0 0 9 0,1-1-3 16,0 0 2-16,-1-1-1 0,2 1 4 0,-1-1-3 15,0 0 0-15,0 0 0 0,0 0 1 0,1-2-3 16,0-1 3-16,1-1-3 0,-1-1 1 0,1-2 1 16,2-1-1-16,-1-1 1 0,2-6-12 0,0 1-70 15,0-1-5-15,0 1-29 0,0-1-75 16,0 1-92-16,0-1-30 0</inkml:trace>
  <inkml:trace contextRef="#ctx0" brushRef="#br0" timeOffset="95359.99">11649 4817 2640 0,'0'0'14'0,"0"0"0"16,0-1-8-16,0 1 9 0,0 0 36 0,0-1 22 16,5-17 3-16,-5 18-1 0,0 0-37 0,-1 0-25 15,1 0-1-15,-16-3-8 0,16 3 3 0,-1 0-10 0,-21 6 1 16,14-2-6-16,-2 1-2 0,-1 1-1 16,2 0 6-16,0 2-4 0,1 0 4 0,-1 2 4 0,0 0 0 15,-1 2 1-15,1-1 3 0,0 1 8 0,0 2-8 16,1 2 7-1,1 2-2-15,-1 1 4 0,2 0 4 0,0 0-1 16,2-1 9-16,0-1-15 0,2-1 4 0,2-2-7 0,0-2 7 0,2-1 3 16,1-1-1-16,2-1 2 15,0 0 6-15,1 0 6 0,2-2 0 0,0-1 3 16,1 0-7-16,1-1-1 0,-1 0-3 0,3-2 1 16,-2 0-16-16,1-1-3 0,1-1-5 0,0-1 2 15,1-1-13-15,0 0-4 0,0-2-3 0,0-1-8 0,0 0-85 16,-2-1-61-16,1 0-21 0,2-1-15 0,-1-1-124 0</inkml:trace>
  <inkml:trace contextRef="#ctx0" brushRef="#br0" timeOffset="100029.99">9762 5366 1318 0,'0'0'148'0,"0"0"-54"15,0 0 74-15,0 0-114 0,0 0 18 0,0 0 11 16,0 1 1 0,0-1 0-16,0 1-8 0,0-1-13 0,0 0-11 15,0 1 3-15,-10 16-7 0,10-17-10 16,0 1-1-16,0-1-5 0,-1 18 3 0,1-18-4 0,0 0-10 16,-2 18 2-16,2-18-5 0,0 1 3 0,0 22 5 15,0-23-1-15,-2 16 2 0,2-7-5 0,-2-1 3 16,2 2-4-16,0 0 3 0,0-1 1 0,-1 0-3 15,1 2 3-15,-1-1-5 0,0 0-10 0,1 2 4 0,-2-1-3 16,1 2 3-16,0 1-7 0,-1-1 2 16,0 0 0-16,0 0 3 0,0-1-2 0,1 0 1 0,-1 0-5 15,0-2 3-15,1 1-11 0,-1-2 7 0,1 1-3 0,-1-3 6 16,1 1-6-16,0-1 0 0,-2-1 2 0,3 1-2 16,-2 0 5-16,2 0-2 0,0-7 2 0,0 0-2 15,0 1 1-15,-5 16-1 0,5-17-2 0,0 0 0 16,0 0-3-16,0 1 4 15,0-1-4-15,-4 16 4 0,4-16-8 0,0 0-78 0,0 0-6 0,0 0-33 0,0 0-88 16,0 0-71-16,0 0-29 0,0 0-53 16,1 0-525-1</inkml:trace>
  <inkml:trace contextRef="#ctx0" brushRef="#br0" timeOffset="101006.65">9894 5401 1921 0,'0'0'325'0,"0"0"-146"0,0 0 16 15,-1 0-90-15,0 0-95 0,-15-8 15 0,16 8-6 16,0 0 10-16,0 0-9 0,0 0-11 0,0 0-3 16,0 0-1-16,0 0-6 0,0 0 9 0,0 0 2 0,0 0 4 15,1 1 1-15,-1-1-2 0,19 11-1 0,-19-11-1 16,0 0-4-16,24 4 6 0,-15-3 2 0,1 1 2 15,0 0-1-15,-1-1-5 0,0 2-5 0,0-2 3 16,1 2-8-16,-2 0 2 16,0 0-1-16,-2 0 2 0,-6-3-4 15,1 0 1-15,-1 0 4 0,1 1 0 16,15 18 5-16,-16-19-4 0,0 0-7 0,-3 17 0 0,3-17-29 0,-9 14 3 16,2-6-1-16,-2 2 2 15,-2-1 0-15,-1 1 13 0,-2 1 3 0,1-3 3 0,1 2 9 0,-2-3 5 16,3 2-5-16,0 1 5 0,0-1-8 0,3 1 6 15,-1-2-2-15,4 0 5 0,-1 0-6 0,4-2 6 16,-1 0-5-16,3 0 4 0,0 0-13 0,3-1 10 16,-1 1-2-16,1-1 6 0,2 0-3 0,0-1 7 15,0 0-1-15,0-1 3 0,2 0-1 0,1 0 3 0,0 0-2 16,0 0 1-16,1-1-11 0,0-1-1 0,0-1 1 16,1 1-2-16,-1-1-2 0,1 0-1 0,-2-1-2 15,0 1 0-15,0-2-1 0,1 0-7 0,-2 0 2 0,1-1-5 31,-1 1-17-31,1 0-120 0,1-2 11 0,0 0-52 0,0-1-35 16,1-1-93-16,0 0-78 0</inkml:trace>
  <inkml:trace contextRef="#ctx0" brushRef="#br0" timeOffset="101698.17">10224 5504 979 0,'0'0'924'0,"0"0"-654"16,0-1-132-16,0 1-89 0,0-17-32 0,0 17 15 16,0 0 0-16,6-19 5 0,-6 19 2 0,0 0-24 15,6-23 7-15,-3 13-14 0,0 1-1 0,-1-2-4 0,1 1-1 16,0 0 0-16,0 0 7 0,-1 1 3 16,-2-1 5-16,0 2-1 0,0 0 16 0,-1 1 16 0,0 2-5 15,-2-1 7-15,0 1-2 16,1 1-20-16,2 4 7 0,-1-1-13 0,1 1-5 0,-1-1-8 0,-18-12-3 0,19 13-2 31,0 0-9-31,0 0-10 0,-1 0 2 0,-16 1-4 16,17-1-1-16,0 0 4 0,-1 1-4 0,-16 14 5 0,17-15 3 0,-1 0 9 0,1 1-3 0,-18 21 3 31,13-15-7-31,0 2 6 0,0 0 1 0,1 0 1 16,0 1 0-16,1-2-2 0,1 0 1 0,0 0-2 0,1 0-2 15,1 0 2-15,0 0-4 0,0 0 4 0,2 0-5 16,1-1-2-16,-1 0 7 0,2-1-3 0,0 0 12 15,2 1-9-15,1-2 4 0,0 1-4 0,0-1 7 0,1 1 1 16,-1-2-4-16,1 1 4 0,0-2-3 0,0 3-3 16,1-1 1-16,-2-1-1 0,-1 2 7 0,1-1-9 15,0 1 4-15,-1 1-4 0,1-1 4 0,-2 1-1 16,0 0 0-16,-1 0 0 0,-1 1 4 0,-2 0 3 16,-1 1 2-16,0-1-1 0,-1 0 1 0,-2 0 2 15,1 0-2-15,-3 1 1 0,0-1 6 0,-2 0-8 0,1 0 4 16,-2 0-6-16,0 0 5 0,0 0-11 0,-1-2-1 15,1 2-5-15,-3-3-4 16,0 0 9-16,0 0 0 0,-2-2 2 0,4 0 7 0,-1 0-3 16,2-2 7-16,0-1-6 15,1 1 6-15,0-2-1 0,2 0-5 0,0-2 4 16,5 3-8-16,0 0 3 0,0 0 2 0,-12-19 0 16,12 19-3-16,0-1-4 0,0-21-6 0,3 11 1 0,1 0-10 15,3-1 4-15,1-1 5 0,2 0 0 0,-1 0 6 16,1 1 2-16,1 0-1 0,1 0 3 0,0 0 8 15,-1 1-10-15,2 1 9 0,0-1-9 0,0 1 5 0,2-1-4 16,0 2-2-16,2-1 1 0,0-1-3 0,-1 1 1 16,-3 1 0-16,0 1 1 0,-2 0 6 0,-2 1-3 15,-1 1-2-15,-1 0 0 0,-1 0-7 0,0 1-34 16,0 1-10-16,-6 4-14 0,0 0-91 0,1 0-67 16,-1 0-35-16,0-1-32 0,1 1-367 0</inkml:trace>
  <inkml:trace contextRef="#ctx0" brushRef="#br0" timeOffset="102065.09">10617 5438 2247 0,'0'0'82'0,"0"0"60"0,0 0-124 15,0 0 15-15,0 0 8 0,0 0 3 0,0-1 30 0,0 1-19 16,0-1-1-16,-18-8-8 0,18 9-16 0,0 0-14 16,-18-1 1-16,18 1-7 0,-17 1-11 0,6 2 0 15,0-1-4-15,-3 2 3 16,0 0-1-16,2 2-3 0,-2 0-2 0,3 2 1 0,1 0 0 0,1 1-1 16,2 1 7-16,-1 1-5 15,1 0 7-15,-1 1 9 0,2 1-2 0,1 0 6 0,0 2 8 0,3 0 6 0,-1 1-1 16,1 2 1-16,2-1-11 0,1-1 10 15,0-1-9-15,2 0 9 0,0-1-14 0,1-2-4 0,2 0 2 16,1-2-3-16,1 1-1 0,1-3-2 0,-1 0 1 16,2-1-3-1,1-1-2-15,1-2-15 0,2-1 1 0,1 0-6 16,-2-1-6-16,1-1-18 0,-1 1-36 0,0-3-7 16,-1 0-264-16</inkml:trace>
  <inkml:trace contextRef="#ctx0" brushRef="#br0" timeOffset="104164.17">10965 5481 1662 0,'0'0'185'0,"0"0"-62"0,0-1 90 16,1-15-147-16,-1 16-6 0,0 0-8 0,0-1-3 0,0 1-6 16,1-18 1-16,-1 18-20 0,0-1-4 15,-6-17 4-15,6 18-4 0,0 0 0 0,0 0-6 16,-9-20 0-16,9 20-1 15,0 0-3-15,-1-1 7 0,-12-18-7 0,13 19 8 0,-1 0-7 16,0-1-5-16,-16-13 4 16,17 14-5-16,0 0-1 0,-1 0-1 0,-17-7-6 0,18 7 1 15,-1 0-20-15,-15 4-5 0,16-4-1 0,-1 0-2 16,-15 16 2-16,10-7 16 0,0 1-1 0,0 2 7 16,0 0-5-16,1 3 10 0,1-1-4 0,0 0 5 15,1 1-5-15,0-1 4 0,1-1-2 0,2 0 2 16,-1-2 6-16,2-2-5 0,-1 0 7 0,3-3-7 15,-1 1-3-15,2-2 7 0,-4-5-4 0,1 1 6 16,-1-1-5-16,20 7-3 0,-19-7-1 0,14-6-1 0,-6 2 2 16,1-1 1-16,0-1 2 0,0-1-1 0,0 0 4 15,-1 0 3-15,0-1 2 16,0 1 0-16,-1 1 2 0,-1 0 8 0,0-1-3 0,-1 1 4 16,-2 1-5-16,0 0 10 0,-4 5-2 0,0 0 5 0,0-1 2 0,0 1-16 15,0-1 3-15,0 1-7 0,0-1 3 0,0 1-7 16,0-1 0-16,0 1-3 0,0 0-4 0,0-1-6 15,0 1 1-15,0-1-2 0,0 1 5 0,0 0-1 16,0 0 2-16,0 0-1 0,0 0-8 0,-3 16 8 0,3-16-5 31,-2 16 7-31,1-6-6 0,0 1 6 0,0 1 1 16,-1 2 3-16,1 0 0 0,0 1 2 0,-1 2-5 16,0 0 3-16,0 1-7 0,0 1 10 0,-1-1 1 0,0 2 5 15,0-1 7-15,-1 0 12 0,-1-1 3 0,0 1 4 16,1 1 9-16,0 0-10 0,-1 1-3 0,1-1-3 15,-1-1-16-15,0-1 4 0,2 0-1 0,0-3 2 16,-1 0-10-16,1-3-3 0,1 0-4 0,0-2 3 16,-1-2-4-16,1 1-2 0,1-2-1 0,0-2-7 0,1-5-51 15,0 0-83-15,0 1-13 0,0-1-28 0,0 1-98 16,0-1-225-16</inkml:trace>
  <inkml:trace contextRef="#ctx0" brushRef="#br0" timeOffset="104497.82">11270 5570 1356 0,'0'0'219'0,"0"0"875"16,0 0-1100-16,0 0-22 0,-1 0 6 0,0 1-6 0,1-1 43 16,-15 20-2-16,10-13 5 0,-1 2-6 0,-1 1-5 15,-1 1 0-15,-2 0-3 0,0 2 2 0,-2 0-6 16,0 1 5-16,-1 1 5 0,-1 0-1 0,1 1 3 16,3-1-8-16,-1 0-3 0,2 0 0 0,1-1 0 15,-1 0 1-15,1-1-1 0,0-1 1 0,1-1-2 0,1-2-43 16,1 0-10-16,1-3-20 0,4-6-103 0,0 0-131 15,-1 0-73 1</inkml:trace>
  <inkml:trace contextRef="#ctx0" brushRef="#br0" timeOffset="104748.22">11094 5582 2544 0,'0'0'92'0,"0"0"73"15,0 0-166-15,0 0 15 0,0 0-2 0,1 0 7 16,-1 0 1-16,0 0-13 0,0 1 1 0,15 20-4 16,-15-21-2-16,0 0-3 0,7 22 1 0,-7-21 0 15,0 15 7-15,1-7-5 0,0 1 2 0,0 0-4 16,1 1 0-16,0 0 2 0,-1 0-3 0,1 0 2 16,0 0 4-16,0 0-6 0,2 1 2 0,-2-2-4 0,3 1 3 0,-2-2-2 15,2 0 3-15,1-1-1 0,0 0-5 0,-1-1-17 16,1-1-20-16,1-1 1 0,-2-1-71 0,2-2-14 15,-7-2-12-15,0 0-6 0,16 2-90 0,-16-2-126 32</inkml:trace>
  <inkml:trace contextRef="#ctx0" brushRef="#br0" timeOffset="105381.36">11299 5517 1923 0,'0'0'322'0,"0"0"-122"16,0 0 48-16,0 0-180 0,0 0-94 0,0 0 16 15,0 0 3-15,0 0 7 0,0 17 31 0,0-17-8 16,1 0 6 0,-1 0-6-16,20 12-2 0,-13-8 6 0,3-2-1 0,0 0 5 0,0 0 4 0,2 0-11 15,1-1-2-15,0 2-3 16,1-1-10-16,-3-1-2 16,1 2 0-16,-3-2-1 0,0 1 5 0,-2 1-2 0,0-2 4 15,-2 2-5-15,-5-3-6 0,0 0 10 16,1 1-6-16,0-1 7 0,-1 1-13 0,10 16 8 15,-10-17-6-15,0 1 7 0,0-1-4 0,-9 19-10 0,9-19 3 16,-11 11-6-16,4-5 3 0,-2 0 1 0,0 0 1 0,-1 1 0 16,0-1-3-16,-2 1 8 0,2-2 1 0,0 1 2 15,0-1-5-15,3 0 5 0,1-1-6 0,1 0 7 16,5-4-3-16,0 0-3 0,-1 1-2 0,1-1-1 16,-1 0-1-16,-7 16-5 0,8-16 6 0,0 0-6 0,0 0 7 15,0 0-7-15,1 0 4 0,-1 0-4 0,17 9 4 16,-17-9 3-16,0 0-2 0,20 4 2 0,-20-4-5 0,0 0 5 31,23 6-3-31,-23-6 5 0,0 0 0 0,22 6 1 16,-22-6 0-16,0 0 2 0,17 8 3 0,-17-8-6 0,0 1 5 15,1-1-5-15,-1 0 7 0,13 20-1 16,-13-20-2-16,0 0 1 0,1 21-5 0,-1-21 0 16,-4 17 2-16,0-8 0 0,-1 0 6 0,0 0-4 15,-2 1-1-15,-2 0-2 0,1 0-2 0,-4 0 2 0,2 0 0 16,-1-1 3-16,-1-1 6 0,2 0-8 0,0-1-5 15,3 0-6-15,-1-1-47 0,3-2-52 0,5-4-11 16,-1 0-19-16,0 0-78 0,1 0-88 0,0 0-19 0</inkml:trace>
  <inkml:trace contextRef="#ctx0" brushRef="#br0" timeOffset="105864.61">11524 5554 2545 0,'0'0'126'0,"0"0"-106"15,0 0-12-15,0 0-18 0,0 0 40 0,0 1 18 16,1-1 2-16,0 0 3 0,17 17-15 0,-18-17-10 0,1 0 1 15,18 9-5-15,-12-6 7 0,3 0-3 16,-2 0 0-16,-1 0-3 0,3 0-15 0,-4 1 4 0,1-1-4 16,0 0 4-16,-7-3-6 0,0 0-4 0,1 1 5 15,-1-1-4-15,11 19 5 0,-11-19-1 0,0 0-3 0,0 1 1 16,-6 20-13-16,1-13 5 0,-1 0-2 0,-2 0 3 16,0 1 1-16,0 0 3 0,0 1-5 0,1 0 3 15,-1-1 0-15,1 2 1 16,0-1 1-16,2-2-1 0,1 2-1 0,1-2 0 0,1-1 3 0,0 1-2 0,1 0-3 15,1-2 1-15,1 2 2 0,-1-8 2 16,0 0 12-16,6 17 3 16,-6-17-5-16,0 0 4 0,1 0-4 0,13 17-6 15,-14-17 3-15,1 0-4 0,17 8 1 0,-17-8-8 16,-1 0 4-16,21 4-5 0,-21-4-4 0,0 0 6 16,21 0-5-16,-21 0 5 0,1 0 0 0,-1 0-46 15,18 0 8-15,-18 0-28 0,0 0-36 0,0 0-32 16,0 0-7-16,1 0-7 0,17 0-2 0,-18 0-2 15,0 0-2-15,1 0-4 0,-1 0-33 0,18 2-62 16,-18-2-40-16</inkml:trace>
  <inkml:trace contextRef="#ctx0" brushRef="#br0" timeOffset="106964.63">11882 5641 2004 0,'0'0'93'0,"0"0"104"16,0 0-126-16,0 0 15 0,-1 0 3 0,1-1 2 31,-1 1 4-31,1-1-17 0,0 1-1 0,0-1-8 0,-1 1-25 16,-15-10-3-16,16 10-2 0,0 0 0 15,-1 0 0-15,0 0-18 0,-15 3-3 0,16-3-7 0,0 0-11 0,0 1-6 16,-20 10 1-16,13-6-4 0,-1 1 0 0,-2 2 2 15,2 2-1-15,-1 1 1 0,-1 2-1 0,1 0 6 16,0 3 1-16,2-2 1 0,1 1 9 0,2 2-4 16,-1-3 5-16,2 2-4 0,2 0 3 0,1-1-4 15,1 0 2-15,2-1-2 0,0-1-1 0,1-2-2 16,1 0-3-16,1-2 1 0,-1 0-3 0,3-2 3 0,-2-1-3 16,2-1 3-16,-1 0-14 0,2-3-43 15,0-1-19-15,2-1-16 0,0-3-140 16,2-2-163-16,2-1 776 0</inkml:trace>
  <inkml:trace contextRef="#ctx0" brushRef="#br0" timeOffset="107650.53">12010 5503 992 0,'0'0'165'0,"0"0"1"16,0 0 35-16,0 0-114 0,-1-1-46 16,1 1 8-16,0-1-5 0,-1 1 5 0,1 0-15 0,-1-1 7 15,1 1-5-15,0-1 5 0,-1 1-6 0,0-1 24 16,-14-7-1-16,15 8 9 0,0 0 2 0,0 0-28 16,0 0-1-16,0 1-10 0,0-1-13 0,5 17 2 15,-5-17 1-15,0 1 0 0,0-1-1 0,2 22 5 0,-1-14-4 16,1 2 5-16,-2 0 2 0,0 0-4 0,2 1 6 15,-2 2-5 1,2 1-1-16,1 2 13 0,-1 0-5 0,1 1 10 16,-2 0 0-16,0 1-10 0,1 0 6 0,-1 1-8 15,0-1 1-15,0 2-10 0,-2-1 1 0,3 1-3 16,-2 1 0-16,-1-1-4 0,0 0 1 0,1 0 0 16,2-1 11-16,0-1 6 0,-1-1 1 0,1-1 1 15,0 1-11-15,-2-2-3 0,2 1-1 0,-1 0 2 16,-1-2 2-16,1 1-10 0,-1-1-3 0,-2-2-3 15,2 1 2-15,0-2-9 0,-2-2 6 0,2 0-7 0,0-2 4 0,-1-1-16 16,1-6-36-16,0 1 0 16,0-1-176-16,0 1-194 0,0-1-180 0</inkml:trace>
  <inkml:trace contextRef="#ctx0" brushRef="#br0" timeOffset="130016.46">8872 5007 2004 0,'0'0'77'15,"0"0"-37"-15,0 0-3 0,0 0-12 0,-1 0-31 0,1 0-44 16,-1-1-9-16,1 1-12 0,0-1-61 0,0 1-13 15,0 0-11 1,0 0-2-16,0 0-55 0,0 0-217 0</inkml:trace>
  <inkml:trace contextRef="#ctx0" brushRef="#br0" timeOffset="130664.42">10095 5101 1983 0,'0'0'54'0,"0"0"-20"0,0 0 25 16,0 0-57-16,0-1-5 0,0 1-9 0,0 0-11 0,0-1 0 15,0 1-3-15,0-1 6 0,0 1 10 16,0 0-1-16,0-1 3 0,0 1-1 0,0 0 2 0,0 0 3 15,0 0 0-15,0 0 14 0,0 0-5 0,-1 0 3 16,1 0-6-16,0 0 1 0,-1 0-30 0,1 0-13 16,0 0-12-16,-1-1-110 0,0 1-319 0</inkml:trace>
  <inkml:trace contextRef="#ctx0" brushRef="#br0" timeOffset="131231.13">11348 5180 2225 0,'0'0'63'0,"0"0"-36"15,0 0 0-15,0 0-16 0,0 0-7 0,0 0-10 16,0-1-5-16,0 1 0 0,0-1-15 0,0 1 5 0,0-1-5 16,0 1 3-16,0 0-33 0,0-1-6 0,0 1-4 15,0-1 0-15,0 1-4 0,0-1-68 0,0 1-18 0,0-1-47 16,0 1-380-1</inkml:trace>
  <inkml:trace contextRef="#ctx0" brushRef="#br0" timeOffset="132464.53">8576 5851 956 0,'0'0'105'0,"0"0"-37"0,0 0 51 0,-1 0-106 15,0 0-2-15,1 1-8 0,-1-1 4 16,1 1 2-16,0-1 3 0,-1 1 24 0,-19 12 11 0,20-13 3 0,0 0 1 16,0 1-2-16,0-1-11 0,-1 1-2 0,1-1-4 15,-8 16-10-15,8-16 9 0,0 0 3 0,0 0 3 16,0 1 10-16,0-1 6 0,0 1-5 0,0-1 5 15,0 0-6-15,0 1 5 16,15 15-8-16,-15-16 6 0,1 0-17 0,15 4 5 0,-16-4-1 0,1 0 2 0,19 4-9 16,-19-4-16-16,16 0 4 0,-8 0-9 0,1 1 4 0,0-1 0 31,1 1-2-31,0-1 2 0,0 0 3 0,1 0-4 16,2-1 2-16,0 1-3 0,0-1-2 0,3 1-2 15,-1-1-2-15,1 0 2 0,0 1 3 0,-1-1-4 16,1 1 4-16,-1 0-5 0,0 0 4 0,-1 0-7 15,1 0 2-15,-1 0-2 0,-1 2 4 0,1-1-3 16,0-1-2-16,2 2 1 0,0-1 0 0,-1 1 0 0,-1 0 6 16,-1 0-5-16,-1 0-1 0,-2 0 1 0,0 1 1 15,0-1 3-15,-1 0 17 0,0 0 6 0,-1 0-3 0,1 0 3 16,0 1-15-16,-2-1 0 0,0 1-2 0,-1-1 1 16,-1 0 2-16,1 0-2 15,0-1-5-15,-2 0 1 0,-5-1-3 0,1 0 2 0,0 0 5 0,15 6-3 16,-16-6 3-16,0 0-5 0,1 0 1 0,0 0-2 0,-1 0-1 15,0 0 2 1,1 0-1-16,-1 0 0 0,1 0 0 0,-1 0-18 16,0 0 5-16,1 0-13 0,-1 0-11 0,0 0 14 15,0 0-9-15,0 0 10 0,0 0-27 0,-1 0 21 16,-16-7-6-16,17 7 12 0,-1 0 0 0,-20-3 3 16,21 3 0-16,-16-3 3 0,7 3 9 0,1-1-3 15,-2 1 2-15,1 0-2 0,0 1 3 0,0-1 0 16,0 1-1-16,0-1 0 0,0 0 2 0,0 0 5 15,0 0-1-15,1 1 2 0,1 0 4 0,1 0 6 0,6-1-2 0,-1 0 4 16,1 0-2-16,0 0 0 16,-1 0 0-16,1 0-2 0,0 0-11 0,-1 0 3 0,1 1-1 15,0-1 2-15,0 1 3 0,1-1-4 16,-1 0 0-16,22 13-3 0,-14-13-7 0,3 1-11 0,1 0 3 16,0 0-4-16,0 1 10 0,2-1-14 0,0 1-5 0,1-2-13 15,3 2-104-15,0-1-139 0,3 1-49 0</inkml:trace>
  <inkml:trace contextRef="#ctx0" brushRef="#br0" timeOffset="133230.78">9508 6053 1505 0,'0'0'428'0,"-1"0"-166"0,1 0 215 0,-1 0-431 0,1 0-8 15,0-1-18-15,-15-16 2 0,15 17-3 0,0 0 3 16,0 0-21-16,0-1-9 0,0 1 2 0,1-1-5 0,16-12 2 16,-17 13-10-16,1 0 2 0,20-9-3 15,-12 7 15-15,1 1 9 0,0-1 1 0,1 1 4 0,1 0 0 16,0-1 1-16,1 2 2 0,3 0-1 0,2 0 2 15,-1 1-3-15,4-1 0 16,-2 0-1-16,1 0 1 0,0 1-6 16,1 1-1-16,0 0 0 0,2 1 1 0,0-2-1 15,1 1 4-15,1 1-3 0,0-1 2 0,0 1 1 16,0 0-2-16,-2 0 3 0,2-1 14 0,-1 1-7 16,1 0 6-16,3 1-6 0,-1-1 8 0,-2-1-3 15,1 1 1-15,-4 0-3 0,1-1-5 0,-1 1-3 16,0-1 2-16,1 1-3 0,1-1 1 0,-1 0 3 0,-1 0-6 15,-2-1 4-15,-3 1-9 0,0 0 4 0,-1-1 1 16,-2 0 1-16,0 1 5 0,-2-1-7 0,-1 0 0 0,0-1-2 16,0 0 3-16,-2 1-2 0,2-1 5 0,-2 0-4 15,-1 0 6-15,0 0-10 0,-2 0 2 0,0 0-4 16,-6 0 6-16,1 0-6 0,0 0 0 0,16 0-2 16,-17 0-12-16,0 0-24 15,0 0 4-15,0 0-11 0,0 0-4 0,1 0-49 0,-1 0-12 16,1 0-18-16,-1 0-103 0,1 0-206 0</inkml:trace>
  <inkml:trace contextRef="#ctx0" brushRef="#br0" timeOffset="135197.81">10883 6049 2106 0,'0'0'120'0,"0"0"-13"0,0 0 0 0,0 0-25 16,0-1-56-16,0 1-22 0,-4-19 3 0,4 19-3 0,0 0-4 0,0 0 6 15,0 0-5-15,0 0 5 0,0 0-7 0,0-1 1 16,0 1 0-16,0 0 2 0,1-1 11 0,-1 1 10 16,1-1 2-16,14-11 3 0,-15 12 10 0,1 0-6 0,0 0-3 31,15 3-1-31,-7-3-15 0,1-1 15 16,1 1-4-16,3 3 6 0,-1-3-13 0,2 2 8 0,2-1-4 15,-1-1 5-15,1 2-2 0,0 0-2 0,1-1 1 16,-1 1-2-16,1 0-3 0,2-1-2 0,2 2-1 0,2-1 0 15,0 1-7-15,0-1 5 0,1 0-1 0,-2 0 4 16,1 0 6-16,-1 0-7 0,1 0 0 0,2 1-2 16,-1-2 2-16,1 0 2 0,0 1-3 0,-2-1 0 15,0 0-11-15,-1 0 3 0,-1 0 1 0,0 0 0 16,0-1 1-16,1 1 0 0,-1-1-5 0,0 1 3 16,-2-1-7-16,-2 1 6 0,-1 0-1 0,0 1 3 0,-2-1-4 15,-1 2 0-15,-2-1 2 0,-1 0-2 16,-1 0 1-16,-3-1 2 0,2 1-5 0,0 0 5 0,-1-1-5 0,-1 1-2 15,-1 0 3 1,-6-2-3-16,0 0-4 0,0 0-5 0,1 0-3 0,0 0 0 0,14 3-3 0,-15-3 1 31,0 0 0-31,0 0 0 0,0 0-5 0,0 0-4 16,0 0-5-16,0 0 1 0,0 0-6 0,-20-3-7 0,11 3 7 16,-2-1-7-16,-1 1 1 0,-3-2 2 15,-1 1 2-15,-3 0 1 0,-1-1 24 0,-2 1 0 0,-1-1 2 16,-2 1-2-16,-3 0-1 0,1 0-19 0,0 0 1 15,1 0-8-15,0 0-5 0,2 1 9 0,-1-1 6 0,-1 1 0 16,-1 0 23-16,-1 0 5 0,1 0-1 0,1 0 2 16,2 0 0-16,0 0 1 0,0 0 0 0,3 1 0 15,-2-1-2-15,2 0 5 0,-1 2-2 0,0-2 4 16,2 0 7-16,2 1-3 0,3-1 3 0,2 1-3 16,1-1 0-16,1 0 4 0,2 0 0 0,0 0 3 15,1-1 5-15,8 1-4 0,0 0 3 0,-1 0-3 0,1 0 0 0,-16-2 2 16,16 2-4-16,0 0 3 15,0 0-7-15,0 0-12 16,0 0 4-16,0 0-6 0,0 0-8 0,24 0 0 16,-14 0 0-16,3 1 4 0,2-1 16 0,2 1-7 15,3-1 6-15,0 1-7 0,2-1 7 0,2 0-3 16,0 0 2-16,0 0-1 0,-1 1 8 0,0-1-8 16,0 1 2-16,-1-1-3 0,0 1-1 0,1 0 2 15,1-1-2-15,-2 1 2 0,1-1 1 0,-3 0-1 16,-2 1-4-16,1-1 2 0,-3 0-6 0,1 1 7 0,-3-1 1 15,-1 0 2-15,-1 0 2 0,-2-1 2 0,-2 0 2 16,0 0 1-16,0 1-1 0,-3 0 1 0,-5 0-1 16,1 0 0-16,-1 0-9 0,1 0-9 0,-1 0-8 0,1 0-3 15,-1 0-34-15,1 0-19 0,-1 0 8 0,0 0-10 16,0 0 12-16,-1 0-33 0,-16-1-15 0,8 2-9 16,0 0-93-16,-5 1-148 0,1 0 833 0</inkml:trace>
  <inkml:trace contextRef="#ctx0" brushRef="#br0" timeOffset="143064.17">1747 6653 1799 0,'-5'0'101'0,"5"0"2"15,-1 0 5-15,1 0-35 0,-19 3-30 0,19-3-14 16,0 0-2-16,-1 0 1 0,1 0-6 0,-18 1 1 15,18-1 1-15,0 0-1 0,0 0-1 0,0 0-3 16,-1 0 1-16,0 0-1 0,1 0 4 0,-1 0-6 0,1 0-1 16,0 0 0-16,-1 0 13 0,1 0 8 15,-1 0-1-15,1 0 2 0,0 0-4 0,0 0-4 0,0 0 2 16,1 0-5-16,-1 0-11 0,21-4 0 0,-11 2-5 16,-2 2 4-16,1-2-9 0,1-1 0 0,0 1 1 0,1 0-1 15,1-2-6-15,1 2 2 16,0-1-2-16,1 0 1 0,0 2-5 0,0-1 5 0,1 1-1 0,-1-1 2 15,2 0-2-15,0 0-2 16,2 0 1-16,1 1-1 0,2 0 2 0,-2-1 0 16,0 0 0-16,0 0 0 0,-2 1 1 0,0-1-1 15,0 0 4-15,-1-1-2 0,1 0 15 0,1 0-8 0,2 0 1 0,0 0-3 0,2-1 4 16,-1 1 6 0,0-1 0-16,-2 0 2 0,1 1 3 15,-3 0-8-15,1 0 2 0,1 0-3 0,-1 0 1 0,2 1 2 16,2-1-5-16,0 1 4 0,0 0-4 0,-2-1 0 15,-2 1 0-15,2 0 0 0,-3 0 1 0,-1-1-2 16,1 1 5-16,-2-1-5 0,3 0 1 0,1 0 5 16,0 1-4-16,1-2 5 0,-2 2-5 0,0-1-4 15,0 0 1-15,-1 0-2 0,-2 0 2 0,0 0-9 16,-2 0 7-16,2 1-7 0,0 0 6 0,1-1 4 0,0 1-8 16,1 0 6-16,0-1-8 0,-2 1 8 0,1 0-4 15,-1 0 4-15,0 0-2 0,-1 1-1 0,-1-2 3 0,-1 2-2 16,0 0 0-16,-1-1 4 0,1 2-2 0,-1-1 2 15,0 1-4-15,1-1 4 0,-1 1-4 0,1-1 2 16,-1 1-8-16,1 0 6 16,0 2-4-16,-2-1 6 0,1 2-1 15,-2 1-1-15,1-1 0 0,-2 2-3 0,1 0-3 0,0 2-25 16,0 0-32-16,-2 3-7 0,1 0-182 0,-1 2-196 0,0 1-102 0</inkml:trace>
  <inkml:trace contextRef="#ctx0" brushRef="#br0" timeOffset="146266.88">1855 6636 1195 0,'0'0'463'0,"0"0"-193"0,0 0 237 0,0 0-508 16,0 0 0-16,0 0-11 0,1 0 5 0,16 1 0 0,-17-1 1 16,0 0 5-16,1 0 5 0,15 7 5 0,-16-7-1 15,0 0-4-15,1 1 0 0,20 11-1 0,-21-12 3 32,0 1 9-32,0-1 7 0,21 14 1 0,-21-14 2 15,1 0 6-15,-1 0 3 0,0 0 1 0,20 9 2 0,-20-9 11 16,1 0-7-16,-1 0 2 0,20 3-5 15,-20-3-2-15,1 0-17 0,17 2 3 0,-18-2-7 0,0 0 5 16,20 2-9-16,-20-2-2 0,1 0-2 16,23 0-8-16,-14 0 4 0,0 0-1 0,0 0 3 0,2 1 0 0,-2-2 4 15,3 1 1-15,-2 0 0 0,3 0 1 0,1 0 3 16,0 0 4-16,2 0-1 0,0 0 1 0,0 0 6 16,1 0-7-16,-1 0 7 0,1 0-6 0,-1 0-9 15,1 1 5-15,0-1-6 0,0 0 0 0,2 1-3 16,1-2 1-16,1 0-2 0,1 1 0 0,-1-3 4 15,-1 2-1-15,1 0 3 16,-1-2 0-16,-2 1 8 0,2 0-4 0,-2-1 7 0,1 1 3 0,-1 0 0 16,1-1 0-16,-1 0-2 0,0 1-4 0,-1-1-3 0,0 2 4 15,0-1-4 1,0-1-4-16,0 2-8 0,-1-1 2 0,-1 0-3 16,2-1 8-16,0 1-6 0,1-2 1 0,0 1-3 15,-1 1-2-15,-1-1 1 0,0 0 0 0,-1 0 2 16,0 1-3-16,-1 2 4 0,-1-1-2 0,0-1 4 15,-1-1-4-15,1 1 4 0,-1 0-3 0,1 1 2 16,2-1-6-16,-3 1 7 0,1-1-1 0,0 0 6 0,-2-1 17 16,1 1-15-16,-1 1 5 0,0 0-10 0,0 0 4 0,-2-1-7 15,0 1 5-15,0-1-5 0,-2 0 4 0,1 2-2 16,-1-1-1-16,-1 1 0 0,-7 0-2 0,0 0 5 16,0 0 0-16,20-3 2 0,-20 3 0 0,0 0 1 15,0 0-5-15,1 0 3 16,16-1-10-16,-17 1 1 0,0 0 3 0,0 0-1 15,0 0 2-15,0 0-7 0,0 0-8 0,0 0-4 0,0 0-63 0,0 0-136 16,0 0-33-16,0 0-56 0,0 0-339 16</inkml:trace>
  <inkml:trace contextRef="#ctx0" brushRef="#br0" timeOffset="160743">7833 4288 198 0,'0'0'120'15,"0"0"76"-15</inkml:trace>
  <inkml:trace contextRef="#ctx0" brushRef="#br0" timeOffset="165287.5">2074 7098 2473 0,'-6'-3'131'0,"0"1"-17"0,1 1 1 0,5 1-28 16,0 0-58-16,-1 0-21 0,1 0 1 0,0 0-3 16,0 0-8-16,0 0 0 0,0 1 2 0,0 18-1 0,4-9 2 15,0 6 0-15,0 2-3 0,0 4 2 0,0 3 2 16,-5-1 16-16,5 7 0 0,1 5 7 0,-1 3 8 16,-3 4-5-16,-1 1-1 0,0 2-1 0,0 2-3 0,-3 2-10 15,0 4 6-15,-1-3-7 0,1 0 1 0,-1-2-7 16,0-3-1-16,1-1-1 0,0-5-4 0,0-4 2 15,0-3-2-15,-1-2 4 16,1-4-4-16,-1-3-22 0,1-4-32 0,0-6-4 0,-1-2-156 0,4-12-85 16,0 0-29-16,0 1 102 15,-11-2 1321-15</inkml:trace>
  <inkml:trace contextRef="#ctx0" brushRef="#br0" timeOffset="165583.67">2041 7163 2280 0,'-2'-5'390'0,"2"5"-267"0,0 0 8 0,0-1-61 15,0 1-90-15,0 0 8 0,18-13-3 0,-6 12 7 16,0 2 9-16,2 2-10 0,1 0 4 0,2 2-6 0,2-1 12 0,3 0-3 16,1 1 2-16,1 0-2 0,-1 0 0 15,-2 0 2-15,-1 1 1 0,-3 0 2 0,0 1 5 0,-4 0-6 16,-1 0 5-16,0 1-4 0,-2 1 10 0,-2 0 7 15,0 1-1-15,-3 0 5 0,-1 1 3 0,-1 1-5 16,-3 0 6-16,-3 3-4 0,-2 1 23 0,-3 3-10 16,-1 0-1-16,-3 2-3 0,-1 0-12 0,0 0 0 15,-1-1-2-15,0-2 1 16,-2 0-12-16,1-4-20 0,0 1-21 16,1-2-6-16,1-2-118 0,3-2-83 0,1-1-28 0,3-4-37 15,6-4-307-15</inkml:trace>
  <inkml:trace contextRef="#ctx0" brushRef="#br0" timeOffset="165864.17">2734 7068 3094 0,'0'0'111'0,"0"0"47"0,0 0-145 0,0 0-11 15,-1 0 2-15,1 0-3 0,-17 17 3 0,10-7-1 16,-4 4-4-16,-3 5 1 0,-1 6-3 0,-6 3 2 15,-2 3-1-15,-1 2 2 0,0 2 1 0,1 1-1 16,4 0 3 0,2 2-3-16,2-2-4 0,1-1 4 0,2 0-4 15,3 0 3-15,1 1-5 0,3 0-3 0,3-1 0 0,2-4-1 0,3-2-2 0,2-3-12 16,4-2 4-16,0-1-7 0,3-2-4 0,0-3 3 16,1-1-8-1,1-5 6-15,-1-2-14 0,2-2-14 0,4-3 3 16,0-3-9-16,2-2-17 0,2-5-145 15,1-3 12-15,1-6-79 0,0-5-227 0</inkml:trace>
  <inkml:trace contextRef="#ctx0" brushRef="#br0" timeOffset="166101.31">2841 7213 3489 0,'0'0'152'0,"0"0"-114"16,0 0-19-16,1 1-21 0,15 16-21 0,-5-8 18 16,1 4-5-16,-1 3 10 0,1 1 1 0,0 3 3 15,0 3 0-15,-2 2 0 16,-1 2-4-16,0 0-1 0,-2-1 0 0,-1-1 0 0,0-2 2 0,0-3-63 0,-1 0-13 31,-1-3-28-31,0-3-136 0,0-2-51 16,0-3-28-16,0-4-18 0,3-4-212 0</inkml:trace>
  <inkml:trace contextRef="#ctx0" brushRef="#br0" timeOffset="166448.68">3251 7124 2835 0,'0'0'155'0,"0"0"264"16,0 0-338-16,0 0-53 0,0 0 7 0,0 1-25 0,-4 21-16 15,0-11 6-15,-1 4-2 0,-2 2 4 0,-2 4 1 16,-1 2 1-16,-2 2 0 0,-3 0 0 0,1 1-4 15,-3 0-50-15,-1 1-20 0,0 0-20 0,-2-1-147 0,1-3-49 16,1-2 5 0,1-4-14-16,1-2 37 0,4-5 11 0,0-2 4 15,5-4 4-15,7-4 25 0,0 0 134 0,-1 0 33 0,1-1 48 0,0 1 243 0,-3-16-4 16,3 16 7 0,0-1-12-16,11-15-27 0,-11 16-46 15,0 0 4-15,1-1-20 0,16-10-27 0,-17 11-31 0,1 0-7 16,-1 0-8-16,0 0-35 0,19 4-2 0,-19-4-6 15,7 12 3-15,-3-3-7 0,-1 4 1 0,-1 0-3 16,-1 6 0-16,-1 3-9 0,-1 4 1 0,-1 4-1 16,-1 1 1-16,-2 2 2 0,2 1-3 0,-1 2-2 0,-1 2-1 15,0 0-13-15,0-1 8 0,0-4-4 0,2-1 6 16,2-4-10-16,0-2-135 0,1-2-8 0,0-5-57 16,2-1-135-16,-1-5-177 0</inkml:trace>
  <inkml:trace contextRef="#ctx0" brushRef="#br0" timeOffset="166685.18">3272 7390 3118 0,'0'0'166'0,"0"0"-95"0,0 0-31 0,0 0-7 0,1 0-32 0,21 9 5 31,-14-5-2-31,2 1 2 0,2 0-12 0,0 0-3 0,2 0-2 15,0-1 1-15,2 0 5 0,0 0 1 16,0 0 4-16,-1-1-2 0,1 1 3 0,-1-2-4 0,1 1 1 0,1-1-3 16,0 0 9-16,-4 0-5 0,0 0 1 15,-2 0-4-15,-1 0-15 0,-1 0-143 0,0 0 0 0,-3-1-60 16,0 1-97-16,-6-2-371 0</inkml:trace>
  <inkml:trace contextRef="#ctx0" brushRef="#br0" timeOffset="166912.6">3222 7688 3331 0,'0'0'107'0,"0"0"-60"15,0 1-17-15,0-1-9 0,0 0-18 0,24 14 10 16,-11-12 2-16,3 2 0 16,2-3-12-16,3 2 5 15,1-3-4-15,1 0 5 0,0 0-9 0,-1 0 2 16,-1-2-2-16,-1 1 1 0,0 1 4 0,0-2-6 15,0 2 3-15,-1 0-4 0,-1 0 6 0,-3-1-7 16,-1 0-1-16,0 1-10 0,-2-1-89 0,0 1-98 0,-1-2-25 16,0-1-21-16,0-2-84 0,1-1-264 0</inkml:trace>
  <inkml:trace contextRef="#ctx0" brushRef="#br0" timeOffset="167130.04">3761 7363 3048 0,'0'0'317'0,"0"0"-205"0,0 1 3 15,0 15-74-15,2-7-35 0,1 3 8 16,1 3-4-16,0 3 6 0,0 3 0 0,1 1-6 16,-1 2 0-16,1 2-3 0,0 2-13 0,-1 1 8 0,1 2-3 0,-3 1 5 0,1-2-1 0,-1-1-10 31,-1-1-9-31,-1-3-6 0,0-2-80 0,0-2-99 15,0-3-10-15,-1-4-35 0,1-4-91 0,0-10-107 16,0 1-175-16</inkml:trace>
  <inkml:trace contextRef="#ctx0" brushRef="#br0" timeOffset="167413.99">3929 6908 3200 0,'0'0'122'0,"0"0"-96"0,14 13 20 0,-4-3-52 0,3 2-19 16,3 4 23-16,3 2-1 0,-2 0 8 0,0 3 3 15,-1 0-5 1,0 0 1-16,-1 2-1 0,1 2-3 0,1 3 3 0,0 1-4 0,0 3 4 0,-2-1 2 0,0 0-4 31,-2 1 0-31,-1 0-1 0,-2 2 3 0,0 1 2 16,-3 2 2-16,-1-2-1 0,-1 1 5 0,-3 2 1 15,-1 2 6-15,-2 2-4 0,-2 0 13 0,-2-1 3 16,-2 2 0-16,-3 1 1 0,-2 1-2 0,-2 0-11 0,-2-2 0 16,-4 0-5-16,-2 0-22 0,-1-1-138 0,-2 0-18 15,0-8-56-15,-2-2-213 0</inkml:trace>
  <inkml:trace contextRef="#ctx0" brushRef="#br0" timeOffset="167717.79">4388 7353 3664 0,'0'0'119'0,"0"0"-16"0,0 0-96 0,1 0-41 15,-1 0 6-15,22-3-14 0,-11 2 40 0,1 0 2 16,2 1 3-16,0 1 0 0,1 0 2 0,1 0-4 16,0-1-1-16,0 1 0 0,2 0 5 0,-1 0-3 15,2 2 3-15,-2-1-3 0,0 0 0 0,-2 0-7 0,-1 0 4 16,-2 1-6-16,0 0 7 0,0-1-6 0,-2 0-41 16,0 0 8-16,-2 1-182 0,0-1-124 0,-1 1-25 15,0-1-62-15,-2 0-386 0</inkml:trace>
  <inkml:trace contextRef="#ctx0" brushRef="#br0" timeOffset="167896.68">4413 7801 1479 0,'4'6'1814'16,"1"0"-1308"-1,1 1-381-15,4 0-63 0,6 1-62 0,3 0 9 16,5 1-9-16,1-2 10 0,3-1-8 0,1-1-2 15,1 0-2-15,4-2-2 0,-2 0-2 0,1-1-5 16,-1-1-25-16,1-1-1 0,2-1-158 0,-1-2-190 16,2 0-33-16,1-3 52 0,4-3 1159 0</inkml:trace>
  <inkml:trace contextRef="#ctx0" brushRef="#br0" timeOffset="169013.21">9002 4943 2081 0,'0'0'97'0,"0"0"-25"0,0 0 1 0,0-1-50 0,0 1-20 16,0-1 5-16,-1 1-1 0,0-1 4 0,1 1 1 0,-17-21-12 15,17 21 3-15,0 0-5 0,0 0 1 0,0 0 1 16,-1 0 2-16,1 0 0 0,0 0-4 0,-17-5 9 31,17 5-2-31,0 0 8 0,0 0 9 0,0 0 23 16,0 0 1-16,0 0 8 0,0 0 7 0,0 0 4 15,0 0-7-15,0 0 4 0,0 0-20 0,0 0-7 0,0 0-3 16,0 0-1-16,0 0-10 0,0 0-10 16,0 0 2-16,0 0-6 0,0 0-3 0,0 0 0 0,0 0-1 15,0 0 1-15,1 0-2 0,-1 0 7 0,1 0-1 16,-1 0 1-16,0 0-4 0,1 0 7 0,0 0-7 0,-1 0 7 16,0 0-13-16,1 0-1 0,-1 0 3 0,0-1-2 15,1 1 0-15,0 0-16 0,-1 0-24 0,0 0-3 16,1 0-132-16,-1 0-75 0,1-1-40 0,-1 1 105 15,1-1 1259-15</inkml:trace>
  <inkml:trace contextRef="#ctx0" brushRef="#br0" timeOffset="169763.4">10074 5033 480 0,'0'0'241'15,"0"0"123"-15,0 0 14 16,0 0-208-16,0 0-71 0,0-1 12 0,0 1-2 0,0 0 10 0,0-1-12 0,0 1-27 16,0-1 1-16,0 1-11 0,0-1-6 15,0 1 4 1,0-1-3-16,0 1 3 0,0-1-13 0,0 1-20 15,0 0-3-15,0-1-7 0,0 1-18 0,0-1 1 16,0 1-3-16,0-1 3 0,0 1 3 0,0-1 5 16,0 1-2-16,0 0 1 0,0 0-8 0,0 0-1 15,0 0 5-15,0 0-4 0,0 0 2 0,0 0-6 0,0 0 3 16,0 0-4-16,0 0 0 0,0 0-2 0,0 0 1 16,0 0 0-16,0 0-1 0,0 0-4 0,0 0 0 0,1 0-2 15,0 0 2-15,-1 0-2 0,0 0-3 0,1 0-1 16,-1 0-31-16,1 0-75 0,-1 0-10 0,1 0-26 15,-1 0-84-15,0 0-282 0</inkml:trace>
  <inkml:trace contextRef="#ctx0" brushRef="#br0" timeOffset="170564.47">11441 5179 1516 0,'0'0'220'0,"0"0"56"0,0 0 2 0,0 0-197 16,0 0-64-16,0 0-9 0,0-1 1 0,0 1 1 15,0-1 5-15,0 1-8 0,0 0 0 0,0 0-3 0,0 0 3 0,0 0-10 16,0 0 1-16,0 0-5 0,0 0-2 16,0 0 4-16,0 0-3 0,1 0 0 0,-1 0-31 0,1 0-118 31,0 0-43-31</inkml:trace>
  <inkml:trace contextRef="#ctx0" brushRef="#br0" timeOffset="171163.26">5332 7108 255 0,'0'0'1311'0,"-1"0"-550"0,-16-5 676 0,17 5-1419 0,0 0-17 0,0 0-28 16,0 0 1-16,-1 0-3 15,-14 23 5-15,13-12-2 0,-1 7 17 16,0 4-4-16,-1 6 8 0,-1 4 5 0,-7 0-4 15,5 7 4-15,-2 5-5 0,0 2 6 0,-1 2-3 16,0 1 2-16,1 1-3 0,1 1 0 0,1-3 5 16,1-1 0-16,2-4 2 0,0-3-6 0,2-5-71 15,1-4-12-15,2-4-30 0,0-6-137 0,1-5-101 16,3-4-31-16</inkml:trace>
  <inkml:trace contextRef="#ctx0" brushRef="#br0" timeOffset="171512.81">5733 7084 3363 0,'0'0'93'0,"0"0"-73"0,0 0-14 16,-1 1-13-16,-13 21-10 0,10-10 17 0,0 2 2 0,-3 5 4 0,0 3-4 0,-3 2-1 31,-1 2-3-31,-2 1 2 0,1-1 0 0,0 2-1 15,1 1 1-15,2 0-2 0,0 2 2 0,0-2 0 16,2-3 3-16,2-2-2 0,0-4 3 0,2-2-4 16,1-2-2-16,1 0-1 0,2-1-2 0,1-2-11 15,3-1 3-15,0-2-5 0,3-2 11 0,2-1 4 16,2-3 1-16,2-1 2 0,2-1 5 0,5-1 5 0,3-3-3 16,1-1 2-16,2-1-4 0,0-1-5 0,0-2 0 15,-1 0-1-15,-1-2-2 0,1 1-2 0,0-1-3 16,0-1 0-16,0 2-6 0,-3-1-48 0,-1 1-19 15,-4 1-18-15,0-1-133 0,-2 0-34 0,0-2-19 0,1 1-23 16,0-1-260-16</inkml:trace>
  <inkml:trace contextRef="#ctx0" brushRef="#br0" timeOffset="171749.56">5886 7215 3506 0,'0'0'112'0,"-1"0"-8"0,-10 18-96 0,7-7-21 15,1 2 2-15,1 5-7 0,-1 4 26 0,0 5-2 16,1 4 1-16,-3 4-4 0,1 0-4 0,0-1 0 16,-1-1 2-16,1 0-1 0,-1 2 4 0,0 1-3 0,0 2 3 15,-1-4-3-15,1 0 2 0,0-3-3 16,-1-2-6-16,1-1-2 0,-1-2-47 0,2-3-107 0,0-1-9 15,0-4-41-15,2-2-105 0,0-3-137 0,2-4-190 0</inkml:trace>
  <inkml:trace contextRef="#ctx0" brushRef="#br0" timeOffset="172133.96">6577 7292 1518 0,'0'0'1729'0,"0"-1"-1219"16,0 1-398-16,0-1-27 0,-13-15-85 0,13 16 5 16,0 0-4-16,0-1 3 0,-1 1-9 0,-20-15-3 0,11 13 4 15,0 1-4-15,-1 1-4 0,-2 2-10 0,-1 2 0 16,-2 4-2-16,-2 2 1 0,-2 3 7 0,0 2-2 15,1 5 5-15,-1 2 13 0,-1 4-2 0,1 3 2 0,1 2-2 16,3 1 2-16,5 2 11 0,2-1-1 0,2 1 3 16,2 1-8-16,2-2-3 0,2-1-2 0,3-5 0 15,3-3-3-15,3-1 0 0,1-3-1 0,2-2 1 16,3 1 0-16,2-5 2 0,3 0 5 0,3-3-3 16,-1-1 5-16,2-2-1 15,-1-2-5-15,0-1 2 16,0-2-5-16,-2 0 1 0,2-1-3 0,0-2 3 0,1 1-1 15,0 0-15-15,0-1 4 0,-1-2-16 0,0 1-80 16,0-2-331-16,1-2-39 0</inkml:trace>
  <inkml:trace contextRef="#ctx0" brushRef="#br0" timeOffset="175296.19">5161 8091 2647 0,'0'0'149'31,"-1"0"-12"-31,1 0 1 0,-1 0-24 0,1-1-71 0,0 1-24 16,-1-1-6-16,0 1 4 0,1-1-17 0,-7-15-3 16,7 16 3-16,0 0-5 0,0 0 2 0,1 0 1 15,0 0-4-15,-1 0 4 0,16 6-1 0,-16-6 9 16,0 0-1-16,1 0 4 0,-1 0-3 0,20 8 7 0,-20-8-1 16,1 0 3-16,18 2 8 0,-11-2 1 0,2 0 2 15,2-1-1-15,1 1-6 0,0-1-1 0,1 0 2 0,0 0 0 16,1 0 0-16,0 1-7 0,0-1 2 0,0 0-3 15,0 1 8-15,0 0-11 0,0 1 5 0,0-1-7 16,0 0-3-16,3 1 3 0,0-1-7 0,1 0 6 16,0 0-2-16,1 0 2 0,0-1-1 0,1-1 0 15,-1 1-8-15,2-1 3 0,-2 0 5 0,4 0-2 16,1-1-2-16,1 0 3 0,-1 0-4 0,1-1 5 0,0 1 2 16,-2-1-3-16,0 1 0 0,0 0-1 0,-1 0 4 15,4 0 3 1,-2-1-1-16,0 2 1 0,-2-1-1 0,0 1 0 15,-2 1-2-15,1 0 0 0,-2 1-1 16,0 0 0-16,2 0 0 0,-1 0 0 0,0 0-4 0,0 1 0 16,0 0 1-16,0 0 0 0,0 0 6 0,-1-1-3 15,0 1 1-15,-1-1-1 0,1 0 2 0,1 0-4 16,1 0 2-16,1 0-2 0,-1 0 3 0,0-1-4 16,-2 1 5-16,2 0-5 0,-2 0 3 0,-1 1-3 0,2-1 0 15,-1-1 0-15,2 0 5 0,1 1-7 16,-2-1 7-16,0 1-7 0,-2 0 12 0,-1-1 3 0,-1 1-1 15,-3 0 4-15,0 0 6 0,-1 0-12 0,-1 0 2 0,0 0-6 16,-1 1-3-16,0 1-4 0,0-1 0 0,-3 1-1 16,1 0 4-16,-3-1-40 0,1 1-10 0,-7-2-22 15,0 0-137-15,0 0-305 0,19 7-123 16</inkml:trace>
  <inkml:trace contextRef="#ctx0" brushRef="#br0" timeOffset="176213.06">2138 8425 3622 0,'-1'0'26'16,"1"0"1"-16,-1 0 6 0,-17-6-13 0,18 6-13 0,0 0-15 16,0 0-8-16,0 0 0 0,0 0 1 0,0 0 0 0,0 0-3 31,-1 0-2-31,-15 11 0 0,16-11-14 0,-5 14 3 15,2-5-1-15,-1 4 3 0,1 3 10 16,0 4 15-16,-1 2-2 0,0 6 6 0,1-1-2 0,-1 6 4 16,0 3-1-16,0 5 4 0,0 5-4 0,-1 2 2 15,0 3-1-15,1 3 2 0,-1-1 5 0,2 2-6 16,-1-2 0-16,1-4-2 0,1-4-4 0,1-6 3 16,1-6-19-16,0-7 1 0,1-3-141 0,1-6-102 0,-2-3-22 15,2-4-32-15,-2-10-150 0</inkml:trace>
  <inkml:trace contextRef="#ctx0" brushRef="#br0" timeOffset="176530.05">2114 8416 2423 0,'-4'-3'154'0,"4"3"239"16,0 0-255-16,-1-1-68 0,1 1 2 0,0-1-28 0,-1 1-21 15,0 0-43-15,1-1 1 0,0 1-18 0,0 0-25 0,0 0 11 31,0 0-1-31,0 0 5 0,16 11 12 0,-5-5 12 16,-1 2 6-16,3 0 1 0,1 0 16 16,1 1-3-16,0 0-1 0,1-1-1 0,0 1 4 0,0-2 0 0,-1 1 1 15,-1-1 0-15,-1 0 4 0,-3-1-1 16,0 0 4-16,-2 0-3 0,-2 0 8 0,-1 0-2 0,-1 0 2 16,-2 1-1-16,0-1 11 15,-2 3 6-15,-3 0-2 0,-2 1 3 0,-1 0-8 0,-4 3-14 16,0 1 2-16,-1 2-7 0,-3 1-4 0,-1-1-2 0,0 1-3 15,-2 0 1-15,-1-1-7 0,-1 0-11 0,0 0-2 0,1-1-3 16,0-1-10-16,4-1-66 0,0-2-12 0,4-3-31 16,2-2-143-16</inkml:trace>
  <inkml:trace contextRef="#ctx0" brushRef="#br0" timeOffset="176812.95">2628 8428 3319 0,'-5'1'110'0,"0"2"-67"16,-1-1-4-16,1 0-19 0,-1 3-6 0,-2 1 7 16,2 1-2-16,-5 4 1 0,0 0-15 0,-1 3 2 0,-1 4-7 15,2 2 5-15,-2 3-15 0,1 1 3 0,-1 3-1 16,0 2 2-16,1 2-3 0,1 4 7 0,1 2-5 15,1 0 5-15,1 0-4 0,2 2 2 0,2-2 6 16,3 1-2-16,1-1 3 0,3-4-8 0,2-2 0 0,3-2-5 16,1-3-2-1,1-3-28-15,1-4-9 0,2-3-9 0,1-3-58 16,0-4-64-16,0-1-10 0,1-5-19 0,2-1-40 0,4-6-77 0,1-3-60 16</inkml:trace>
  <inkml:trace contextRef="#ctx0" brushRef="#br0" timeOffset="177064.12">2786 8527 2974 0,'0'0'135'0,"0"0"131"0,0 1-201 0,0-1-49 15,5 17 2-15,1-10-17 0,1 3 6 0,3 3-7 0,0 0 4 16,4 4-5-16,0 0 1 0,0 4 1 0,2 3 3 15,1 2-3-15,0 4-4 0,-1 1 2 0,0-1-3 16,0 2 4-16,-1-1 6 0,0 0-4 0,-2 1 3 16,0-2-8-16,1-2-54 0,0-3-63 0,-1-3-11 0,-1-3-16 15,-2-1-37 1,0-3-55-16,-2-4-21 0,-1-3-25 0,0-3-232 0</inkml:trace>
  <inkml:trace contextRef="#ctx0" brushRef="#br0" timeOffset="177295.98">3197 8439 3207 0,'0'0'262'0,"0"0"-147"16,0 0-15-16,0 1-44 15,-12 15-61-15,12-16 5 0,-8 13 0 0,2-2 2 0,-2 2-8 0,-2 5 5 16,-2 4-4-16,-2 2 4 0,-3 4-11 0,-3 2 12 0,-2 2-5 15,-2 3 5-15,-1 1-5 0,2-1 9 16,0-1-6-16,3-3 3 0,1-2-29 0,0-3-47 0,3-3-2 16,-1-4-23-16,3-1-91 0,2-5-133 0,1-1-27 15,2-4 77-15,2-3 1231 0</inkml:trace>
  <inkml:trace contextRef="#ctx0" brushRef="#br0" timeOffset="177496.78">3128 8587 2558 0,'0'0'440'0,"0"0"-292"15,20-2-2-15,-10 2-96 0,3 0-30 0,2-2-6 16,2 1 1-16,2-1-1 0,-1 0 3 0,2 2-12 16,0-1-1-16,0 1-2 0,-1 0 3 0,-2 0 0 15,-1 0-1-15,-1 1 1 16,-2 0-2-16,-1 0-2 0,-1 0-10 0,-1 0-3 0,-1-1-71 0,-1 0-66 15,-1 1-5-15,1 0-26 0,-1 1-73 0,0-2-146 0,-1-1-290 16</inkml:trace>
  <inkml:trace contextRef="#ctx0" brushRef="#br0" timeOffset="177753.81">3218 8778 3195 0,'0'0'267'0,"0"0"-164"0,0 1-24 0,0-1-38 0,0 1-49 16,22 13 9-16,-11-11 0 0,3-1 5 15,1 0-1-15,3-1 1 0,1 0-4 0,2-1 3 0,1-1-5 0,1-1 2 16,-1 1-1-16,-1-1 1 0,0 2-2 0,1 0 0 16,-2-1 0-16,2 1 0 0,-2-2 1 0,-2 1-16 15,-1-2-4-15,-2 2-7 0,-1 0-28 0,-1-1-46 16,-2 2-6-16,1-2-20 0,-2 1-61 0,0-2-65 0,0-1-11 15,-2 1-29-15,2-2-160 16</inkml:trace>
  <inkml:trace contextRef="#ctx0" brushRef="#br0" timeOffset="177987.04">3791 8430 3239 0,'0'0'138'0,"0"0"100"0,0 1-167 16,0 15-54-16,0-16 8 0,4 16-24 0,0-4 5 15,-1 3 4-15,1 3-1 0,-1 5 2 0,0 0 0 16,-1 1-7-16,0 2-1 0,0 2-2 0,-1 1-1 0,-1 3 2 16,-1-1 1-16,0 0-1 0,0-2-3 0,-1-4-59 15,0-3-5-15,1-3-25 0,-1-1-80 0,1-4-92 16,0-1-9-16,1-5-36 0,0-8-116 0</inkml:trace>
  <inkml:trace contextRef="#ctx0" brushRef="#br0" timeOffset="178295.83">4003 8212 3372 0,'0'0'122'0,"0"0"-85"0,0 0 7 0,0 0-36 16,12 18-10-16,-7-10 0 0,2 3-3 0,1 3 4 0,-1 1 1 0,3 2-2 15,-1 2-2-15,1 2 0 0,1 1-4 0,-1 0 6 16,0 2 2-16,-1 2 0 0,0 1-5 0,1 4 4 16,-2 0-3-16,1 1 4 0,-2 0 0 0,-1 0 10 15,-3 2 2-15,0 0 5 0,-2 1 9 0,0 0-10 16,-2-2 1-16,-2 1-5 0,1 1 2 0,-3-2-6 15,0 2 1-15,-2-2-4 0,0-1-3 0,-1-2-10 16,0 0-7-16,-1-3-4 0,1-1-50 0,-2-3-49 16,-1-3-10-16,-2-2-17 0,-2-2-82 0,-1-3-175 15,-4 0 721-15</inkml:trace>
  <inkml:trace contextRef="#ctx0" brushRef="#br0" timeOffset="178530.64">4285 8612 3436 0,'8'2'118'0,"0"-1"11"0,3 0-72 0,3 0-44 16,5-1 11-16,5-1-21 0,2 1 29 15,0 0-9-15,0 1 2 0,-4 0-6 0,1 0-17 0,-3 1 2 16,0-2-1-16,-1 2 1 0,-1 0-2 0,1 1 2 15,-1 2-6-15,-3-2 1 0,-3 0-38 0,0 1-58 16,-2-3-14-16,-2 3-23 16,0-3-124-16,-8-1-133 0,0 0-54 0</inkml:trace>
  <inkml:trace contextRef="#ctx0" brushRef="#br0" timeOffset="178712.73">4401 8945 3582 0,'3'7'142'0,"2"0"50"16,0 1-133-16,5 0-39 0,4-1 3 0,3 2-12 0,3-1 8 15,1 0-7-15,0 0-6 0,1-1 0 0,2-2-10 16,4 0 3-16,-1-1-9 0,1-2 1 0,-1 0-48 16,-2 0-30-16,1-1-5 0,-2-1-11 0,-2 1-41 0,1-1-37 15,0 0-10-15,-2-2-16 0,-1 1-96 16,0-3-298-16</inkml:trace>
  <inkml:trace contextRef="#ctx0" brushRef="#br0" timeOffset="179844.52">9265 4766 4 0,'0'0'336'0,"0"0"-216"0</inkml:trace>
  <inkml:trace contextRef="#ctx0" brushRef="#br0" timeOffset="180213.13">9252 4848 2526 0,'0'0'121'0,"0"0"157"0,0 0-246 15,0 0-18 1,0 0-2-16,0 0-3 0,0 0 9 0,0 0 21 15,0 0-4-15,0-1 9 0,0 1-14 0,0-1-9 16,0 1-2-16,0 0-3 0,0 0-5 0,0-1 3 16,0 1 1-16,-1 0 0 0,1 0 4 0,0 0-8 15,-1 0 3-15,0 0-5 0,1 0 10 0,0 0-5 16,0-1 5-16,-1 1-5 0,0 0-7 0,1 0-8 16,0 0-10-16,0 0 1 0,0 0-25 0,0-1-107 0,0 1-11 15,0 0-46-15,0-1-149 0,0 1 944 0</inkml:trace>
  <inkml:trace contextRef="#ctx0" brushRef="#br0" timeOffset="181106.3">8508 5587 1921 0,'0'0'168'0,"0"0"7"0,0 0 2 0,0 0-102 15,0 0-65-15,0 0-7 0,0 0-2 0,0 0 6 16,0 0 8-16,0 0-10 0,0 1 4 0,-1-1-6 0,0 0-1 16,1 1 3-16,0-1-4 0,-13 17 4 0,13-17-3 15,0 0-2-15,0 0 4 0,0 0-3 0,0 1 10 0,0-1-5 16,0 1-2-16,-1-1 0 0,1 1 3 16,-1-1 22-1,1 0-4-15,0 1 9 0,-1-1-12 0,-12 17 0 16,13-17 2-16,0 0 0 0,0 0 0 0,0 0-4 15,0 0-1-15,0 0 0 0,0 0-2 0,-1 0 4 16,1 0 1-16,0 0 1 0,0 0 3 0,0 0-1 16,0 0-4-16,0 0 4 0,0 0-1 0,0 0-7 0,0 0 6 15,0 0-7-15,0 0 5 0,0 0 1 0,0 0-7 16,0 0 3-16,0 0-10 0,0 0-5 0,0 0 3 0,0 0-4 16,0 0-2-16,0 0 4 0,0 0 0 0,0 0 3 15,0 0 6-15,0 0-8 0,0 0 4 0,0 0-6 16,0 0 9-16,0 0-3 0,0 0 1 0,0 0-1 15,0-1 11-15,0 1-10 0,0-1 4 0,0 1-6 16,-1 0 5-16,0-1-8 0,1 1-1 0,-1-1-2 16,1 1 5-16,0-1-1 15,0 1 0-15,0 0-1 0,-1 0 2 0,1 0-3 16,0 0 8-16,0 0-7 0,0 0 8 0,0 0-4 0,0 0-3 0,0 0 1 0,0 0-5 0,0 0-4 16,0 0 0-16,0 0-5 0,0 0-24 15,0 0-198 1,0 0-39-16,0 0 33 0,-1 1 944 0</inkml:trace>
  <inkml:trace contextRef="#ctx0" brushRef="#br0" timeOffset="182419.74">5120 8664 3122 0,'0'0'146'0,"-1"0"-15"0,1 0 51 15,0 0-127-15,0-1-27 0,-1 1-50 0,-9-18-10 0,16 14-3 0,4-1 4 16,0 0 7-16,3 0 11 0,0 0-1 0,2 1 4 0,1 1 6 0,1-1 0 31,2 0 0-31,1 0 0 0,1 0 2 0,0 0-2 16,-1 2 6-16,0 0-4 0,-1 0 1 0,-2 1 1 15,-2-1 0-15,-1 1 3 0,-1 1 2 0,-4 0 2 16,1 2-2-16,-3 0 2 0,-2 0 2 0,-5-2 3 16,0 1-6-16,0-1 5 0,4 17-15 0,-4-17 0 15,-8 16 0-15,1-5 2 0,-1 2-2 0,-1 2 6 16,0 0 1-16,-1 1 2 0,-1 0-4 0,3-2 5 0,0 1-5 16,0-3 5-16,2 1-6 0,1-1 3 0,1-1-3 0,2-1 5 15,0-2 1-15,1 0-12 0,1-2 3 16,2 0-8-16,-2-6-4 0,0 0-11 0,0 1-3 0,18 15-2 15,-10-12-1-15,2-1 29 0,2 0-3 0,3 0 11 16,-1-2-4-16,5 0 8 0,2-1-3 0,0-2 4 16,2-1 1-16,-1 0-5 0,-1 1 5 0,-2-1-5 15,0 1 1-15,-4 1 0 0,0 0-3 0,-3 2 2 0,0 1 0 16,-3 1 3-16,-1 1-1 16,0 0 2-16,-1 1-1 0,-3 4 0 15,1-2 1-15,-3 3-1 0,-1 1-1 0,-1 1 2 16,-3 2-2-16,0 2 2 0,-3 1 2 0,-2 4-5 15,0-1 2-15,0 0-3 0,0-1 1 0,1-1-2 16,0 0-5-16,0 0 0 0,0-1-26 0,1-3-59 0,2-4-7 16,0-1-26-16,1-2-104 0,3-7-101 15,0 0-31-15,0 0 96 0,0 0 1293 0</inkml:trace>
  <inkml:trace contextRef="#ctx0" brushRef="#br0" timeOffset="182931.99">5840 8486 2941 0,'0'0'197'0,"0"0"-103"0,0 0-12 0,0 0-33 0,17 0-62 16,-8 0 12-1,3 1-1-15,1 0 5 0,1 0 1 0,0 1-3 16,-1 0 1-16,1 0-2 0,0 1 7 0,0 0-5 15,1 0 3-15,-3 1-5 0,1 1 2 0,-2-1-1 16,0 2 2-16,-1-1-1 0,-2 1 9 0,1 0-5 16,-1 0-1-16,-3 0-1 0,0 1 10 0,-3 0 0 15,-1-1 6-15,1 1-4 0,-2 2 1 0,-2 0-6 16,0 3-4-16,-3 0 1 0,-1 1 1 0,-1 0 0 16,-2 2 4-16,0 0-2 0,0-1 6 0,2 0-11 0,-2-2 4 15,3-2-6-15,-2 0 9 0,3 0-9 16,0-2 3-16,1-1-4 0,0-1 4 0,2 0-5 0,0 0 0 15,2-6-1-15,0 0-1 0,0 1-19 0,4 15 5 16,-4-16-8-16,1 0 20 0,17 9 1 0,-9-6 1 0,3-1 0 16,1-1-1-16,2 1 1 15,2-1 0-15,0-1 2 0,2 2-1 0,0-2-1 0,0-1 0 0,-1 1-1 16,-3 0 10-16,-1 2-9 0,-1-1 5 0,-3 2-6 16,-1-1 8-1,-1 2 1-15,-2-1-1 0,-1 3 1 0,-1 0 0 0,-1 1 7 16,-2 1 0-16,-1 1 2 0,-1 1-1 0,-1 1-6 15,-1 2-1-15,-2 0-4 0,-1 2-5 0,-2 2 8 16,-1 0-1-16,-1 0 4 0,-1 1-4 0,0-1 1 16,0-2-1-16,0 0 1 0,1-1-13 0,0 0-18 15,0-1-8-15,1-2-5 0,1-2-48 0,0-2-79 0,2-1-20 16,1-2-32-16,5-4-195 0</inkml:trace>
  <inkml:trace contextRef="#ctx0" brushRef="#br0" timeOffset="184071.72">6789 8563 1838 0,'0'0'302'0,"0"0"122"0,0 0 60 0,0 0-224 16,0-1-178-16,-1 1-39 0,-16-14-12 0,17 14-4 15,0 0-17 1,0-1 1-16,0 1 0 0,-17-14 1 0,17 14 3 15,-1 0-13-15,0-1 5 0,-18-7-7 0,19 8 13 16,0 0-11-16,-18 0 3 0,18 0-5 0,0 0-3 16,-21 8 1-16,12-4-5 0,0 3 3 0,0-1 0 0,-3 3 0 15,1 2 5-15,-1 0-3 0,0 1 0 0,-1 2-6 16,0 2-2-16,-2 2 2 0,0 4 2 0,-1 2-1 16,1 3 5-16,2 0-3 0,1 4 13 0,2-1-4 15,1 1 1-15,2 2-2 0,1-1 6 0,2 2 4 16,2-2 3-16,2-1 0 0,2-2 8 0,3-3-7 15,2-1-2-15,2-3-2 0,1-1-5 0,5-3 0 0,1-2 2 16,5-3-1-16,1 0-1 0,1-4-1 0,1 0-1 16,1-2 0-16,-2-3-8 0,2-2 0 0,0-2-3 0,3-2 3 15,1 0-5-15,3-2-56 0,-2-2-17 0,1-3-24 32,-1-1-159-32,5-3-237 0,3-3-321 0</inkml:trace>
  <inkml:trace contextRef="#ctx0" brushRef="#br0" timeOffset="188262.26">1046 8877 2663 0,'0'0'171'16,"0"0"-72"-16,0 0 86 0,0 0-186 0,0 0 3 31,0 0-3-31,14 4 1 0,-5-1 2 0,4-1-2 15,2 0 0-15,-5-1-2 0,9 2 1 0,2 1-1 16,0-1-4-16,1 0 7 0,2 0-2 0,-2 1 4 0,2-2-3 16,0 1 0-16,3 0-2 0,1-1 1 0,1 1 1 0,-2-2 0 15,-1 1 0-15,2-1-2 0,1-1-6 0,1 0 10 16,0-1 2-16,1-1 2 0,0-1-2 0,-2 0 3 16,0 0-4-16,-2-1 3 0,0 0-5 0,-1-1 8 15,1 1 1-15,-2-1 1 0,-3 1 0 0,-2-1-2 16,-3 1 1-16,-2 0-4 0,-1-1-49 0,-4 1-71 15,-1 1-20-15,-1-1-18 0,-2 2-83 0,-2-2-84 16,-4 4-33-16</inkml:trace>
  <inkml:trace contextRef="#ctx0" brushRef="#br0" timeOffset="188447.11">1778 8687 1974 0,'0'0'158'0,"0"0"307"16,0 0-340-16,-1 0-76 0,1 0 0 0,0 0-26 15,-1 0-16-15,0 0-3 0,1 1 2 0,0-1-1 16,0 1 7-16,11 16-8 0,-5-12 0 0,2 1-3 0,-1 1 0 16,1 3 2-16,-1 0 2 0,-2 2-1 0,-1 2 7 15,-2 2 0-15,-1 0 2 0,-3 3-1 16,-2 0-2-16,-2 2-29 0,-2 2 0 0,-4 0-22 0,-2 1-137 0,-4 0-458 16</inkml:trace>
  <inkml:trace contextRef="#ctx0" brushRef="#br0" timeOffset="188833.34">900 7417 3433 0,'0'0'57'0,"0"0"-83"16,0 0-2-16,0 0-25 0,0 0-1 0,0 0 24 16,17 0-5-16,-5 3 14 0,1 0 16 0,3 1 5 15,1 0 1-15,1 0 1 0,2 0-12 0,4-1 12 16,2 1-5-16,2-2 7 0,2 1 0 0,-1-2 4 15,0 1 1-15,-2-1-2 0,2 0-7 0,3-1 4 16,0 0 0-16,2 0 2 0,-1-1 2 0,-3-1-3 0,0 0-4 16,-2-1 1-16,1 1-3 15,0-1 1-15,0-1 3 0,-2 1-2 0,-2-1-3 0,-4 1-97 0,-2-2 6 16,-3 1-42 0,-1 0-43-16,-3-2-28 0,0 0-11 0,-3 0-8 15,-1-1-70-15</inkml:trace>
  <inkml:trace contextRef="#ctx0" brushRef="#br0" timeOffset="189036.72">1620 7174 2172 0,'0'0'161'0,"0"0"298"15,-1 0-308-15,1-1-59 0,-1 1 0 0,1-1-25 0,0 1-39 16,-1-1-20-16,1 1-1 0,0-1-6 0,0 1 1 0,1 0-10 16,19-13 8-16,-10 15-11 0,1 0 9 0,1 1 0 15,-1 0 0-15,2 2 1 0,-1 1-3 0,0 1 2 16,-1 2 1-16,-2 2 1 0,-1 2 6 0,-3 1-7 15,-2 2 6-15,-2 2-5 0,-3 2 4 0,-3 3 4 16,-3 2-6-16,-4 4 5 16,-1 2-9-16,-2 2 0 0,1 0-10 0,0-1-8 15,1 0-173-15,-2 2-389 0</inkml:trace>
  <inkml:trace contextRef="#ctx0" brushRef="#br0" timeOffset="190163.99">7906 7933 2545 0,'0'0'174'15,"-1"0"43"-15,1 0 9 0,-20-6-44 0,20 6-82 0,-16-9-70 16,16 9-4-16,-1 0 5 0,-17-4-6 0,18 4-18 16,0 0-4-16,-20 1-3 0,13 2-8 0,-2 0-17 15,0 2 5-15,-1 4-11 0,-1 0-11 16,0 4 4-16,-2 4 2 0,1 4 3 16,-1 2 19-16,1 4 0 0,0 3 5 15,2 0-2-15,0 2 21 0,3-2 8 0,2 0-1 0,3-2 3 0,2 0-7 0,3-2-8 0,3-2-1 16,2-3-3-1,1-3-2-15,1-3-2 0,2-2 0 16,0-3-1-16,0-2-3 0,2-4-16 0,0-2-3 0,1-2-6 16,1-2-28-16,-1-4-84 0,2-2 6 0,0-6-40 15,1-2-75-15,3-7-178 0</inkml:trace>
  <inkml:trace contextRef="#ctx0" brushRef="#br0" timeOffset="190629.52">8155 7622 2775 0,'0'0'243'0,"0"0"-116"16,0-1-4-16,0 1-41 0,0-1-46 0,0 1-14 15,0 0-3-15,0 0-3 0,0 0-18 0,-7 12 2 16,6-1 2-16,-1 4 1 0,2 2-5 0,-3 4 1 16,0 2-4-16,0 2 4 15,-1 2-1-15,0 3-4 0,-1 0 3 16,0 4-3-16,-1-2 7 0,1 0 1 0,0-1 0 15,0 0 1-15,0-2 4 0,-1 1-4 0,0-1 2 16,0-3-3-16,0-2 2 0,3-3-1 0,0-3-2 16,0-1 0-16,1-3 0 0,-1 0 2 0,1-3-6 0,1-3 1 15,1-8-35-15,0 0-11 0,0 1 7 0,0-1-6 16,0 1 23-16,0-1 3 0,0 0 3 0,0 0 0 16,1-9 16-16,1 0 2 0,0-4 0 0,2-2 3 15,-3-3 11-15,1-1-1 0,1-2 0 0,1-1-2 0,2 0-6 16,0 2 4-16,2 1 2 0,-1 2 1 0,0 1 17 15,1 2 7-15,0 1-3 0,-1 3 3 0,-1 2-17 16,0 2-9-16,0 3 0 0,0 1-4 0,0-2 5 0,-6 4-14 16,0 0 4-16,0 0-8 0,17 1-2 0,-17-1-1 15,0 0 4-15,14 18-1 0,-9-8 17 0,-1 5-8 16,0 1 1-16,-1 3-3 0,0 2 0 0,-1 1 3 16,0 2 2-16,-1 1 0 0,1-1-4 0,-1 0 3 15,-1 0-5 1,1 0 3-16,0 1-5 0,1-1-19 0,1-2-27 15,-1-2-1-15,2-1-130 0,0-6-54 16,1 0-2-16,0-5-21 0,1-3-32 0,1-2-76 0,-1-3-219 0</inkml:trace>
  <inkml:trace contextRef="#ctx0" brushRef="#br0" timeOffset="191073.02">8343 8021 1523 0,'0'0'564'0,"0"0"-292"0,0 0-64 0,0 0-50 0,0 0-118 15,0 0 1-15,0 0-6 0,0 0 5 0,-2 16-8 0,2-16-16 16,1 1 3-16,13 16-7 0,-14-17 4 0,13 11-10 16,-5-6-3-16,0-1-1 0,1-3-2 0,1 0 2 15,2-2 1-15,0-1 2 0,0-2 1 0,1-2 4 32,0 0-1-32,-1-2 1 0,-1 1 4 0,1-3 4 15,-1 1 3-15,0-2-1 0,0 1 9 0,-1-1-1 0,-1 0-2 0,0 1 0 0,-2-1-5 0,0 1-3 31,-2-1-3-31,-1 1 0 0,-1 2-8 0,-2 0 3 0,-1-1 2 16,0 1-3-16,-2 1-5 0,-1-1 2 16,-1 2-3-16,-2 0 2 0,0 0 0 0,-2 1-4 0,-1 2 0 15,-1 0-1-15,-3 3-1 0,-1 1-4 0,-2 2 1 0,0 4-2 16,0 0-6-16,2 3 11 0,-1 2-2 0,2 1 4 16,1 1 0-16,2 1-7 0,2 1-1 0,1 3-2 15,1 2 1-15,2 1 7 0,0 3-1 0,1 0 2 16,2 0 3-16,1 2-1 0,0 0 0 0,2-2 0 15,1 1 5-15,0-2-9 0,1-1 2 0,1-1-5 0,0-2-23 16,1-3-11-16,0-1-7 0,2-4 2 16,0-1-5-16,1-3-4 0,1-1 7 0,1-4-8 0,1-1-3 0,1-4-34 31,2-3-6-31,2-2-11 0,2-2-50 0,1-3-79 0,1-3-21 0,1-2-55 0,0-3-452 0</inkml:trace>
  <inkml:trace contextRef="#ctx0" brushRef="#br0" timeOffset="191345.41">8793 8058 1389 0,'7'-13'232'0,"0"-2"-30"16,-1 1-8-16,-2 0-10 0,0-1-35 0,-2 3-25 16,-1 0 6-16,-2 1-16 0,-1 2-8 0,-1 1-16 0,-1 1 0 15,0 2-6-15,-2 0-14 0,0 0-32 0,-1 1 2 16,-1 0-13-16,-1 3-3 0,-1 0-6 0,-2 1 0 16,1 3-2-16,-1 0-10 0,0 3 4 0,1 1 0 0,0 2 2 15,0 0 1-15,0 3-10 0,1 2-3 0,0 1-2 16,1 3-8-16,0 2-5 0,2 2 7 0,0 3-6 15,1 2 6-15,0 2 7 0,1-1-7 0,2 0 7 16,2-3-12-16,1 0 7 0,1-3-14 0,2-1 7 0,2-2-44 16,1-2 16-16,1-2 7 0,1-3 1 15,0-2 8-15,2-4 15 0,1 0-6 0,-1-5 11 0,1-1 5 0,1-3-14 16,0-3-8-16,1-3-4 0,3-2-31 16,1-6-38-16,-1-2-7 0,2-4-15 0,-1-4-61 0,-1-2-56 31,0-3-6-31,-2-4-31 0,0 0-171 0</inkml:trace>
  <inkml:trace contextRef="#ctx0" brushRef="#br0" timeOffset="192045.51">9021 7483 1940 0,'-2'-9'215'0,"0"1"-73"0,-1 1 2 16,1 2-30-16,2 5-25 0,0 0-31 0,-1 0-3 15,0 0-11-15,1 0-34 0,-20 3-6 0,17 5-4 0,-2 3 1 16,0 2-1-16,0 3 11 0,0 1-4 0,2 6 8 15,0 2-9-15,0 3 18 0,0 2-4 0,1 1 7 16,-2 2-11-16,2 0 0 0,0 1 2 0,-1 2-3 16,1 1-1-16,-1 1-10 0,0 0 3 0,1-2-5 0,-1 1-2 15,1-2 5-15,-1 0-2 0,1-1 3 0,-1-3-5 16,1-3 2-16,2-1 1 0,-2-3 0 0,2-1 2 16,-1-2 3-16,0-4-2 0,1-1 2 0,0-4 4 0,0-2 4 31,-1-3-9-31,1-7 3 0,0 1-28 0,0-1-7 15,0 1 0-15,0-1-1 0,0 0-1 0,0 0 2 16,0 0 3-16,-6-6-2 0,4-5-14 0,2-3 3 16,-1-2-2-16,0-6 7 0,-1-1 20 0,2-3 2 15,-3-4 5-15,2-1-3 0,0-3-1 0,1 0 3 0,0 1-3 0,2 1 5 16,1 4 7-16,1 4 17 0,0 5 3 16,0 3 4-16,-1 1 11 0,0 3-10 0,1 1-4 15,-1 1-2-15,1 1-12 0,1 2 0 0,1 0 0 0,1 2-1 16,1 0-8-16,1 0 2 15,2 2-2-15,1 0 1 0,1 1 0 0,1 1-2 0,1 1 2 0,0 1-3 16,-1 1 2-16,-1 3 6 0,1 0-6 0,-2 2 6 16,0 1 0-16,-1 0-4 0,0 2 3 0,-2-1-3 0,-2 1 1 15,-1 1-2-15,0 0 0 0,-2-1-2 0,0-1-5 16,-2 0-5-16,-2-1 5 0,0-1-5 0,-2 2 2 16,-3-2 6-1,-1 0-7-15,-1 2 7 0,-2-1 3 0,-1 0 5 16,-2 1 5-16,-2-1-3 0,-1-2-1 0,0-1 8 15,0-1-4-15,1-1 6 0,1-1 4 0,0-1 15 16,1-1-3-16,2-1 5 0,0 0-23 0,2-1-2 16,2 2-3-16,6 0 1 0,0 0 2 0,-1 0-7 15,1 0-1-15,0 0-4 0,0 0-9 0,0 0-2 16,0 0-1-16,0 0 2 0,10 18 5 0,-2-12 4 0,2 0 2 16,2 1 1-16,0 1 10 0,1 1-3 15,2 0 8-15,2 2-6 0,0-2 16 0,1 2 13 0,-1 0-6 16,2 0 8-16,0-1-7 0,0 1-3 0,2-1 1 15,-1 2-2-15,0 0-4 0,-2 0-13 0,-1 0 3 0,0 2-7 0,-1-2-8 16,-1 2-3 0,1-1-2-16,-3-1-1 0,1 0-17 0,1-1-85 0,-1-1-23 0,2-3-36 15,1 0-224-15,1-4-773 16</inkml:trace>
  <inkml:trace contextRef="#ctx0" brushRef="#br0" timeOffset="194528.56">5129 8045 1285 0,'-5'1'473'0,"5"-1"-170"16,0 0 232-16,0 0-482 0,-1 1-22 0,1-1-35 16,-1 1-2-16,1-1-1 0,0 1 5 0,-1-1 2 0,0 1 10 15,1-1-3-15,0 0 5 0,0 1-15 0,1-1 2 16,15 13 1-16,-16-13 2 0,0 0 9 0,20 8-2 16,-20-8-3-16,15 8 3 0,-8-4 3 0,1 1 0 15,1 0 3-15,-1 0-4 0,2 0-4 0,2 0 18 16,-1 0-7-1,1-1 11-15,2 0-9 0,0-1 6 0,1 0 2 16,0-1 2-16,1 1 6 0,0-3-2 0,1 2-7 16,-1-2 2-16,0 0-14 0,2 0 8 0,2-1-3 15,0 0 3-15,0 1-7 0,1 0 1 0,0 0 1 0,-1 0-1 16,0-2-7-16,-1 1-3 0,0 0-2 0,0 1 2 16,-1 0 5-16,1 0-3 0,3-1 1 0,-2-2-2 15,1 3-4-15,-1-1-3 0,0 1 2 0,-1 0-1 16,-1 0 5-16,-1 0-7 0,0 0 1 0,-2 2-1 15,-1-1 1-15,3 0 1 0,-3 0 1 0,2 1 0 0,0 0 1 16,0-1-4-16,-1 2-14 0,-1-1 0 16,-1 1-79-16,0 2-91 0,-1 0-11 0,0 1-34 0,0 0-113 0</inkml:trace>
  <inkml:trace contextRef="#ctx0" brushRef="#br0" timeOffset="195462.28">5296 9241 980 0,'-5'3'501'0,"1"-1"-164"0,4-2 242 0,-1 0-456 16,1 1-29-16,0-1-44 0,-18 14-11 0,18-14-6 0,0 0 4 15,0 0-36-15,0 1 8 0,0-1-5 0,0 0 7 16,0 1 2-16,0-1 9 0,16 17 0 0,-16-17 3 16,0 0-3-16,19 3 6 0,-11-2-4 0,2 1 5 15,0-2-3-15,0 0-2 0,0 1-2 0,0 0-1 16,1 0-9-16,-1 0 4 0,1 0 4 0,0 0 0 0,0 2 5 16,2-2-2-16,0 0-4 0,1 0 3 15,0 0 0 1,1 2-5-16,0-2-1 0,0-1-3 0,0-1-4 0,1-2-4 15,-1 0 7-15,1 0-6 0,-1 3 4 0,0-2-5 16,1 1 0-16,0-1-1 0,3 0 1 0,0-2 1 16,1 1 0-16,-1 2 0 0,1-1-2 0,-1 1 5 15,0 1-2-15,0-2 2 0,-1 3-3 0,-1-1 11 16,-1 0-6-16,1 1 6 0,1-1-9 0,1 0 0 16,2 2 5-16,0-3-2 0,-2 0 6 0,1 1 2 0,-1-1-6 15,0 0 4-15,1-1-6 0,-2 3-1 16,2-3 6-16,-2 0-4 0,3 0 1 0,-1-2-6 0,3 3 2 15,-3 0-1-15,1-1 2 0,-1 1-4 0,-1 1 1 16,-1 0-1-16,-1-2 5 0,2 0-1 0,0-2-2 0,3 1 0 16,-1 1-5-16,2 0 2 0,-2-2 0 0,1-1 1 15,-1 0 5-15,-1-1-11 0,-2 2 7 0,1 0-8 16,-1 0 5-16,2 0 2 16,1 1-4-16,0 0 3 0,-2 0-3 0,0 2 3 0,-1 0-2 0,-3 1 2 0,2 0-8 15,-2-2 5 1,-2 2-1-16,1 0 5 0,0 1-1 0,0 1-4 0,1-2 1 0,0 0-2 0,0 1 0 0,0 0 6 31,0 0-2-31,-1 0 2 0,-1-1-13 0,0 2 11 16,-1 0-4-16,-2 0 8 0,0 0-6 0,1 0-3 15,-2 0 2-15,0 1-1 0,-1-1 1 0,0 1-1 16,0 0 2-16,-1 0-2 0,0 0 1 0,1 1-27 0,-2-3-12 16,2 2-10-16,0-1-83 0,3 0-148 15,-1 2-12-15,2-4-64 0,3 0-213 0</inkml:trace>
  <inkml:trace contextRef="#ctx0" brushRef="#br0" timeOffset="197262">9464 7934 2527 0,'-6'2'159'0,"0"0"-2"16,1 1-2-16,5-3-48 0,-1 0-73 0,1 0-39 16,-1 0-4-16,1 0-5 0,0 0-26 0,-1 0-1 15,1 0-1-15,-1 0 0 0,1 0-2 0,0 0 5 0,-1 0-11 16,1 0 1-16,0 0-83 0,0 0-30 0,0 0-18 15,0 0-6-15,1 0-102 0</inkml:trace>
  <inkml:trace contextRef="#ctx0" brushRef="#br0" timeOffset="197898.24">9687 7029 2486 0,'0'0'120'0,"0"0"-71"15,0 0 0-15,0 0-23 0,0 0 3 0,0 0-8 0,0 1 5 16,0-1-7-16,5 19 2 0,-5-19 7 0,3 16-4 0,-1-6 5 16,-1 2-4-16,0 1-2 0,0 1 4 0,0 1-2 15,0 1 10 1,-1 1-3-16,0 2 0 0,0 0-3 0,1 1-9 16,-1 2-6-16,1-1-1 0,-1 2-2 0,0 0 0 0,-1 2-5 0,-1 1 4 0,0 2-5 15,0 0 1 1,-1 1-1-16,1 0-1 0,0-3 0 0,0 0-1 0,-1-2 3 15,2-2-1-15,-1 0 3 16,2-1 1-16,-2-4-9 0,2-3 2 0,0-2-6 0,0-3-42 0,0-3-111 16,0-6-6-16,0 0-42 0,0 0-76 0,0 0-148 15</inkml:trace>
  <inkml:trace contextRef="#ctx0" brushRef="#br0" timeOffset="198261.77">9949 6980 2427 0,'0'0'365'0,"0"0"-235"0,0 0 7 0,0 0-89 16,0 0-52-16,-1 0 4 0,0 0-2 0,1 0 2 16,-15 19-18-16,11-8 9 0,0 3-3 0,-3 4 6 15,1 1 4-15,-3 1 0 0,1 2 0 0,-2 1 0 16,-2 1 3-1,1 2 2-15,0-2-1 0,2 0 0 0,0-2 3 16,2-2-5-16,1-1 3 0,2-3-3 0,1-2 5 16,1-3 3-16,1 0 3 0,1-3-1 0,1-1 10 0,3 0 1 15,0-1-5-15,2-2 4 0,0 0-11 0,3-1-3 16,2-2 1-16,1 0-2 0,2 0 2 0,1-2-4 16,1 0 0-16,1-2-3 0,0-1-5 0,-1 1 4 0,1-2-3 15,0 1 4-15,0-2-3 0,0 1-1 16,-1 0 2-16,0-1-4 0,1 1-28 0,0-1-43 15,-2-1-11-15,-1 1-13 0,-1-1-60 0,-1 0-68 0,0-1-14 16,-1-2-34-16,-1-1-211 0</inkml:trace>
  <inkml:trace contextRef="#ctx0" brushRef="#br0" timeOffset="198520.07">10106 7010 2541 0,'0'0'106'0,"-1"0"88"0,0 0-155 16,-15 11-17-16,16-11-3 0,0 0-3 0,-5 20-7 0,3-10-2 15,-1 1 0-15,-1 2-2 0,1 3-6 0,0 1 4 16,-1 2-2-16,-1 2 5 0,0 0-1 0,-2 0 0 16,2 1 2-16,-1 1-2 0,1-1-1 0,0 1 1 15,0-2-2-15,1 2 2 0,0-1-3 0,-1 1 2 16,-1-1 0-16,0 1 0 0,1-1-1 0,1 0-5 15,0-1-31-15,2-1 2 0,1-1-169 0,1-2-88 16,0 0-28-16,2-4 105 0,2-2 1363 0</inkml:trace>
  <inkml:trace contextRef="#ctx0" brushRef="#br0" timeOffset="198829.55">10361 7085 3086 0,'0'0'118'16,"0"0"-26"-16,0 0-27 0,-1-1 11 15,1 1-30-15,0-1-25 0,-19-10 0 0,19 11-12 0,-13 6-18 0,4-1-4 16,-1 2 0-16,-2 2-2 0,-1 4 4 0,-2 4 1 16,1 3 2-16,-1 4-1 0,0 1-3 0,1 3 11 15,1 0-2-15,-1 1 5 0,0 3 5 0,2 0-1 16,2 2-1-16,0 0-1 0,1-1-3 0,3-1-3 15,1-3 2-15,3-2-3 0,2-1 4 0,3-3 0 16,1-1 1-16,3-4 0 0,1-2 4 0,2-3-6 16,0-3-1-16,2-2-2 0,1-2-1 0,1-1-2 0,0-3-2 15,2-2 0-15,0-2-4 16,2-2-6-16,2-2 1 0,1-2-4 0,0 0-9 0,0-2-153 0,0-2-3 16,-3-2-66-16,1-2-145 0</inkml:trace>
  <inkml:trace contextRef="#ctx0" brushRef="#br0" timeOffset="199061.65">10497 7235 2936 0,'0'0'114'0,"0"0"102"0,0 1-194 0,-1-1-18 15,-9 19 5-15,10-19-9 0,0 0 3 0,4 17-2 16,-4-17-1-16,0 1-1 0,8 16-3 0,-8-17-3 16,1 1-2-16,-1-1-4 0,0 1-42 0,18 11-88 15,-18-12-2-15,0 0-32 0,0 0-38 0,0 0-75 0,18-3-17 16</inkml:trace>
  <inkml:trace contextRef="#ctx0" brushRef="#br0" timeOffset="199849.13">10684 7035 3068 0,'0'0'122'0,"0"0"91"16,0 0-171-16,0 0-32 0,0 0 2 0,0 0-12 16,0 0-3-16,0 0-11 0,1 0 2 0,16 10-4 0,-7-7 8 15,2 0 1-15,1-2 2 0,1 1 0 0,1 0 0 16,-1 0 2-16,1 1 3 0,-1-1 0 0,-2 1 0 0,-2 1 4 15,0-2-4-15,-2 2 5 0,0 0 4 0,-2-1 1 16,-1 1 0-16,-5-4 0 0,0 0-3 0,0 0 0 16,11 17 1-16,-11-17 0 0,0 0 1 0,2 17-1 15,-2-17 0-15,0 0-1 0,-9 21-4 0,4-12 0 16,-2-1 0-16,0 2 1 16,-2-1 0-16,0 0-5 0,0 0 2 0,-2 1-3 0,0-2 2 0,1 0 4 0,1 0-3 15,0-2 5-15,1 1-8 0,3-2 0 0,1 1 2 16,4-6 0-1,0 0-3-15,0 1-3 0,-5 15-4 0,5-16 2 16,0 0-5-16,0 0 2 0,0 1 0 0,22 17 0 16,-14-14 2-16,1-2 4 0,0 1-2 0,2 0 2 15,0 0-2-15,1 0 5 0,0 0 1 0,1 0-1 16,-1 1-1-16,1-1 2 0,-1 2-2 0,-1-1 2 16,1-1 1-16,0 1 3 0,-1-1 4 0,0 2-2 15,-2 0-5-15,0 0 7 0,-2 0-3 0,-2 1 5 0,0 0-4 16,-1 1 0-16,-1-1-1 0,-1 2 1 0,-1-1 3 0,-1 2 0 15,-2-1-2-15,-1 2 2 0,-2-1-8 0,-1 2 3 16,-2-1 3-16,-2 1 0 0,-2 0 9 0,-1 0-11 16,0 0 1-16,0-2-5 0,-1 0 7 0,3-1-5 0,0-1 4 15,0 0-5 1,3 0 1-16,-1-2-11 0,1 2 0 0,1-3-4 0,1 1-12 0,-1-1-35 16,2-2-9-16,5-2-12 0,-1 0-53 0,1 0-49 15,-16 2-10 1,16-2-18-16,0 0-79 0,0 0-234 0</inkml:trace>
  <inkml:trace contextRef="#ctx0" brushRef="#br0" timeOffset="200696.91">10943 6925 2399 0,'0'0'95'16,"0"0"70"-16,0 0-132 0,0-1-14 0,-1 1 2 16,1-1-7-16,0 1-5 0,0 0 0 0,0 0-5 0,0 0 3 15,0 0-9-15,0 0 14 0,1 0 1 0,20 10 7 16,-21-10 20-16,17 6 3 0,-8-2 1 0,1-1-1 16,0 0-3-16,1 0-4 0,-2-1 4 0,1 2-4 15,-1-1-4-15,0-1 0 0,0 1-8 16,0 0 4-16,0-1-12 0,-1 1-4 0,0 1 3 0,0-1-4 0,0 1 2 15,-1-1-9-15,0 0 2 0,0 1-4 0,0 0 9 16,-1 0-2-16,-6-4-2 0,0 0 0 0,1 1-3 0,11 15 7 16,-12-16-1-16,0 1 2 0,2 17-5 0,-2-18-1 15,0 0 0-15,-6 22 1 0,2-15-5 0,0 3 0 16,-1-2 1-16,-1 0 1 0,-1 2 4 0,0-1-2 16,1-1 0-16,1 2-1 0,1-2-5 0,0 2 4 31,-1-2 0-31,-1-1 3 0,1 0 1 0,1-2-4 0,2 1-4 0,-1-1 0 15,3-5 1-15,0 1 5 0,0-1-2 0,-12 16 3 16,12-16-4-16,0 0-3 0,0 1 1 0,-1-1-1 16,1 1-1-16,-12 15 4 0,12-16-2 15,0 0 2-15,0 0-5 0,0 0-9 0,0 1 5 16,0-1-6-16,0 1 6 0,1-1-2 0,18 14 2 0,-19-14-2 16,14 5 3-16,-5-3 5 0,0 0 0 0,1 0 0 15,1 2 0-15,3-1-4 0,0 2 3 0,2 0-2 16,0-2 3-16,-2 2 1 0,1 0-4 0,-3 0 3 0,1 1-4 15,-1 0 5-15,-2 0 3 0,-1 0 1 16,-1 1 2-16,-2-1-1 0,-1 1 0 0,-2 1 2 0,-1-1 7 0,0 2-3 16,-2-1 3-16,0 1-5 0,-3 0-1 15,-1 1 4-15,1 0-1 16,-3 0 3-16,0 1 10 0,-1 0 0 0,-1 0-1 0,-1 0 0 0,-1 0-9 0,0 0 0 16,-2 1-1-16,0 0 0 0,-2 0-3 0,-1-1-5 15,2 2 0 1,-1-2-2-16,0 0 0 0,3 0-3 15,0 0 1-15,3-1-2 0,1 1 0 0,-1-2 0 16,1-1 3-16,0-1-2 0,2 0-1 0,0 0 0 16,-1-2-2-16,2 0 2 0,4-5-2 0,0 0-30 0,0 0-7 15,-1 0-10-15,1 1-49 0,-14 15-38 0,14-16 5 16,0 0-20-16,0 0-28 0,0 0-43 0,0 0-7 0,0 0-15 16,0 0-62-16</inkml:trace>
  <inkml:trace contextRef="#ctx0" brushRef="#br0" timeOffset="201611.65">11622 7088 3191 0,'0'0'118'0,"-1"0"-45"0,-14-9 57 15,15 9-110-15,-1 0-5 0,0 0-6 0,-17-10-19 0,18 10 0 16,0 0-7-16,-19 0-8 0,19 0-10 0,-14 6-1 16,5-1-2-16,0 2 1 0,-2 0 16 0,1 2 0 15,0 3 6-15,0 2 10 0,-2 1 8 0,1 2 3 16,1 2 3-16,-2 1 8 0,0 2 6 0,2 2-4 0,-2-1 5 15,0 0-3-15,1 1-5 0,3 1 2 0,1 2-6 16,0 1-12-16,4-1 8 0,0 1-4 0,2-3 5 16,2-1-5-16,0-3-5 0,4-1 1 0,4 1-3 15,0-2 1-15,1-1-2 0,2-3 3 0,0-2-1 16,1-1 2-16,0-3 1 0,0 0-4 0,2-3 3 0,0-1-5 0,0 0-9 31,0-2 6-31,0-2-6 0,0 0 2 0,1-2-6 0,0-1-12 0,2-1-3 0,-1 0-91 0,0-1-91 31,-2 0-20-31,-1-2-28 0,0-1-116 0</inkml:trace>
  <inkml:trace contextRef="#ctx0" brushRef="#br0" timeOffset="202013.13">11799 7203 1551 0,'0'0'266'0,"0"0"1008"0,-1-1-1230 0,1 1-9 31,0-1-8-31,-1 1 3 0,1-1-19 0,-1 1-1 16,1-1-4-16,-1 1 3 0,1 0-5 0,0-1 6 15,0 1 2-15,1-1 1 0,21-8 5 0,-11 10 12 16,1 1-3-16,2 0 6 0,-2-1-4 0,1 2-14 16,0-1 3-16,0 1-8 0,-2-1-6 0,1 1 3 0,-3-1-4 15,1 0 5-15,-1 0-6 0,0 0 2 16,-1-1-1-16,-2 0 0 0,1 0-4 0,-2 0-48 15,-5-1-1-15,1 0-20 0,-1 0-53 0,1 0-62 16,15-3-8-16,-16 3-23 0,0 0-84 0,0 0-136 16</inkml:trace>
  <inkml:trace contextRef="#ctx0" brushRef="#br0" timeOffset="202212.16">11790 7339 1943 0,'0'0'354'0,"0"0"-218"15,4 19 20-15,0-11-79 0,1 0 52 0,2-1-26 16,1 0-2-16,2-1-9 0,2 1-22 0,-1-2-7 16,2-1-1-16,0 0-3 0,1-1-18 0,0-1-3 15,-1 0-6-15,1-2 2 0,0 0-18 0,0 0-6 16,1-1 3-16,-2-1-4 0,2 0-4 0,0 0-3 16,1-1-2-16,0 0 0 0,-1 0 0 0,-1 0-12 15,0-1-47-15,-2 1 3 0,0 0-240 0,0-1-366 0</inkml:trace>
  <inkml:trace contextRef="#ctx0" brushRef="#br0" timeOffset="204299.01">8608 5154 2255 0,'0'0'97'0,"-1"0"-43"16,0 0-2-16,1 0-18 0,-1 0-41 0,1 0-7 16,0 0-3-16,-1 0 2 0,1 0 8 0,-1 0 18 15,1 0 1-15,0 0 7 0,-1 0 11 0,0-1 18 0,1 1 1 16,0-1 6-16,0 1 14 0,-1 0-6 0,1-1 4 16,-7-15-6-16,7 16-16 0,0 0-16 0,0 0-4 15,1 0-3-15,-1-1-10 0,1 1-1 0,-1-1-4 0,1 1 2 16,15-17-6-16,-16 17-2 0,0 0 0 15,1 0-1-15,-1 0-3 0,0 0 0 0,17-5 0 0,-17 5 0 16,0 0 3-16,0 0 2 0,1 0 2 0,18 4-1 16,-19-4-10-16,1 0 11 0,-1 0-2 0,22 4 7 15,-22-4-3-15,0 0 3 0,19 5-2 0,-19-5 2 16,1 0-7-16,20 3 6 0,-13 0-4 0,1-1 4 0,1 1-4 16,0 1-3-16,0-1 4 0,0 1-4 15,0 0 5-15,0 0 2 16,-1-1-3-16,0 0 2 0,0 0-7 0,0 1 7 15,0 0-5-15,0 0 5 0,0-2-6 0,-1 1 0 16,2-2 5-16,-1 0-3 0,1 2 6 0,1-2-4 16,-1 1 1-16,-1-2 0 0,0 1 0 0,0-1-5 15,0 0 2-15,2 0-3 0,0 0-4 0,1-1 10 16,0 0-6-16,-1-1 9 0,0 1-7 0,0 0-2 16,0-1 1-16,0 1-1 0,0 0 0 0,-1-2 1 0,0 2 3 15,0-2-2-15,0 1 5 0,-1 1-7 16,1-3 2-16,0 1-2 0,-2 0 6 0,1 0-2 0,-1 0-1 0,-1-1 0 15,2 0 3-15,-1-1-3 0,0 0 3 16,1 0-3-16,-2 0 1 0,0 1 0 0,0-2 0 0,1 2 1 16,-1 0 2-16,-2-1-8 0,1 1 2 0,0-1-2 15,-1 0 6-15,0 0-1 0,0 0 0 0,0 0-2 16,-1 0-3-16,0-1 1 0,1 1-2 0,-1 0 2 16,0 0 1-16,1 0 0 15,0 0-3-15,0 0 1 0,1-1 1 0,-1 0-2 16,1 1 5-16,-1-1-4 0,0 0 4 0,0 1-3 15,0-1-2-15,0 1 1 0,1 0 4 0,-2 0-2 16,1-1 3-16,-1 1-4 0,-1 0 2 0,0 0-2 16,-1 0 2-16,2 0-1 0,0-1 3 0,1-1-2 15,2 1 3-15,-4 0-3 0,1 0 3 0,0 1-3 16,0 0 0-16,0-1 0 0,-1-2 2 0,1 0 2 16,-2 0-2-16,1-1 1 0,-1 2 0 0,0-1-3 15,1 0 2-15,-1-1-1 0,-1 0 3 0,0 0-2 0,0 0 0 16,0-1-1-16,0 1 3 0,-1-1 0 0,0 2 5 15,0-2-2-15,0 1 11 0,-2-1-12 0,1 0-1 16,-1 1-2-16,0-2-1 0,0 3-3 0,0-2 2 16,0 0-2-16,0 1 4 0,-1-1-1 0,-1 0-4 0,1 1 2 15,-1-1-2-15,1-1-1 0,-1 0 4 0,0 1-2 16,-1-1-1-16,0 1 4 0,-1-1-1 0,0 0 3 16,1 2-4-16,-1 0 1 0,0 0-2 0,-1 0 1 0,-1 0-2 15,0 0 0 1,0 1-1-16,1 0 0 0,-2 0-4 0,0 1 3 0,0 1-3 0,-1 0 2 0,1-1-3 15,0 1 4 1,-1 0-3-16,0 0 3 0,0-1-7 0,-2 1 6 16,1-1-3-16,-1 2 3 0,0-1-1 15,1 0-1-15,-2 1-1 0,1 0-1 0,-1-1 0 0,0 1 4 16,1 1 0-16,-1-1 1 0,0 1-5 0,0 0 3 16,-1 1-1-16,0 1 1 0,-1-1-3 0,-1 1-1 15,1 1-2-15,-3 0 2 0,2 0 4 0,0 1-3 16,-1 0 1-16,3 1-3 0,0-1 0 0,-1 1 3 0,0 1-1 15,1-1 1-15,-1 1 4 16,1 0 1-16,0 1 1 0,-1-1 0 0,0 1 0 0,0 0 0 0,0 1 0 0,1-1 0 16,-1 2-4-16,1-1 5 0,1 2-3 15,-1-1 3-15,2 1 0 0,-1 0-8 0,1 1 7 0,-1 0-8 16,-1-1 11-16,2 2-3 0,-2 0-4 0,1 0 0 16,0 0 3-16,1 2 1 0,-1-2 0 0,2 4 2 15,0-2 5-15,0 1-7 0,1 1 5 16,2 0-5-1,-1 1 1-15,3 0-1 0,1 1-1 0,-1 0 0 0,1 1-1 16,-1 1 4-16,3-1 0 0,0 0 1 0,1 0-6 16,0 0 2-16,2 1-1 0,0 1 2 0,0 0 6 0,0 0-2 15,1-2 1-15,0 0-2 0,2 0-2 0,0 0 6 16,0 0-6-16,2-1 5 0,0 0-7 0,1 0 1 16,0-1 4-16,1-3-1 0,0 1 4 0,1-1-2 15,2 1-3-15,1 0 0 0,0-1 0 0,1 2 4 16,0-2-2-16,-1 0 2 0,0-1-4 0,-1 0-4 15,1-1 3-15,-1 1-2 0,0-1 6 0,0-1-1 0,-1 0-1 16,0 0 1-16,-1-1-2 16,0-1-2-16,0 0-1 0,1 0-5 0,0 0-44 0,0 0-122 0,0-2-28 15,1 0-41-15,2-1-187 0</inkml:trace>
  <inkml:trace contextRef="#ctx0" brushRef="#br0" timeOffset="206911.5">12570 7175 1938 0,'0'0'122'0,"0"-1"12"0,0 1 11 0,0 0-29 16,-4-19-37-16,4 18-21 0,0 1 3 0,0-17-6 15,0 17 2-15,0 0-2 0,0-1-2 0,0-15 1 16,0 16-1-16,0 0-4 0,0 0 1 0,1-18-2 16,-1 18 5-16,0-1 0 0,0 1-1 0,0-1-1 0,0 1-12 15,0-1 4-15,0 1 1 0,-3-16 0 0,3 16-9 31,0 0 3-31,0 0-5 0,0-1 4 0,0 1-10 0,0 0-11 16,-1-1 2-16,1 1-6 0,0-1-6 0,-1 1-3 16,0-1 1-16,-16-8-2 0,17 9-5 0,0 0-4 15,0 0-3-15,-1 0 1 0,-17 8 2 0,18-8 1 16,-1 0-2-16,1 0 1 0,-17 12-1 0,17-12 3 16,0 0-3-16,-16 17 3 0,11-9 1 0,-2 1-4 15,1-1 8-15,-1 5-6 0,0-2 5 0,1 3 0 0,0 1-2 16,0 0 1-16,-1 0 2 0,0 2-5 0,-1 0 1 15,0 2-2-15,1-2 8 0,1 1 0 0,-1 0-1 16,2 1 0-16,0 1-6 0,2 0 5 0,-1 1 0 0,2 0 2 16,1 0 2-16,0-1-1 0,1-1 0 0,1-1 0 15,1-2-2-15,1 0 5 16,-1-1-4-16,1 1 4 0,0 0-1 0,1-1-3 0,0-1 4 16,1-1-2-16,1-2 9 0,0-1-3 0,1 0-2 0,1-2 0 15,0 0-6-15,0-2 2 0,1 0 3 0,3-2-2 0,0 0 1 16,4-1 2-1,-1-2-5-15,1-1 3 0,2-3-10 0,-2 1 4 16,0-2-2-16,0 0 2 0,-1 1 2 0,-1-1-4 16,-1 1-15-16,-2-2 2 0,-1 1-62 0,-3-1-64 15,1 0-18-15,-1 1-27 0,-1-1-172 0,2-1-215 16</inkml:trace>
  <inkml:trace contextRef="#ctx0" brushRef="#br0" timeOffset="207554.4">12641 7172 1900 0,'0'-5'324'0,"1"-1"-209"0,0 1 30 16,-1 0-81-16,0-1-13 0,-1 1-2 0,0-1-6 16,1 1 5-16,0 5 3 0,0-1-8 0,0 1 4 0,0 0-6 15,-6-20 0-15,6 20-2 0,0-1 3 0,0 1-2 16,0 0 3-16,0-1-6 0,-17-13-4 0,17 14-1 16,0 0-14-16,0 0 1 0,0 0-1 0,-1 0 0 15,-15-5-5 1,16 5-5-16,0 0-2 0,-1 0-1 0,1 0-5 0,0 0 1 0,-17-1 0 15,17 1-1-15,0 0 0 0,0 0 2 16,0 0 3-16,-18 5-2 0,18-5-1 0,0 0 0 16,-1 0-2-16,-18 8 1 0,19-8-4 0,0 0 6 15,-17 7-1-15,17-7 3 0,0 0-3 0,-17 9-1 16,17-9-1-16,-1 0-1 0,0 0 3 0,-17 9-7 16,18-9 6-16,0 0-7 0,-1 0 3 0,-15 12-2 15,16-12 2-15,0 0-1 0,-1 1 1 0,-14 15-2 16,15-16-4-16,0 1 3 0,-11 18-3 15,11-19 4-15,-5 16-1 0,3-6 2 0,0-1 4 0,1 3-5 0,0 1 1 16,1 0-1-16,2 1 0 0,-1 0 2 0,3 2 1 16,0 1-3-16,2 0-29 0,2 1-136 0,1 1-18 15,2-1-52-15,0 1-180 0</inkml:trace>
  <inkml:trace contextRef="#ctx0" brushRef="#br0" timeOffset="208644.37">9769 7763 2283 0,'0'0'141'0,"-1"0"13"0,0 0 5 0,-17-12-57 15,18 12-44-15,0-1-4 0,0 1-8 0,-1-1 10 16,-15-13-27-16,16 14-10 0,0 0 0 0,0 0-3 16,-1 0 3-16,0 0-12 0,1 0 3 0,0 0-6 0,-17-6 3 15,17 6 0-15,0 0-1 0,0 0-1 16,0 0-2-16,0 0 9 15,0 1-2-15,0-1 2 0,0 0-5 0,0 1-1 16,0-1 2-16,1 1-1 0,-1-1 5 0,19 17 0 16,-19-17-1-16,1 0 0 0,19 8-8 0,-12-4 5 15,0-1-7-15,1 1 5 0,0 0-8 0,0-1 1 16,1 1 2-16,2-1 0 0,-1 1 6 0,1 0-8 16,3-1-1-16,0 1-3 0,1-1 4 0,0 0 5 15,1 1 2-15,-1-1 2 0,1 0 10 0,0 1 0 16,-1 0 1-16,1 0 0 0,1-1 6 15,2 0-2-15,0 0 2 0,4 0-1 0,-1-1 0 0,1 1-7 0,0 0 1 16,-1-1-4-16,0 1-7 0,0 0-1 0,1 0 0 0,4 0 0 16,-1 0 3-16,0 0-5 0,2 0-2 0,-3 0-1 15,0 1 5-15,-2-2-5 0,1 1 3 0,1 1-4 16,0-2 4-16,4 1-3 0,-1 0 4 0,0-1-4 16,-1 0-3-16,-1 0 5 0,2 0-2 0,1-2 4 15,1 1-5 1,2 0 1-16,-2 0-1 0,-1 0 2 0,0 0 3 0,0 0 0 15,3 1-2-15,1-1 1 0,0 1-4 16,0-1 6-16,-2 1-1 0,0-1 2 0,-1 0-5 16,2 0 5-16,2-1-2 0,1 2 3 0,-3-1 1 0,-2 0-2 15,0 1 3-15,2-1-3 0,1 0 4 0,1-1-7 16,-2 1 3-16,-1 1-3 0,-2-1 7 0,0 0-4 16,2 1 1-16,0-2-2 0,3 2-2 0,-3-1 6 15,-1-1-5-15,0 1 4 0,-1 1-11 0,3-2 9 16,1 0-3-16,1 1 5 0,-2 0-9 0,-3 1 2 15,0-1 4-15,-1 1-1 0,2-2 0 0,1 1-4 16,0 0 0-16,-2 1-1 0,-2-1 7 0,-2 1-1 0,0 1 2 16,-1-1-1-16,2-1-6 0,1 2 13 0,-1-1-9 15,0 0 10-15,-3 0-12 16,-2-1 5-16,0 2 0 0,-2-1 3 0,0 0-8 0,-1-1 6 16,1 1-6-16,-1 0 6 0,-2 0-7 15,-2 1 1-15,-2-1-1 0,-2 1 0 0,-1-1 7 0,-1-1-7 0,-2 0 5 0,0 0-7 16,-7-1-1-1,0 0-38-15,0 0-11 0,0 0-15 0,1 0-87 0,0 0-127 16,-1 0-17-16,0 0-54 16,-1-3-232-16</inkml:trace>
  <inkml:trace contextRef="#ctx0" brushRef="#br0" timeOffset="209610.06">9448 7851 2672 0,'-5'-3'133'0,"-1"-1"-9"0,2 1 3 0,4 3-70 0,0 0-26 0,-1-1-9 15,0 1-6-15,1-1 4 0,-17-15-12 0,17 16-2 16,0 0 1-16,0 0-3 0,0 0-9 0,0 0-2 16,0 0 3-16,0-1-1 0,1 1 9 0,-1-1-2 15,0 1-1-15,21-11 1 0,-21 11 3 0,1 0 9 16,21-1 0-16,-13 1 3 0,0 1 4 0,2 0 1 16,-1 0 0-16,0-1 0 0,2 1 1 0,0-1-2 0,0 1 0 15,1 1-2-15,1-1-1 0,1-1-11 0,1 1 3 16,1 0-6-1,3-1 5-15,2 0-5 0,1 0-1 0,1-1-2 16,-2 1-2-16,2 0 4 0,-1-1 3 0,1 1 0 16,1 0-2-16,2 0 8 0,1 0-2 0,0-1 4 0,1 1 2 15,-4 1-3-15,1 0 0 0,0 1-1 16,0-1-1-16,3 1-2 0,1 0 5 0,-1 0-4 16,0 1 2-16,-1 0-2 0,-1 0-4 0,0-1 2 15,3 1-2-15,2 0-6 0,1-1 7 0,-1 2-7 0,-2-2 9 0,-2 1-5 16,2 0-3-16,3 0 1 0,1 0 0 0,1 0 6 15,0 0-1-15,-3 0 2 0,-1 1 3 0,2-1 2 16,0 1-1-16,2 0 1 0,1-1-5 0,-2 1-7 16,-2-1 5-16,1 1-5 0,1 0 9 0,2-1-7 15,2 0 2-15,-1-1-3 0,-2 0 6 0,-1 0-5 16,3-1 2-16,1 1-3 16,1-1-1-16,-1 1 2 0,-2-1 1 0,-1 0 1 0,2 0 9 0,2 1-3 15,1-2 2-15,-3 1-2 16,-1 0 7-16,-1 1-10 0,2-1 5 0,2 0-6 15,0 1-1-15,0-1-5 0,-4 0 2 0,2 0-3 16,0-1 3-16,2 0 3 0,-1 0-3 0,-2 0 4 16,-3 0-4-16,0 1-3 0,0 1 0 0,2 1-1 15,0-2 6-15,-4-1-4 0,-2 1 2 0,-1 1-3 16,-3-1 0-16,2 1-1 0,0 1 2 0,1-2-2 16,0 2 1-16,-2-1 0 0,-2-1 0 0,-3 1 1 15,1-1 7-15,-2 1-8 0,0 1 4 0,0-1-5 16,1 0 6-16,-2-1-1 0,-1 2-5 0,-2-2 4 0,-2 1 3 15,0 1-5-15,-1-1 3 0,-1 2-5 0,-1-2 0 16,0 0 3-16,-2 1 1 0,-1-2 0 0,1 2-4 0,-4-1 1 16,1 1-1-16,0 0 1 0,1 0-1 0,-1-2 0 15,1 1 0-15,-2-1 0 0,0 1 0 0,0 0 0 16,1 1 0-16,-1-1 0 0,-5-2-4 0,1 0-17 16,-1 0-6-16,0 0-6 15,18 8-36-15,-18-8-56 0,0 0-13 16,0 0-24-16,0 1-128 0,0-1-174 0,1 1-73 0</inkml:trace>
  <inkml:trace contextRef="#ctx0" brushRef="#br0" timeOffset="-213702.65">12316 8073 30 0,'0'0'836'0,"0"0"-335"0,0 0 425 0,0 0-858 0,0 0-19 16,1 0-27-16,-1 0-19 0,1-1 3 0,0 1-5 16,-1-1 0-16,17-10 0 0,-17 11-1 0,0 0 1 15,1 0-12-15,-1 0-16 0,16-3 0 0,-16 3-5 16,1 0-6-16,18-5-1 0,-18 5-1 0,15-5 1 0,-7 2 8 16,2 0 8-16,1 0 6 0,0 1 1 15,2-1 26-15,-1 2 16 16,-1 0 2-16,2 1 5 0,-2-1 16 0,2 1 3 0,-3 0-4 0,1 1 3 0,-2 0-13 0,0 0-1 31,-1-1 1-31,-1 1-2 0,2 1-14 0,-3-1-6 16,1-1-2-16,0 0-1 0,-1 0-11 0,0 0 0 15,-1 0-2-15,-6 0 2 0,0 0 1 0,1 0-1 16,15-4 3-16,-16 4-1 0,0 0 6 0,0 0 4 16,0 0 0-16,0 0 2 0,0 0 16 0,0-1 14 0,0 1-1 15,0-1 4-15,0 1-9 0,0-1-17 0,0 1-1 0,-20-11-5 16,12 9-3-16,-1 0-5 15,-1-1 5-15,0 0-5 0,0 0 4 0,-1 0 2 0,1-1-1 0,-1 1 2 16,0-1-2-16,0 0 5 0,0 0-3 0,0 1 3 16,1 1 3-16,1-1 0 0,1 2 3 0,0-1-1 15,1 1 0-15,1 0-13 16,6 1 2-16,-1 0-6 0,1 0 6 0,0 0-5 0,-1 0 4 0,0 0-4 16,-15 3 5-16,16-3-14 15,0 0 0-15,0 0-5 0,0 0 9 0,0 0-3 0,1 1 0 16,-1-1-2-16,22 13-1 15,-13-12 3-15,1 1 2 0,3 0 1 0,0-2 7 0,1 2-4 0,2-1 1 0,-2 0-2 16,2 1 1-16,-2-1 0 16,0 0 0-16,0-1 0 0,-1 1-6 0,-2 0 2 15,0 0-1-15,-4 0 3 0,1 0 3 0,-8-1 4 16,0 0 1-16,1 0-1 0,0 0-8 0,-1 0 1 16,0 0-4-16,1 0 3 0,-1 0 5 0,0 0-7 15,0 0 4-15,0 1-4 0,-1-1-1 0,-15 11 7 0,8-7-4 16,-3-1 6-16,0 0-6 0,-2 0-5 0,0 0 1 15,-2 1-4-15,-2 1-1 0,0-1 1 0,-1 1-4 16,-1 1 2-16,0-1-16 0,3 1-14 0,0 0 0 0,3 0-9 16,0 0-42-16,0 1-77 0,2 0-23 0,-1 1-27 15,0 1-166-15</inkml:trace>
  <inkml:trace contextRef="#ctx0" brushRef="#br0" timeOffset="-209752.23">9620 7792 1612 0,'0'0'182'0,"-1"0"-37"0,0 0 79 16,1-1-121-16,-17-10-14 0,17 11-28 0,0 0-1 16,-1 0-4-16,-10-19 2 0,11 19-16 0,0 0-3 0,-2-16-4 15,2 16 1-15,0-1-14 0,-5-15 14 16,5 16-2-16,0 0 6 0,0-1 2 0,0 1-10 0,-1-1 3 15,-8-16-5-15,9 17-7 0,0 0-7 0,0 0-3 0,0 0-1 16,0 0 0-16,0 0 11 0,0 0 1 0,0 0 5 16,0 0 5-16,0 0 10 0,0 0-3 15,0 0 5-15,0 0-4 0,0 0-10 0,0 0 0 0,0 0-5 0,0 0-10 16,1 0-12-16,17 1 3 0,-18-1-7 16,1 0 3-16,17 5-5 0,-18-5 1 0,16 5-1 0,-7-3 4 15,3 2-2 1,-1 0-1-16,1 0 1 0,1 0-1 0,0 0 2 0,0 1-3 0,0 0 4 0,2 0 1 0,0-2-5 15,1 3 6 1,0-1-6-16,1-1 6 0,0 1 0 16,-1-1 1-16,2 0-1 0,1 0 3 0,-1-1 2 15,2 0 2-15,-2 0 0 0,1 1-2 0,-1-1-3 16,1 0 1-16,0 0-1 0,0 0 0 0,-1 1-6 16,0-2-1-16,1 1 1 0,-2 0 5 0,1-1-6 15,-3 0 5-15,0 0-5 0,-3 1 0 0,1-2 1 0,-3 1-1 16,1-1-1-16,-2 0-17 0,0 0-99 0,-1 0-16 15,0 0-43-15,1 1-214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9:38:11.63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2941 5061 1691 0,'-5'2'41'0,"-2"1"-71"0,1 2-18 15,2 0-53-15,-1 0-15 0,2 6-323 0</inkml:trace>
  <inkml:trace contextRef="#ctx0" brushRef="#br0" timeOffset="613.89">3056 5332 1688 0,'-5'-7'199'0,"1"0"35"0,0 2 1 0,1-1-161 0,1-1-62 16,-1 1-1-16,0 0-5 0,3 6 5 0,0 0-2 0,-1-1-3 15,-17-16 2-15,18 17-3 0,-1 0 4 0,-15-10 2 16,15 10 0-16,0 0 2 0,-20-11 13 0,21 11 21 31,0 0 3-31,-22-11 6 0,15 7 11 0,-1-1-10 16,0 0 3-16,-1 1-6 0,1 1 4 0,-2 0-15 16,0 0-4-16,-1 1-4 0,0 0-10 0,-2 1-19 15,0 1 6-15,0 1-11 0,-1 1-5 0,-2 1 4 16,2 1-5-16,0 2 5 0,1-1-8 0,3 2 4 0,-2 0-2 15,2 0 3-15,0 2-14 0,2 0-1 0,-1 1 1 16,1 1 0-16,0 3 3 0,1 1 7 0,0 1-3 0,1 4 5 16,1-1-1-16,0 4 8 0,2 1-2 0,0-1 4 15,2-1-3-15,0 1-5 0,1-1 4 0,2 0-7 16,0 0 1-16,2 1 3 0,1-2-1 0,0 0 1 16,1-4-2-16,2-2-1 0,1-2-1 0,0-1 1 15,2-2-5-15,-2-2 10 16,3 0-3-16,0-3 6 0,2 0 2 0,-1-1-4 0,2-1 4 0,0-1-3 15,0-1 6-15,2 1-4 16,0-1-10-16,1-1-2 0,-2 0-66 0,1-2-41 16,0 1-8-16,-2 0-14 0,2-1-62 0,-2-1-114 0,0-1-69 15</inkml:trace>
  <inkml:trace contextRef="#ctx0" brushRef="#br0" timeOffset="953.01">3334 5297 3076 0,'0'0'148'16,"0"0"-142"-16,0 0-31 0,0 0-20 16,0 0-20-16,0 0 5 0,0 0-5 0,17-3 1 15,-9 6-31-15,1 0 23 0,1-1 8 16,0 0 8-16,1 0 56 0,-2-1-2 16,0 0 4-16,0 1-2 0,-1-2 4 0,-1 2-2 15,0 0 2-15,0 1-1 0,0-1-1 0,0-1 0 0,-1 0-2 16,0-1 0-16,1 1-19 0,-7-1-81 15,0 0-4-15,1 0-35 0,18-2-79 0,-19 2-158 16</inkml:trace>
  <inkml:trace contextRef="#ctx0" brushRef="#br0" timeOffset="1234.07">3323 5527 2907 0,'0'0'128'0,"0"0"188"0,-1 0-341 16,1 0-19-16,0 0 1 0,0 0-4 0,1 0 25 0,19 3 10 16,-10-2-2-16,2 2 4 0,0-1 1 0,1 0 2 15,2 1-10-15,-3-1 6 0,1 0-19 0,1-1 12 16,-1 0 5-16,2-1 1 15,-2 2 12-15,-1-3-3 0,-1 2-11 0,0 0 0 16,-1-4-61-16,0 4-45 0,1-3-21 0,1 2-18 16,1 3-177-16</inkml:trace>
  <inkml:trace contextRef="#ctx0" brushRef="#br0" timeOffset="1931.09">4197 4756 844 0,'0'0'485'0,"0"0"214"16,0 0-2-16,0 0-603 0,-1-1-106 0,0 1-24 15,1-1-5-15,-1 1 4 0,1 0-4 0,0 0 10 16,0 0 3-16,-1 1 1 0,-10 18 13 0,11-19 9 15,-1 16 4-15,0-7 0 0,0 0 2 0,-1-1 31 0,0 1-4 16,0 1 15 0,1-2 9-16,1 2-15 0,-2-1 3 15,1 0-7-15,1 3 5 0,0-1-20 0,0 0 2 0,0 3-8 16,0-1-10-16,-1 3-2 0,0-1 0 0,1 0 0 16,-2 2 7-16,1-1-11 0,1 1-8 0,-1-1-4 0,0-1-53 0,-1-3-44 15,-1 0-3-15,-1 2-18 0,1-4-48 16,-2 0-67-16,2 0-37 0</inkml:trace>
  <inkml:trace contextRef="#ctx0" brushRef="#br0" timeOffset="2343.96">3701 5290 2934 0,'0'0'204'0,"-1"0"-179"0,1 0-16 0,-1 0-48 16,1 0-29-16,0 0 19 0,0 0 2 0,12-3 3 0,-2 4-13 15,2-1 11-15,2 0 6 0,1 1 4 16,0-1 36-16,2 0-2 0,0 1-2 0,1-1 1 15,1 2 2-15,1-2 26 0,3 1 0 0,0-3 10 0,1 0 13 0,2 0-6 16,0-1 2-16,2 2-5 0,1-1-13 16,1 0-12-16,1 0 2 15,1 1-6-15,1-1-6 0,1 1 4 0,-2 1-6 0,-3-1 5 0,0 1-7 16,-2 1 1-16,0-1 1 0,1 3 0 16,-2-2 3-16,-4 2 0 0,0-2 1 0,-3 1 0 0,1 0-1 0,-3 0-3 15,-1 0 2 1,-1-1-1-16,1 1 1 0,-1-1-5 0,-1 0-7 15,-1 2-3-15,-2-3-37 0,-1 1-61 0,-2 0-8 0,-8-1-24 16,0 0-94-16,0 0-124 0,1 0-87 16</inkml:trace>
  <inkml:trace contextRef="#ctx0" brushRef="#br0" timeOffset="2844.84">3872 5418 2668 0,'-6'-2'452'0,"1"1"-302"16,-2 0 45-1,7 1-154-15,-1 0-79 0,1 0-48 0,0 0 3 16,0 0-16-16,-1 0 19 0,0 1-41 16,-6 18 16-16,7-9-18 0,-1-1 82 0,1 1 30 0,-2 0 9 15,-1-1 2-15,1 1 7 0,-1-1 24 16,1 1 4-16,-1 1 9 0,-2-1 30 0,1 0-27 0,-1-1 2 16,0 3-11-16,2-1-8 0,-2 3-8 0,2-1-1 15,-2 0-4-15,1 0-13 0,1-1-6 0,-1 0 3 0,1 0-2 16,1 0 6-16,1-2-6 0,1 0 1 0,0-1-3 0,0-1 3 15,2-2-5-15,1 1-2 0,-1 0 0 16,3-2 6-16,0 1-14 0,1-3 8 0,2 1-9 0,1 0 18 0,2-2 1 31,1 1-1-31,0 0-1 0,3 0-6 0,0 0 7 0,2 0-2 0,1 0 3 16,2-2 0-16,-1 3 0 0,-1-2-1 0,0-1 2 0,0-1 1 16,-2 1 0-16,1-2 1 15,-2 1-2-15,0 1-3 0,0-1 5 16,-2-2-4-16,0 1 3 0,0-2-15 0,-1 0-9 15,2 1-5-15,-2-3-2 0,1 3-34 0,-5-4-35 0,1 0-10 16,-1 1-14-16,-2-3-75 0,0 2-85 0,-1-1-17 0,-2-1-63 16,-1-3-515-16</inkml:trace>
  <inkml:trace contextRef="#ctx0" brushRef="#br0" timeOffset="3128.08">4034 5452 2557 0,'-9'4'437'15,"2"0"-348"-15,-1 3 49 0,2 0-148 16,1 3-34-16,1 2 10 0,2 4 0 0,-1 0 6 16,-1 5 13-16,1 1 7 0,0 0-3 15,1 5 5-15,0-4 5 0,0 0 1 0,1 0 3 16,-2-2-1-16,1 1 0 0,0-1 4 0,-1 1 2 0,1-2 1 15,0 1 8-15,0 0-12 16,0-2 0-16,0-1-2 0,2 1 1 0,0-3-1 16,-2-1-3-16,2-1-1 0,2-2-33 0,-2 0-35 0,2-3-5 15,0-1-14-15,1 0-55 0,-3-8-44 0,0 0-8 0,0 1-14 0,0-1-46 16,0 0-298-16</inkml:trace>
  <inkml:trace contextRef="#ctx0" brushRef="#br0" timeOffset="5016.64">4551 5330 2309 0,'0'0'355'16,"0"0"-259"-16,0 0-23 0,0 0-67 16,0 0-31-16,0 0 0 0,0 0 4 0,0 0-1 15,0 0 10-15,1 0-31 0,-1-1 12 0,1 1-14 0,-1-1 48 0,18-9 4 16,-18 10 1-16,0 0 4 0,0 0 33 15,1 0 10 1,18 3 1-16,-19-3-1 0,0 0-27 16,18-4-10-16,-9 1 0 0,1 3-4 0,0-1-10 0,1 0 0 0,-1 0 0 15,2 1 0-15,0 0 0 16,0 0 2-16,1 0-3 0,-1 0 1 0,1-2-5 0,-1 1 4 16,3-1 7-16,-2 2 0 0,2 0 31 0,0-1-3 15,-1 1-2-15,2 0-1 0,-2-1-1 0,0 2 2 16,0-1-1-16,1 1-1 0,-2-1-12 0,0 1-10 15,-1 1 3-15,0-1-6 0,0 1 1 0,-1 0-2 16,0-2 0-16,-2 2-1 0,0 1 4 0,1 0-6 16,-2 0 2-16,0-2-2 0,-1 0 2 0,-7-1-9 0,0 0-6 0,1 0-4 15,0 0-36-15,-1 0-72 0,0 0-14 16,1 0-28-16,-1 0-132 0,1 0-322 16</inkml:trace>
  <inkml:trace contextRef="#ctx0" brushRef="#br0" timeOffset="9910.94">4421 5344 1817 0,'0'0'116'0,"0"0"-12"0,-1 0-5 16,1 0-71-16,-1 1-41 0,1-1-16 16,0 1 7-16,-17 18-5 0,17-18 18 0,-7 9-6 0,4-1 2 15,0-1-2-15,1 1 15 0,-3-1 7 16,1 2 7-16,-2-1 1 0,1 1 19 0,-1 1 17 15,0-1-5-15,0 1 8 0,1 0-13 0,0 1-4 0,0 1 5 16,0 1-5-16,0 0-5 0,1 1-12 16,1 2-6-16,0-1 1 0,0 1-6 0,1 0-5 0,-1 0 1 0,2 2-3 31,0-2-2-31,1 1 1 0,0 1 2 0,0 1-2 0,2 1-1 16,-1 0 3-16,1 1-4 0,-1-1 3 0,1 1-7 15,0-1 5-15,-1 0 1 0,2-3 2 0,-1-1 6 0,2-1-6 16,-1-1 4-16,1-2-3 0,2-2 11 0,0-3 0 15,-1 0 1-15,1-2-1 0,-1-3-2 0,0-1 18 16,1 0-4-16,-1-2 9 0,-5 0 1 16,0 0 35-16,1-1-14 0,19-10 18 0,-20 10-30 0,9-14-18 15,-4 5 4-15,-1-4-9 0,-1 0 0 0,0 1-13 0,-1-1 5 16,1 1-8-16,-2-1-6 0,2 1 1 0,-3-2-5 16,2 2 3-16,-2-1 3 0,0-1-1 0,-1 1 1 15,0 0 0-15,-1 3 1 0,-1-1 4 0,1 2-2 0,-1-1 2 16,-1 0 2-16,0 2-6 0,0 0 7 15,1 0-6-15,-2 1 4 0,0 1-9 0,-1 0 1 0,-1 1-4 32,0 2-9-32,0 0-2 0,0 1-6 0,-2 1 4 0,-1 0-8 0,0 2 5 15,1 0 0-15,-1 2 2 16,2 1 5-16,-1-1-4 0,2 2-1 0,1-1-1 0,0 0-6 0,0 0-27 16,6-3-9-16,-1 0-11 0,1 1-78 15,0-1-64-15,-1 1-21 0,-9 17-25 0,10-18-184 16</inkml:trace>
  <inkml:trace contextRef="#ctx0" brushRef="#br0" timeOffset="10459.34">4615 5511 3070 0,'0'0'103'0,"0"0"48"31,0 0-168-31,1 0-10 0,14-8-2 0,-6 7 0 16,1 1 11-16,2 0-56 0,-1 0 3 0,1 2-24 0,1-1-9 15,0 0 77-15,-2 2-6 0,0-2 31 0,-1 0 1 0,-2 1 4 16,1-2 9-16,-2 2-1 0,0 0 40 15,-1 0 0-15,1 1-2 0,-2-1 0 16,1 3-25-16,-1-1-1 0,0 1-6 0,-1 1 4 0,0-1-9 0,-1 1-11 16,0 2 2-16,-1 1-4 0,-1 2-2 15,-1-1-4-15,-4 3 1 0,-1 0-1 0,-1-1 10 0,-3 3 3 16,-1-2 3-16,-1 1 0 0,-1 1 14 0,1-1 10 16,-1-1-2-16,-2 1 2 0,1-4-7 0,1 1 5 0,2 0-3 15,-1-2 2-15,2 0-8 0,1 0-11 0,0 0 4 16,2 0-7-16,1 0-7 0,1-1 2 0,0-1-3 15,2 0 3-15,1 0 2 0,1-7-5 0,0 0 5 16,0 1-5 0,5 16 2-16,-5-17 4 0,0 1 0 0,20 9 3 0,-10-7 5 15,4-1 6-15,1 0-2 0,1-1 3 0,3 0-1 16,-1-1-1-16,0 0-2 0,3 0 2 0,-1-1-2 16,1 0-6-16,0 1 5 0,-2-1-5 15,-2 1-1-15,1 0-3 0,-3 0-2 0,0 0 1 16,-2 1-5-16,-1-1-25 0,-1 1-7 0,-2-1-12 0,1 0-63 0,-2 1-76 15,-2-1-24-15,-6 0-29 0,1 0-208 0</inkml:trace>
  <inkml:trace contextRef="#ctx0" brushRef="#br0" timeOffset="-212971.9">9588 8196 2373 0,'0'0'270'0,"-1"0"-99"0,1 0 130 16,0 0-280-16,-1 0-7 0,0 0-18 0,-17 0 1 15,18 0-5-15,0 0 3 0,0 1-13 0,5 19 12 16,-2-12 2-16,0 4 3 0,1 0-4 0,0 2 2 16,0 0 0-16,1 2 3 0,1 0 8 0,0 2 12 15,0-1 0-15,1 1 4 0,-1 0-1 0,0-3 0 32,0 2 2-32,1 0 0 0,-1 0 2 0,1 0-11 0,-1 0 1 15,2-1-4-15,-3 0 0 0,1-1 0 0,-1 0-1 0,0-1 0 16,0-2 2-16,0 0-8 0,-1-2 2 15,1-1-4-15,-2 2-2 0,1-3 0 0,-1 1-1 0,0-1 0 16,0-2-14-16,-1 1-54 0,-2-7-7 16,0 0-20-16,0 0-60 0,1 1-54 0,10 15-7 15,-11-16-22-15,0 0-83 0,0 0-344 0</inkml:trace>
  <inkml:trace contextRef="#ctx0" brushRef="#br0" timeOffset="-212418.85">9904 8344 1712 0,'0'0'232'16,"0"0"-124"-16,0-1-8 0,1 1-29 0,0-1 21 0,17-14-19 15,-18 15 1-15,0 0-9 0,0 0-17 0,0 0 0 16,1 0 3-16,-1 0-1 0,1 0 7 0,-1 0 0 16,0 0-6-16,1 0 2 0,-1 0-15 0,0 0-2 15,0 1 2-15,0 15-3 0,0-16-9 0,-10 16-9 16,4-8-3-16,-1 1-2 0,-2 1-12 15,-2 0-4-15,1 1 2 0,-3 3-3 0,1-2 0 16,0 2 5-16,-1 0-5 0,1-1 5 16,1 0-1-16,2-1-3 0,-1-1 2 0,0-2-5 15,1 0-23-15,1-1-33 0,0-1 1 0,3-2-12 16,-1 0-5-16,0 0-7 0,6-5-3 0,0 0-1 0,0 0 1 0,-16 9-10 16,16-9 4-16,0 0-3 0,0 0 24 0,-1 0 49 15,1 0 3-15,0-1 16 0,0 1 18 16,-3-19-4-16,3 19 1 0,0 0-3 0,1-1 3 15,13-18 30-15,-14 19-7 0,0-1 15 0,1 1-6 16,15-13 5-16,-16 13 1 0,1 0 0 0,0 0 1 0,-1 0-3 16,19-4 2-16,-19 4-1 0,0 0-3 0,1 0 1 15,-1 0-1-15,0 1 3 0,1-1 1 16,14 17-8-16,-15-17 3 0,0 0-5 0,4 18 9 0,-4-17-4 16,1 15 1-1,-1-6-2-15,0 0-7 0,0 2 0 0,-2-1-1 16,1 3 1-16,-2-1-1 0,0 4-11 0,2 0 2 0,-2 1-4 15,0 1-8-15,-1 0 5 0,0 1-4 0,0 0 6 16,0 2 1-16,1-3-9 0,0 0 7 0,-1 1-7 16,1-2 11-16,1 2-6 0,-1 0-3 15,1-1-1-15,0 0-10 0,-1 1 0 0,2 0-2 0,-1-3 1 16,-1 1 0-16,3-1-1 0,-2 1 2 0,2 0-2 0,0-1 0 16,0-1-16-1,0-4-9-15,0-1-7 0,2-2-64 0,-2-1-65 16,1 0-11-16,-1-8-24 0,0 0-99 0,0 1-217 15</inkml:trace>
  <inkml:trace contextRef="#ctx0" brushRef="#br0" timeOffset="-211903.5">9942 8865 2884 0,'0'0'101'16,"0"1"66"-16,0-1-187 0,6 16 4 0,-6-16-5 15,1 0 8-15,-1 0 12 0,20 9 9 0,-20-9-3 16,0 0 5-16,19 1-7 0,-19-1-3 0,1 0 1 16,22-6-2-16,-14 2 7 0,-1-1 5 0,-1-1 1 15,1-1 1-15,0-1 1 0,1-1 1 0,-2 0 1 16,1 0 0-16,-2-1-3 0,0 0 12 15,0-1-4-15,-1-1 6 0,0 2-7 0,-2-1-3 0,1 1-2 16,-2-1 1-16,1 1 2 0,-3-1-8 16,2 1 0-16,-3 1-4 0,0 1-6 0,-2 0 8 0,1 1 1 15,-2 1 2-15,-1 0 4 0,-2 2-5 0,0 0-1 16,-2 1-1-16,0 0-6 0,-2 0 5 0,0 2-4 16,-1 1 3-16,1 1-5 0,-1 3-1 15,0 0 3-15,-1 0-3 0,1 1 0 0,-1 2 1 0,2 0-1 16,1 2 2-16,0 0 0 0,1 2-3 0,0 0 2 15,1 2-2-15,1 0 6 0,1 2-7 0,2-1 0 0,0 1-2 16,3 1 10-16,1-2 5 0,0 2-6 0,0-1 4 16,2 0-8-16,1 0 0 15,2 1 9-15,0-2-7 0,2 2 4 0,0-1-1 0,1-1-6 16,1 1 5-16,1-3-2 0,0 2-1 0,1-2 1 16,0-2-2-16,2 2-6 0,0-2-4 0,0-2 1 0,0-1-2 15,0 0-15-15,3-2-17 0,-1 1-16 0,0-3-2 16,1-3-75-16,0-1-38 0,-2-3-8 0,0-2-16 15,-1 0-82-15,0-3-356 0</inkml:trace>
  <inkml:trace contextRef="#ctx0" brushRef="#br0" timeOffset="-211461.78">10488 8627 2667 0,'0'0'313'0,"0"0"-217"0,0 0-14 0,0 0-59 16,0 0-8-16,0 0 21 0,0 0-1 0,0 0 6 0,0 0-20 16,0 0-10-16,0 0 0 0,-1 1-3 15,-14 13-3-15,8-10-10 0,-2 2-2 0,-2 1-2 16,0-1 3-16,-3 1-2 0,1 0 5 0,0 0-5 16,0 0 8-16,1 0 6 0,0-1-2 15,2 1 5-15,-1-1 4 0,1 0 1 16,0-1-2-16,2 0 0 0,-1 0-5 0,1-1 4 15,2 0-3-15,6-4 4 0,0 0-6 0,-1 0-8 16,0 1 1-16,1-1-6 0,-1 1-4 0,1-1-10 16,0 1 4-16,0-1-6 0,1 17-4 0,-1-17 7 15,16 3-4-15,-6 0 6 0,1 1 8 0,2-1 2 16,-1 2 3-16,0-2 0 0,1 2 9 0,-1 0-4 16,0 0 3-16,1 1-3 0,-1 1 0 0,-1-1 21 0,-1 3-2 0,-2-2 12 15,-1 2-1-15,-2 1 9 0,0 0-7 0,-2 1 10 16,1 1 10-16,-4 0-13 0,0 1 8 0,-2-1-11 15,-1 1-9-15,-1 1-12 0,-1-1 1 0,-1 1-5 16,-1-1 2-16,0-1-12 0,-3 0 1 0,-1-1-4 16,-3 1-14-16,-1-3-22 0,-1 2 2 0,-1-2-9 15,-1-2-13-15,-2 0-32 0,1-2-14 0,-1-3-10 16,3 2-73-16,0-5-150 0,0-3-51 0</inkml:trace>
  <inkml:trace contextRef="#ctx0" brushRef="#br0" timeOffset="-210492.12">9812 8039 3190 0,'-9'-1'69'0,"0"0"-53"0,-1 0-5 0,1 0-11 16,0 1 6-16,-2 1-12 0,0 0 4 0,-1 3-8 15,-1-1-1-15,-2 1-7 0,-1 2-3 0,-1 1 0 0,-2 0-4 16,-1 2 16-16,0 1-1 0,-1 0 8 16,2 1 10-16,-1 1 3 0,-1 1 0 0,1 0 2 0,-1 1 21 0,1-1 16 15,-1 2 0-15,-1 0 2 0,1 1-18 0,2 2-6 32,1 0-6-32,2 1 1 0,-1 1-15 0,2 1-4 15,-3 1-2-15,3 0 0 0,-1 1-1 0,1 2-2 16,-1 0 1-16,1 0-3 0,0 2 1 0,3 0-6 15,-3 0 6-15,3 1-5 0,1-1 2 0,1 1 1 16,3-1-1-16,-1 1 3 0,4-1 7 0,0 0 0 16,1 0 2-16,4-2-3 0,0-1-4 0,3 0 0 15,1-1-1-15,3-1 1 0,-1 0 5 0,4-1-4 16,3-1-2-16,1-1 0 0,2-1-3 0,2-1 0 16,0-2 4-16,1 3-2 0,2-5 5 0,0 0-1 15,1 1-2-15,0-4 2 0,3 2 0 0,2-2 4 16,1-1-1-16,2-1 1 0,-1-1-4 0,1-1 4 15,0-1 1-15,2-1 0 0,2-2 0 0,2 2-1 16,1 0 0-16,-1 0 1 0,-2 0-4 0,2-3 5 0,0 0-6 0,1-1 6 0,0 0-2 0,-1 0-5 16,0-1 4-16,0 1-5 0,2-1 4 15,-1-1 2-15,0 1-1 0,-1-2 1 0,-1 1-2 16,2-2 1-16,-1 0 3 0,2 2 0 16,-3-1 8-1,-2-1-3-15,0 0-3 0,1-1 2 0,0 0-3 0,1-2 6 16,-2 0 2-16,-1-3 1 0,-3 1-4 0,0 1-1 15,0-4 2-15,0 1-1 0,-1 2 10 0,-2-5 3 16,1 3-4-16,-5 0 3 0,0-3-9 0,-2 1 7 16,-1-1-5-16,-2 0 5 0,0-2-2 0,0 1-4 0,-3-1-2 15,-2 1-2-15,-2 0-4 0,-2 0-6 0,-2 1 8 16,-3-1-9-16,0 1 3 0,-3 1-4 16,-1-1-2-16,-2-2 0 0,-1 0 0 0,-3-1 0 0,-1 0 0 15,-4-1 0-15,-1-1 0 0,-2 1 0 0,-2-2 0 16,-1 0 0-16,-2 2 0 0,1-1 0 0,-2 0 0 15,-2-1 0-15,-1 0 0 0,-1 1 0 0,-2 0 0 16,-2 0 0-16,-1 2 0 0,0 0 0 0,1 1 0 16,-1 2 0-16,0 0 0 0,-2 2 0 0,-2-1 0 15,0 1 0-15,1 0 0 0,-1 0 0 0,0 1 0 16,0 0 0-16,-1 1 0 0,-2 2 0 0,1-1 0 0,-3 1 0 16,2 1 0-16,0 1 0 0,-1 1 0 0,1 0 0 15,-1 2 0-15,2-1 0 0,1 1 0 0,4 1 0 16,-2-1 0-16,2 0 0 0,-1 1 0 0,4-1 0 15,-1 1 0-15,4-1 0 0,1-1-9 0,3 3 0 16,0-1-62-16,0 0-79 0,1 2-32 0,1-1-32 16,-1 1-275-16</inkml:trace>
  <inkml:trace contextRef="#ctx0" brushRef="#br0" timeOffset="-208680.67">8416 6406 2567 0,'0'0'146'0,"0"0"-55"16,0 0-23-16,0 0-59 0,0 0-76 0,0 0 41 0,1 0 4 15,-1 0 11-15,20 10 1 0,-17-8-6 0,5 5 4 16,0 2-4-16,2 0 12 0,0 5-6 0,0 1-1 0,0 0-1 16,1 3 3-16,3 2 5 0,0 2 4 0,2 3-1 0,0 1 7 15,-2 0 3-15,2 1 1 0,0 1 2 0,0 1 3 16,0 1 8-16,2 1 0 0,-1 1 3 16,0 0-9-16,3 0 3 0,-1 0-7 0,1 0 6 0,-1 1-8 15,2 1 3 1,-2 0 1-16,1 0 1 0,-1 1 0 0,0 0-6 0,0 1 2 0,1 1-3 0,0 1-7 15,-1-1 6-15,2 2-5 0,1 1 5 0,-1 0-4 16,0 0-4 0,0 0 0-16,-3-2 0 0,2 2 6 0,-1-2-3 15,1 1 0-15,-1-1-2 0,2-4 1 0,-1 0 8 16,1 0 5-16,-2-2 0 0,-1 0 19 0,-1-2-10 16,-1-2 1-16,-2-4-6 0,0-1-5 0,-1-1-7 0,-1-1 5 0,-1-1-5 15,-1-2 8-15,-1-2-8 0,-1-2 1 0,1-2-3 16,-1-1 9-16,0-2 5 0,0-1 0 0,-3-2 0 0,0 0-1 15,-5-6-4-15,0 0-3 0,0 0-2 0,1 1-19 16,-1-1-2-16,0 1-4 16,1-1 2-16,-1 0-12 0,0 0-3 15,0 0-4-15,0 0-1 0,0 0-23 0,-10-17 31 16,5 10-3-16,-2 0 15 0,1-2 15 0,-3 1 0 0,2 0 0 0,-1 0-1 16,0-1 2-16,2 1 7 0,-2-1-3 0,0 1 3 0,1-1-6 15,-1 0 5-15,2 1-2 0,-1-1 3 16,1 2-9-16,-1-1 8 15,0 0-1-15,0 2 3 0,0-1 2 0,1 1 8 0,1 0-3 0,-2 0 5 16,1 2-2-16,-1-2-9 0,1 2 5 0,0 0-5 16,0 0 11-16,0 2-9 15,1-1 1-15,5 3-4 0,-1 0 3 0,1 0-6 16,0 0 1-16,-17-7-3 0,17 7 1 0,0 0-9 0,0 0-2 16,0 0-5-16,0 0 3 0,0 0-5 0,0 1 2 0,12 15-4 15,-6-10 4-15,2 0 7 16,0 3 0-16,1 1 3 0,1 1 7 0,-1-1 2 15,1 2 3-15,0 0-1 0,0 0 7 0,0 2 3 0,0-1 3 16,-2-1-1-16,0-2 18 0,1 1 0 0,-2-2 3 0,1-1-1 16,-1 0 8-16,0-2 2 0,1-1-4 15,0-2 1-15,0-1-11 0,0-2-10 0,-2 0 0 16,2-1-5-16,0-1-9 0,-1-2-7 0,2-1 0 16,0-3-2-16,0 0-8 0,0-1-15 0,0-2-11 15,1-2-6-15,-2-1-89 0,1-3-184 0,0-4-77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28T20:44:30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1 240 12459 0 0,'10'-16'-113'0'0,"30"-56"-313"0"0,-37 65 395 0 0,0 0 0 0 0,-1 0 0 0 0,1 0 0 0 0,-2 0 0 0 0,1 0 0 0 0,-1 0 0 0 0,0 0-1 0 0,-1 0 1 0 0,0-10 0 0 0,1 9-185 0 0,1-2-65 0 0,0-4-263 0 0,-3 8 200 0 0,-1 2 57 0 0,-9-18-1246 0 0,5 14-3678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9T00:18:02.7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1193 4949 822 0,'-6'-7'290'0,"-1"1"130"0,1 0 8 16,0 2-318-16,1 0-64 0,0-1-14 0,0 1-3 15,0-1 0-15,0 2-21 0,-5-3-4 16,5 3-1-16,-1 0 0 0,1 0 1 0,-1 0 1 16,0 0-1-16,-1 1 1 0,0-1 0 0,-2 1 4 0,1 0 5 15,-2 1-2-15,2 1 14 0,-1-1 8 0,-1 1-5 16,2 0 4-16,-1 1-15 0,1 0-4 0,1 3-3 0,0 1 0 16,2 2-8-16,-1 1 4 0,-1 0-1 0,3 5 2 31,-2 0-4-31,2 3 1 0,0 0 3 0,2 1-1 15,-1 1 6-15,1 0-5 0,0 0 2 0,1 1-4 0,1-1 1 0,0-2 1 16,0 1-3-16,2-2 2 16,0-1-2-16,1 1-4 0,-1-2 0 0,1-1-1 15,1-3 3-15,0-2-3 0,1-1 0 0,-1-1 0 0,2-2 2 16,-6-3 4-16,0 0-4 0,16-2 3 0,-8-2-4 16,1-2 1-16,2-1 1 0,0-3-2 0,-1-1-2 0,1-1 5 15,1 0 0-15,-2 1 2 0,1 0 3 0,-1 0-8 16,-2 1 3-16,0 1-4 0,0 0 8 0,-2 0 1 15,1 0-2-15,-1 0 0 0,0 1-4 0,-1-1-1 0,0 0 3 16,2-1-3-16,-3 0 2 0,2 0-2 16,0 0-2-16,-1 1 1 0,0 1 3 0,-1 0 0 15,0 1 0-15,0 1 1 0,0 1-1 0,-3 0 0 0,-1 5-1 16,0-1 1 0,0 1-5-16,1-1-2 0,0 1 1 0,-1-1-1 0,0 1 1 0,1 0-5 0,-1 0 2 15,1 0-2-15,-1 0 7 0,11 20-1 0,-11-10 1 16,-1 2-1-16,-1 0 1 0,2 3 6 0,0 0-1 0,2 0 4 15,0 2 1-15,1-1 3 0,-3 2-1 0,4-1 1 32,-1-1 5-32,1 1-7 0,1-1-2 0,1 0-5 15,1 0-24-15,1-4-79 0,0 0-4 0,0-2-33 16,-1-1-77-16,1-2-177 0</inkml:trace>
  <inkml:trace contextRef="#ctx0" brushRef="#br0" timeOffset="357.66">769 4860 2419 0,'-14'5'77'0,"2"1"-5"16,1 5-61-16,1 2 1 0,1 1-3 0,1 4 3 0,0 2-1 16,1 5 2-16,-1 2 3 0,0 1 0 0,0 1 9 15,1 1-8-15,0-1 3 0,1 1-5 0,1-1 1 0,0 1-6 0,2-2 2 16,1-1-3-16,1-1 3 0,2-2-2 15,1-1-5-15,1-1 2 0,2-1-20 0,2-2-38 16,1-2-7-16,0-3-14 0,2-2-52 0,0-2-48 16,1-3-6-16,2-4-24 0,0-1-115 15</inkml:trace>
  <inkml:trace contextRef="#ctx0" brushRef="#br0" timeOffset="633.41">1339 4676 2368 0,'0'0'133'0,"0"0"-107"0,1 0 4 0,18 5-35 0,-8 0 15 15,3 4 1-15,-1 1 0 0,1 4-1 0,-1 2 3 0,-3 3 6 16,0 3-3-16,-1 3 3 0,-1 2-5 0,-1 3 0 15,-2 3 3-15,-2 3-3 0,0 2-8 0,-1 3 11 16,-2 0-7-16,-1 2 8 0,-2 0-3 0,-3 1-1 16,-2 2-2-16,-1-2 0 0,0-1-3 0,-1-1-7 15,0-1 3-15,-1-2-12 0,0-3-87 16,0-3-149-16,0-2-45 0</inkml:trace>
  <inkml:trace contextRef="#ctx0" brushRef="#br0" timeOffset="2187.19">3543 6047 1266 0,'0'0'236'0,"0"0"-78"15,0 0 117-15,0 0-199 0,0 0-17 0,0 0-19 0,0 0-11 16,0 0-1-16,0 0 0 0,0 0-3 0,0 0 10 16,1 0 1-16,-1 0 3 0,18-2 9 0,-18 2 0 15,1 0 2-15,-1 0-1 0,20 1 12 16,-20-1-5-16,0 0-1 15,17 0-3-15,-17 0-10 0,0 0-5 0,17 2-1 16,-17-2-1-16,0 0-8 0,19 5-6 0,-19-5 1 0,1 0-3 16,20 6 5-16,-21-6-7 15,0 0-1-15,22 2-3 0,-12 0-4 0,1-1 1 16,-1 0 1-16,1 0-1 0,-1-1 1 0,0 0 6 16,2 1-2-16,-1-1 3 0,0 1-4 0,1-1-3 0,-1 1 1 0,1-1 0 15,0 1 0-15,-2 0-7 0,1 0 2 0,0 1-5 0,0-1 2 16,-1 1 5-16,2 0-3 0,-1 0 3 0,2 0-4 0,1 1 1 15,-1 0 0 1,1 0-1-16,-1-1 2 0,1 1 4 0,-1 0 4 16,1-1-1-16,-1 0 1 0,2 0-1 15,-1-1 0-15,1 1 1 0,-2-1-1 0,2 0 0 16,-1 0-3-16,2 1 3 0,1-1-8 0,1 0-1 16,-1 0-2-16,-1-1 2 0,1 1 3 0,0-1 9 15,1 0-1-15,-2-1 2 0,0 1-7 0,0-1 3 0,-1 0-1 0,2 1 2 16,2 0 3-16,-1 0-4 0,2 0-3 15,-2 0 0-15,1 0-6 0,0 0-1 0,0 0 2 16,-1 0-1-16,-1 1 2 0,0-1-2 0,-2 1-2 0,2-1 0 16,1 0-3-16,1 1 0 0,2 0 2 0,-2-1-1 0,-1 1 1 15,-1-1-2 1,1 1 3-16,-3-1-2 0,1 1 6 0,-1 0-3 0,-1 0 1 16,-1 0-2-16,-1 1-5 0,1 0 6 0,-1 0-6 0,2 1 6 0,2-1-5 15,-4 1 1-15,1 1 1 0,-1-1-1 0,-2 0-9 0,0 0-84 16,-2 1-21-16,1 0-34 0,-1 0-205 15,-1 0 771 1</inkml:trace>
  <inkml:trace contextRef="#ctx0" brushRef="#br0" timeOffset="16418.04">8142 8386 1625 0,'0'0'143'0,"0"0"55"16,0 0 5 0,0 0-64-16,0 0-61 0,0 0-64 0,0 0 5 0,0 0-4 15,0 0 14-15,0 0-10 0,0 0 1 0,0 0-3 16,0 1 14-16,0-1-10 0,0 1 3 0,-5 19-5 15,5-20 9-15,0 1 4 0,3 19-1 16,-3-20 1-16,0 16-7 0,1-5 3 0,0-1 0 16,-1 2 0-16,1 0-11 0,-1 4-7 0,2 0-4 15,-2 3 1-15,0 0-10 0,0 1 4 0,0 0-1 0,0 1 4 16,0 0 2-16,0 1-6 0,0 1 7 0,0-1-6 16,0 0 2-16,0 0 1 0,0-2-3 0,0 0 3 0,0-2 4 15,0-1 11-15,-1 0-1 0,0-1 4 16,0-1 3-16,-1-2-8 0,1-2 1 0,-1-2-4 15,2-1-10-15,-2-1 5 0,2-7-1 0,0 0 4 0,0 1 5 16,0-1-8-16,0 1 2 16,0-1-4-16,0 0 0 0,0 1-9 0,0-1 6 0,0 0-7 0,0 0 2 0,0-1 0 15,-7-16-4-15,7 17 4 0,1-17 1 0,2 9 1 16,-2-1 0-16,3-2 1 0,-1 2 7 0,1 0-11 16,0 0 6-1,1 2-8-15,1-1 4 0,-1 0-8 0,1 0 3 0,1-1-2 0,0 1 10 16,0 0-6-16,0 1 1 15,0 0-3-15,0 1 3 0,1 0-1 0,1 1 4 16,-1 0-1-16,1 2 7 0,-1 1-1 0,-1 1-5 16,-7 1 2-16,0 0 0 0,18 1-1 15,-18-1 1-15,1 0 0 0,18 9-1 0,-19-9 9 0,0 0-7 16,1 1 6-16,18 18-10 0,-19-19 3 0,0 0 4 0,11 22-2 16,-7-14 4-16,-1 1 7 0,-1 0 0 0,0-1 3 15,-2-1 5-15,0 3 0 0,0 0-2 0,-2 0 0 16,0 0 2-16,-1-1-2 0,-1 1 2 0,0-1-3 0,-1-1-1 15,0 0 3-15,-1-1-1 0,-1 1 1 0,0-1-5 16,0 0-7-16,-2-1 2 0,0 1-4 0,0-2-5 0,0 1-7 16,0-1-4-16,-1-1-1 0,-1-1-10 0,0 0 5 15,1 1-7-15,0 0 6 0,0-2-13 0,2 0-14 16,-1-2-5-16,3 0-8 0,-1-1-42 0,0-2-56 16,1 1-9-16,0-2-21 0,1 0-86 0,0-4-124 15,1-3-226-15</inkml:trace>
  <inkml:trace contextRef="#ctx0" brushRef="#br0" timeOffset="16723.3">8006 8517 2847 0,'-7'6'140'16,"-2"1"83"-16,2 0-124 0,-2 0-78 0,1 1-2 0,0-1-23 16,3 1-9-16,-2 0 7 0,1 2-7 0,1-1 5 0,-1 1-12 15,1 0-2-15,1 0 4 0,0 2-3 0,0 1 8 16,0 3 0-16,1 0 2 0,1 2 0 0,-1 0 9 16,2 2 6-1,-1 2 0-15,1 1 3 0,-1 0-3 0,2 2-1 0,-1-1 2 0,1-1-1 16,0 1-6-16,1 0 0 0,1-2-8 0,0 0 3 15,1-1-24-15,1 1-17 0,1-1 2 16,1-1-14-16,1 0-89 0,1-3-90 0,1-1-24 16,-1-2-20-16,2-1-104 0</inkml:trace>
  <inkml:trace contextRef="#ctx0" brushRef="#br0" timeOffset="17002.12">8321 8561 2940 0,'2'7'106'16,"0"1"-55"-16,0 0-7 0,2 2-17 0,1 0-24 0,1 1 17 16,1 2-3-16,1 1 6 0,1 1-19 0,-1 2 13 15,0 0-4 1,1 1 8-16,-1 0 8 0,0 3 15 0,1 0-2 0,-2 2 6 15,1 0 3-15,-2 3 6 0,0 0 2 16,-1 2 1-16,-1 1 1 0,0 1-19 0,-2-2 1 0,-1 2-9 16,0 0-15-16,-3-2-14 0,0 1-3 15,-3-4-7-15,-2 0-51 0,-2-3-91 0,-2-2-25 16,-3-1-38-16,-4-1-257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6:40:49.67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6890 2468 1347 0,'-1'0'194'0,"1"-1"-68"0,-1 1 93 15,1-1-199-15,0 1-1 0,-1 0-14 0,1-1 14 16,-1 1-3-16,1 0 3 0,0-1-6 0,-1 1 1 16,0 0 8-16,1 0-4 0,-1 0 12 0,1 0-10 0,0 0-3 15,0 0-1-15,0 0-3 0,-1 0-1 0,1 0 1 16,0 0-1-16,0 0 0 0,0 0 9 15,0 0 3-15,0 0 1 0,1 0 0 0,-1 0 9 0,0 0-8 16,19-5 9-16,-19 5-10 16,0 0-3-16,0 0 0 0,1 0-1 0,16-1-1 0,-17 1 1 0,0 0-1 0,1 0 0 31,19-2-11-31,-20 2 4 0,0 0 0 0,21-1 2 16,-13 0-1-16,2 1-5 0,-1-1 2 0,1 0-4 0,-1 0 2 0,1 1 6 15,0 0-4-15,-1 0 5 0,0 0 0 16,1 0-1-16,-1 0 3 0,0 0-3 0,0 0 2 15,1 0-6-15,-2 0 2 0,2 1-3 0,-1-1 2 0,2 0 0 16,-1 0-3-16,1-1 1 0,-2 0 1 16,1 0-5-16,3 0 4 0,-1 0-3 0,2 0 6 0,-1 1 5 15,1-1-7-15,-3 1 6 0,2 0-11 0,-1 0 0 16,0 0 3-16,-1 0-3 0,0 1 1 0,1 0-2 16,-1 1-1-16,0-1-1 0,0 1 0 0,0 0-2 0,0-1 4 15,0 0-3 1,2 0 0-16,1 0 2 0,1 1-4 0,1-2 3 0,0 1 0 0,-1 0 1 0,0-1 3 15,0 0-3 1,-1 0 0-16,0 0 4 0,0 0-2 0,-1 0 2 0,1 1-2 0,-1 0 0 0,1 0 2 16,0-1-1-1,0 1 1-15,2-1 1 0,0 1-3 0,0 0 2 16,0-1-2-16,-1 0 3 0,-1 0-2 0,1 0 2 16,-2-1-3-16,1 1 2 0,-1-1-1 0,0 1 0 15,1 0-7-15,-1-1 2 0,-1 1 0 0,1-2 1 0,1 2 1 0,1-1 3 16,-1-1-2-16,1 0 3 0,1 1-6 0,-1-2 4 15,0 2-4-15,-1-2 5 0,0 0 9 16,0 1-6-16,-1-1 4 0,1 2-5 0,-1-2 1 0,-1 1-6 16,1-1 1-16,0 2-3 0,0-2 6 0,2 2-5 15,0-2 4-15,1 2-5 0,-1-1 0 0,-1 0-1 16,0 1 2-16,-1-1-1 16,0 1-1-16,1-1 2 0,-2 0-4 0,1 1 2 15,-1 0-2-15,1-1 1 0,-1 2 1 0,1-2 2 0,-1 1 3 0,1 0-3 16,2 0-1-16,0 1-1 15,-1-1 0-15,-1 0-2 0,0 0 2 0,-1 1-2 0,-1 0 1 0,0 0 4 16,-1 0-4-16,0 1 3 16,0-1-3-16,-1 0 0 0,0 1 6 0,0 0-3 0,-1 0-3 0,0-1 2 0,-1 1-4 15,1 0 5 1,1-1 2-16,0 1-2 0,1 0-1 0,-1 0-1 16,0 0-1-16,0-1 3 0,-1 1-1 0,0 0 0 15,-1 0-1-15,1 0-1 0,-2 0 3 0,1 0-2 0,0 0 9 0,1 1-10 16,-2-1 1-16,0 0-3 0,0 0 0 15,-1 1 7-15,1-1-5 0,-6-1 6 0,1 0-3 16,-1 0-3-16,17 7 2 0,-17-7-3 0,0 0 1 16,1 0-125-16,-1 1-19 0,1-1-55 0,0 0-226 0</inkml:trace>
  <inkml:trace contextRef="#ctx0" brushRef="#br0" timeOffset="4319.63">4088 2953 2033 0,'0'0'187'0,"0"0"-69"0,0-1 91 0,0 1-193 0,-1 0-3 15,1-1-13-15,0 1 2 0,0-1 4 0,1 1-2 16,-1 0 2 0,1 0-4-16,15 2-2 0,-16-2 0 0,13 8 6 15,-6-4-4-15,2 2 5 0,1 3-4 16,1 0 3-16,0 1-6 0,1 1 3 0,-1-1-3 16,2 2 14-16,0 0 9 0,-1 1-3 0,3 1 4 15,-3 1-7-15,2-2-6 0,-2 1-1 0,0-2-2 0,0 1 4 16,1-1-5-16,1-1 3 0,2 1-3 0,-1-1 4 15,0-1-4-15,0 2 3 0,-1-1-1 0,-2-1 13 0,1 0-2 16,-2-1-3-16,1 1 0 0,0-1-5 0,-3-1-5 16,0 1 3-16,-1-1-4 0,1-1-2 0,-3 0 7 15,0-1-3-15,0-1 3 0,0 0-7 16,-1 0 0-16,-1-1 0 0,-4-4 0 0,1 0 2 0,0 0-20 16,-1 0-21-16,0 0-4 0,16 7-100 0,-16-7-88 0,0 0-13 15,0-1 80-15,9-18 1217 16</inkml:trace>
  <inkml:trace contextRef="#ctx0" brushRef="#br0" timeOffset="4631.39">4530 2895 2919 0,'-6'-2'98'0,"0"0"59"15,1 1-184-15,5 1 5 0,-1 0 0 0,1 1 4 0,-16 12 13 0,9-7 8 16,-2 3 1-16,-2 2 2 0,-1 0 1 0,-2 3 0 16,-1 0-4-16,-2 4 3 0,-2 0-6 0,-1 1 3 15,-1 1 3-15,0 1-1 0,1 0 4 0,1-1-4 16,-1 0 0-16,-1-2 0 0,0-1 2 0,1 0 1 16,-1 0-4-16,0 0 2 15,1-1 2-15,2-1 2 0,1-1 1 0,4-1-1 0,2-3 3 0,3-1-5 0,0-2 5 16,1-1-6-1,2-1-6-15,0-1-1 0,5-4-1 0,0 0 0 16,0 1 0-16,0-1-28 0,-1 1-21 0,0-1-7 16,1 0-122-16,-1 1-69 0,1-1-24 0,0 0-21 0,5-1-140 0</inkml:trace>
  <inkml:trace contextRef="#ctx0" brushRef="#br0" timeOffset="5529.07">4694 3103 2079 0,'-5'0'89'0,"5"0"-49"0,-1 0-17 0,1 0 2 16,0 0 10-16,-1 0 4 0,-15 3 5 0,16-3-1 0,0 0 14 0,0 0-3 15,0 0 1-15,0 0-2 0,0 0-11 0,0 0-8 16,0 0 4-16,0 0-3 0,0 0 8 0,0 0 0 16,0 0-9-16,20-6 5 0,-20 6-23 0,16-9 1 15,-7 4 3-15,0-1-2 0,2 1 9 0,1-2-1 16,-1 0-5-16,1 1 2 0,0-1-10 0,0 1-2 15,3 0 0-15,-3 1-1 0,1-1-10 0,-2 2 5 16,0 0 0-16,-1 1 4 0,0-1 3 0,-2 2-7 0,-1 1 5 16,0 1-4-1,-7 0 9-15,0 0-3 0,1 0 1 0,-1 0-1 16,0 0 3-16,17 12-5 0,-17-12-4 16,0 0 1-16,1 17-1 0,-1-16-3 0,0 16 3 0,1-7-4 15,0 1-2-15,0 0 4 0,1-1-3 0,2-1 4 16,1 0-10-16,0-1-4 0,2-2-1 0,1 0 1 15,1-1 1-15,2-2-1 0,2 0 1 0,1-1 0 16,2-3 4-16,3 0-4 0,-1-1 3 0,0-3-2 16,1-1 7-16,-1-1-14 0,0-1 4 0,1-4-10 0,-3 0-10 15,-1-1-152-15,1-2 5 0,1 1-69 0,1-1-119 16</inkml:trace>
  <inkml:trace contextRef="#ctx0" brushRef="#br0" timeOffset="6446.42">5665 2922 2529 0,'0'0'136'0,"0"0"-105"15,0 0-25 1,-1 0-11-16,0 0-3 0,1 0 7 0,0 0 1 0,-16-1 0 0,16 1 1 0,0 0 0 0,-1 0-1 16,1 1-1-16,-18 17-2 0,18-18 11 15,-11 13-1 1,5-6 4-16,-2 5-11 0,0 0 6 0,-2 0 0 16,-2 3 3-16,2-1 3 0,-3 2-1 0,1 0 4 0,-1 1-2 15,1 1 4-15,0-1-8 0,1-1 1 0,-1 0-4 16,2 0 3-16,-1-2-8 0,1 0 5 0,1 2-5 15,0-2 2-15,3 1-2 0,-1-2 0 0,2-1 0 16,2 0 3-16,-1-1-3 0,3-1-1 0,-1-3 0 16,0 0 2-16,2-7 2 0,0 0-1 0,0 1 1 0,0-1-5 15,0 1-4-15,0-1 1 0,0 1-3 16,0-1-7-16,0 0-23 0,0 0 4 0,1 0-8 0,0 0 12 0,-1 0 5 16,15-16-2-16,-11 7 3 0,0-2 6 0,1-2 2 15,1 0 3-15,0-2-2 0,1 0 3 0,-1 1 3 16,1-1 2-16,0-1 2 0,-1 1 5 0,0 0-3 15,0 0 0-15,-1 2 0 0,1-1 10 0,-1 2-3 16,0 0 9-16,-1 2-5 0,0 0 26 0,-1 1-17 16,0 1 3-1,1 1-7-15,-1 1 5 0,-1 0-6 0,1 1 1 0,-3 5-2 16,0-1 8-16,0 1-5 0,0 0 5 16,1-1-4-16,-1 1 1 0,1-1-1 0,9-15-5 15,-10 16 2-15,0 0-15 0,0 0 2 0,1 0 0 0,-1 0 0 16,0 0 0-16,18 11 0 0,-18-11 0 0,0 0 0 15,1 1 0-15,-1-1 0 0,15 19-2 0,-15-19 1 0,0 1-1 16,13 18 1-16,-7-11 2 0,-1 1 0 16,0 1 1-16,-1 0 0 0,2 0 0 0,0 1 0 15,-1 1 2-15,3-2-4 0,-2 1 1 0,2 0-1 0,0-1 8 16,0 1-3-16,2-1 4 0,-2 0-3 0,1-1 0 16,-1-1 3-16,0 1 3 0,-1-1 2 0,1-1 27 0,-2 0-4 15,0-2 1 1,1-1-2-16,-2-1 6 0,-5-3 16 0,0 0-3 0,0 0 6 0,20 6-6 0,-20-6-7 15,0 0 1 1,0 0-4-16,17-6-16 0,-17 6 1 0,0-1-1 16,14-15 2-16,-8 8-8 0,-1-2-4 0,1-2 1 15,1-1-2-15,0-1 1 0,1-3-12 0,0 0-1 16,-1-4-2-16,3-1-4 0,-1-1-3 0,2 2 1 16,0 0-2-16,0 2 8 0,-2 2-8 0,-1 1 7 15,0 4-8-15,-3 0 6 0,0 2-43 0,-1 1-22 0,-1 0-15 16,-2 0-145-16,1 1-166 0,0-1-80 0</inkml:trace>
  <inkml:trace contextRef="#ctx0" brushRef="#br0" timeOffset="8416.52">6364 2803 2466 0,'-6'-2'93'0,"0"0"-54"0,1 2-3 0,5 0-24 15,0 0-33-15,-1 0 9 0,-16 4-2 0,17-4 6 0,-13 8 10 16,1-7 1-16,3 6 0 0,-1 2-1 0,1 1-5 0,-2 1 2 16,-1 2 1-16,0 2 0 0,0 0 0 0,0 2 8 15,0 0-7-15,0-1 6 0,1 1-10 0,0 1 7 16,1 0-1-16,0 1 2 0,0 2-8 0,0-1 9 16,0 1-1-16,1 0 4 0,2 0-6 0,-2 0 2 15,3-1 1-15,-1 1 1 0,2 1-6 0,1 1 6 16,-1-1-1-16,2 2 4 0,1-2 7 0,1-2 8 0,0-1 1 15,3-1 2-15,1-1 0 0,3-3-8 16,2 1-3-16,-1-4-1 0,2 0-5 0,2 0-7 0,1-1-1 16,2-1-2-16,0 0-4 0,-1-3 3 0,2 0-1 15,-1-2 1-15,-1-1-5 0,0-1-171 0,0-1-20 0,0-1-86 32,0-3-410-32</inkml:trace>
  <inkml:trace contextRef="#ctx0" brushRef="#br0" timeOffset="9521.24">6410 2970 2043 0,'0'0'191'0,"-1"0"2"15,0-1-6-15,0 1-108 0,1-1-78 0,-1 1 19 0,1 0 5 32,0 0 1-32,0 0 2 0,0-1-11 0,0 1 1 15,1-1-6-15,17-10-3 0,-17 11-5 0,15 1 0 0,-7-1-2 16,0 0 4-16,1 0-7 0,0 1 4 0,-1 0-5 15,1 1 8-15,-2-1-6 0,2 0 6 0,-2 1-5 16,0 0 15-16,1-1-9 0,-1 1 0 0,0 0-3 16,-2 0 0-16,0 1 4 0,-1 2-2 0,-5-5 2 15,1 0 4-15,-1 0-2 0,1 0 3 0,11 18-1 0,-12-18 0 16,0 1 6-16,0-1-5 0,-6 18 4 0,1-12-10 16,-3 1 1-16,-2 0 1 0,-3 1 0 0,0 0-2 15,-3 1-1-15,0 0 0 0,1 2-1 0,-2-1-3 0,-1 0 2 16,1 0-4-16,0-2 4 0,1 0 3 0,2 1-5 15,1-2 4 1,3 0-5-16,0 0 3 0,2-1 1 0,1-1-4 16,1 0 4-16,2-1-1 0,2 1-3 0,2-5 2 15,0 0-3-15,0 0-2 0,0 17-1 0,0-17 3 16,0 1 0-16,0-1 6 0,17 18-4 0,-9-13 0 16,0-1-2-16,2 1 0 0,1-1 8 0,0 0-5 15,3-1 7-15,1 1-6 0,0-2 4 0,0 1 2 16,1-1-1-16,1-1-1 0,-1 0 0 0,1 0-3 0,0-1 2 15,1-1-11-15,0 1 4 0,-2-1 2 0,-2 0 1 16,-1 0 3-16,-2 0-8 0,-1 0 1 0,0 0-6 16,-1 1-24-16,-1-1-74 0,-1 0-9 0,-1-1-26 15,-1 0-78-15,1 0-109 0,0-1-43 16</inkml:trace>
  <inkml:trace contextRef="#ctx0" brushRef="#br0" timeOffset="9997.86">6780 3052 2708 0,'0'0'80'0,"0"0"6"0,-1 0-108 0,1 0 26 0,0 0-4 16,0 0 12-16,-1 0 8 0,0 0-3 0,1 0-1 15,-1 0-1-15,1 0-11 0,-18-2-8 0,18 2 3 16,0 0-6-16,-1 1 5 0,-17 15-5 0,18-16 3 15,-10 15-3-15,7-6 2 0,-3 1 2 16,1 0 0-16,-1 0 2 0,1 0 1 0,1-2 1 0,1 2 1 0,2-1-1 16,0-1 3-16,1 0-4 0,0 0 1 0,1-1-1 15,0 1 6-15,2 0-3 0,2-2 0 0,1-2 0 16,1 0 4-16,1-1-5 0,0-2 0 0,4 0-2 16,-1-2 5-16,2-2 20 0,2-1-6 0,0-2 9 0,1-1-7 15,-1-2-6-15,0-1 0 0,-2-1-3 16,0-1-1-16,1 1 0 15,-2-2 0-15,-1 0-1 0,0 0 2 0,-3-1 5 16,0 0-2-16,-1 1 3 0,-2-1-2 0,0 1 13 0,0 1-4 0,-1-1 7 0,-2 1-11 0,-2-1-2 16,0 3-1-1,1 0-1-15,-1 2 4 0,-1 1 5 16,-1 1-2-16,-2 2 2 0,4 4-14 0,0 0-12 16,0 0 1-16,-17-11-6 0,17 11-18 0,-1 0 11 15,-19 0-7-15,12 2 9 0,0 0-3 0,-2-1 2 0,2 2 4 16,-2 0-2-16,0 0 1 0,2 0-30 15,0 0-2-15,0 0-11 0,0-1-12 0,2 2-26 0,-1-2-4 16,2 1-11-16,5-3-50 0,0 0-45 0,-1 0-11 16,0 0-17-16,1 1-103 0</inkml:trace>
  <inkml:trace contextRef="#ctx0" brushRef="#br0" timeOffset="10412.21">7154 2940 2124 0,'0'0'255'0,"0"0"-223"31,0 0 6-31,0 0-67 0,0 1 54 0,0-1 5 16,3 20 4-16,-3-20-2 0,-5 14 3 0,1-4-19 16,0-1 0-16,0 3-7 0,0 0-1 0,-2 1-5 15,1 2 1-15,-1-1-3 0,0 1-1 0,1 0 0 0,2 0 2 0,0-2-2 16,1 0 0-16,2-2-4 0,0-1 2 15,1 0-4-15,2-2 6 0,0-2 4 0,1 0 1 16,-4-6 3-16,0 0 12 0,1 0 8 0,20 8 7 0,-13-8 0 16,1-2 10-16,-1-2 5 0,2-2-5 0,2 0 4 15,-1-1-20-15,3-1-12 0,0-4-1 0,-1-1-3 16,1 0 0-16,-2-1 1 0,1 0 5 0,-2-1-2 16,0 0 13-16,-2-1 10 0,-1 1-3 0,-1-1 4 15,-1-1-6-15,-1 1-14 0,-1-1 6 0,-1 5-7 16,-1-1 5-16,-2 2 10 0,0 1-6 0,-2 0 7 0,0 0-11 0,-1 2-14 31,0 0 0-31,-2 2-6 0,-1-1-11 0,0 2-21 16,-2 0-2-16,-2 1-6 0,0 1-6 0,-2 1 2 15,-1 0 6-15,0 2-3 0,-1 1 1 0,-1 2-53 16,0-1-5-16,2 1-22 0,1 0-82 0,2 2-110 16,0 0-38-16</inkml:trace>
  <inkml:trace contextRef="#ctx0" brushRef="#br0" timeOffset="10650.69">7611 3103 3805 0,'0'0'-253'0,"0"0"162"0,0 0 117 0,1 19-56 0,1-11 19 16,3 2 11 0,-2 1 2-16,-2 1 2 0,0 0-3 0,-3 0 1 0,-1-2 0 0,0 2-2 0,-4-1-36 0,-2 1-76 15,0 2-16-15,-6-1-28 0,0 0-155 0,-3-1-364 32</inkml:trace>
  <inkml:trace contextRef="#ctx0" brushRef="#br0" timeOffset="13046.5">8297 2809 1736 0,'-2'-7'147'0,"1"0"-5"0,1 1 3 0,0 6-87 16,0-1-44-16,0 1 67 0,0-1-14 0,-1-16 25 16,1 17-41-16,-1 0-2 0,1-1 2 0,-13-16-1 15,13 17-4-15,0 0-24 0,0 0-6 16,-1 0-3-16,-18-4-1 0,19 4-3 0,0 0 0 0,-20 3-2 15,20-3-7-15,0 0 9 0,-17 12-2 0,10-6 4 0,0 0 2 16,0 0-3-16,-1 1 4 0,0 1-5 0,0 1-2 0,-2 1 6 16,1 1-2-16,-1 1 2 0,0 1-9 0,-1 0 5 15,0 1-3-15,-1 1 4 0,2-2 0 0,-1 2-5 32,1-1 2-32,2 0-3 0,0 1 2 0,1 0 0 15,2 1-1-15,0 0 0 0,1 0-4 0,0 1-3 16,0 0-1-16,1-1 0 0,0 1 7 0,3-2-4 0,-2 1 1 15,2-2-2-15,0-1 1 0,0-1 2 16,2 1 2-16,-1-3-1 0,0 0 0 0,2 2-3 0,-2-3 2 16,2 1-1-16,1-1 8 0,0-1-1 0,0-1 4 0,0-1-2 15,-1-1 6-15,2-1-2 0,0 0 2 0,2-2-1 16,0 0 5-16,1-1-3 16,0-1 0-16,-1 0-2 0,3-2-1 0,-1 0-1 0,0-1 2 0,1-1-1 15,0 0 5-15,-2-2 4 0,1-1-2 0,-2 1 2 16,1-2 1-16,-1 0-4 0,-1 0 2 0,1 0-3 15,-2-1-4-15,0 0 0 0,0 0-3 0,0 1 2 16,0-1-5-16,0 1 0 16,-2-1 0-16,1-1 0 0,-2 1-2 0,-2-2 8 0,1 2 0 0,1-1 1 0,-2 0-7 15,1 0 3 1,0 1-1-16,-2 0 3 0,0 1-4 0,-2 0-3 16,0 1-1-16,0 2-1 0,-1-1-1 0,0 2-1 15,-1-1-1-15,1 1-1 0,-2 1-12 0,1 0 7 16,5 3-4-16,0 0 5 0,0 0-3 0,-20-3-2 15,20 3 0-15,-1 0-1 0,-15 2 2 0,16-2-1 16,-1 0 1-16,1 0-1 0,-19 8 2 0,19-8 5 0,0 0-5 16,0 0 4-16,-17 9-15 0,17-9-35 0,0 0 4 0,-1 0-19 15,1 0-28-15,0 1-40 0,-1-1-7 16,-16 12-14-16,17-12-55 0,0 0-55 0,0 0-19 0,0 0-45 16,0 0-447-16</inkml:trace>
  <inkml:trace contextRef="#ctx0" brushRef="#br0" timeOffset="13446.6">8793 2736 2948 0,'0'0'66'0,"0"0"-21"0,0 0-132 0,0 0 59 0,0 0-3 16,1 0 27-16,0 0 19 0,15 1-8 16,-16-1 1-16,0 0-4 0,0 1-4 0,0-1-3 0,10 17-1 0,-10-17 0 15,6 16-1-15,-4-5 2 0,1 2 0 0,0 2 1 16,-1 2 2-16,1 0-2 15,-1 3 2-15,-1-1-1 0,0 0 2 0,0 1-1 16,-1 1 0-16,-1 0-1 0,0 2 9 0,-1 2 0 16,-1 1 0-16,-1 0 0 0,-2 0 2 0,1-2 21 15,-2 0-5-15,0-1 9 0,-2 0-20 0,-1 2 3 0,0 0-3 0,-3 0 3 0,1 0-7 0,-3-2-5 32,0-1 2-32,0-1-2 0,-1-1 7 0,2-1-13 15,-1 0 5-15,-2 0-10 0,0-1-25 0,-2-1-220 16,-2-1-17-16,-4-1 31 0,-4-1 1142 0</inkml:trace>
  <inkml:trace contextRef="#ctx0" brushRef="#br0" timeOffset="14580.34">7995 3398 1252 0,'0'0'269'15,"0"0"-120"-15,0 0 142 0,0 0-277 0,0 0 18 16,0 0 17 0,0 0 1-16,1 0-4 0,0 0-3 15,-1 0-4-15,0-1-3 0,1 1-1 0,-1-1-2 0,1 1-9 16,-1 0-4-16,1-1-1 0,15-8-2 0,-16 9-9 15,0 0 10-15,0 0-3 0,0 0 6 0,1-1-1 0,-1 1 12 16,0-1-6-16,16-11 6 0,-16 12-19 0,0 0 5 16,1 0 1-16,0 0-1 0,-1 0-5 0,0 0 6 15,1 0-2-15,-1 0 4 0,1 0-1 0,-1 0 1 16,0-1-3-16,1 1 2 0,-1 0 0 0,1-1 1 16,0 1-3-16,-1-1 1 0,0 1-2 0,1 0 1 15,-1 0 3-15,1 0-2 0,-1 0-1 0,0 0-9 16,1 0 2-16,-1 0-5 0,1 0 0 0,0 0 5 0,-1 0-5 15,0 0 5-15,0 0-7 0,0 0 1 0,0 0 4 16,0 0-3-16,0 0-3 0,0 0 4 16,0 0-2-16,0 0 3 0,0 0-4 15,0 0-2-15,0 0-2 0,0 0 0 16,0 0 5-16,0 0-5 0,-1 0 3 0,0 1-3 16,1-1 2-16,-1 1 0 0,1-1-2 0,0 0 0 15,-1 1-1-15,1-1 4 0,-1 1 5 0,1-1-1 16,0 0 7-16,-1 0 2 0,0 0 1 0,1 0-1 0,-1 0-3 15,1 0 1-15,0 0-1 0,-1 0 2 16,1 0 0-16,-1 0-5 0,1 0-1 0,0 0-1 0,-1 0-4 0,0 0 1 16,1 0-3-16,-1 0 2 0,1-1 1 0,0 1-5 15,-1-1 6-15,1 1-6 0,-1 0 7 0,1-1-4 16,0 1-2-16,-18-10 1 0,18 10 4 0,0 0-4 16,-1 0 4-16,1 0-5 0,-1 0 4 0,1 0-2 15,0 0-2-15,-1 0 0 0,-16 3 2 0,17-3 0 16,0 0 1-16,0 0 0 15,-1 0-2-15,1 0 2 0,-1 0-2 0,1 0 2 0,0 0 0 0,-1 0-4 16,0 0 2-16,1 0-2 0,-1 0 2 16,1 0 6-16,0 0-2 0,-1 0 2 0,1 0-3 0,-1 0-2 0,1 0 1 15,0 0-1-15,-1 0 9 0,0 0-8 0,1 0 3 0,0 0-4 32,0 0 6-32,0 0-7 0,0 0-1 0,0 0-1 15,0 0-4-15,0 0 2 0,0 0 4 0,0 0-1 16,0 0 6-16,0 0-7 0,0 0 2 0,0 0-3 15,0 0-1-15,0 1 2 0,0-1-1 0,1 1 1 0,0-1 0 16,-1 1 1-16,0-1 2 0,1 0-2 0,-1 1 3 16,1-1 0-16,-1 0-6 0,0 1 3 0,1-1 1 0,-1 1-3 15,1-1 4-15,0 1-5 0,-1-1-3 0,0 1 7 16,1-1-2-16,-1 0 2 0,1 1-6 0,-1-1 6 16,0 1-2-16,7 15 3 0,-7-16-3 0,0 0-18 15,0 0-18-15,0 0-10 0,0 0-144 0,0 0-172 16,-1 0-64-16</inkml:trace>
  <inkml:trace contextRef="#ctx0" brushRef="#br0" timeOffset="17621.1">5571 2845 1968 0,'0'0'79'0,"0"0"-68"16,0 0-16-16,0 0-51 0,0 0-21 0,1 0 69 16,12 17 2-16,-13-17 9 0,0 0-3 0,0 1-1 15,18 15 4-15,-18-16-2 0,1 0 14 0,12 17 10 16,-13-17 3-16,1 0 5 0,-1 1 23 0,17 12-10 15,-17-13-1-15,0 0-4 0,0 0-8 0,17 7-3 0,-17-7 1 16,0 0-2-16,1 0 4 0,19 5 2 16,-20-5-2-16,0 0 2 0,18 2-14 0,-18-2-3 15,0 0-5-15,1 0 2 0,19 2-10 16,-20-2-3-16,0 0 3 0,0 0-2 16,19-3-1-16,-19 3 2 0,1 0-3 0,-1 0 2 15,16-2-3-15,-16 2 5 0,0 0-3 0,1 0 3 0,0 0-9 16,16-9 5-16,-17 9 0 0,0 0 3 15,0 0-4-15,1 0 4 0,-1-1-2 0,19-8 2 0,-19 9-4 16,0 0 3-16,0 0-1 0,0-1 3 0,1 1 0 16,18-12-5-16,-19 12 4 0,0 0-5 0,1 0-1 15,-1 0 11-15,19-11-6 0,-19 11 9 0,0 0-4 0,0 0 4 16,1-1 3-16,18-10-1 0,-19 11-2 0,0 0-5 16,0 0 3-16,0-1-2 0,19-9 0 0,-19 10 3 15,1 0-5-15,-1 0 4 0,17-8-6 0,-17 8 2 16,0 0 0-16,0 0 2 0,19-6 3 0,-19 6-2 15,0 0-1-15,1 0 0 16,16-8-2-16,-17 8 6 0,1 0 3 0,-1-1 0 0,19-9 11 0,-19 10-9 0,0 0 0 16,18-11-3-1,-18 11-6-15,0 0 3 0,20-12-3 0,-20 12 3 0,0-1-3 0,21-11-6 16,-21 12 1-16,1 0-3 16,18-9 7-16,-19 9-4 0,0 0 1 0,19-8-2 15,-19 8 0-15,1 0-2 0,19-6 0 0,-20 6-1 16,1 0 2-16,17-6-1 0,-18 6 5 0,1 0-5 15,22-6 0-15,-13 2 0 0,0 2 0 0,0 0 0 16,1-1 0-16,-2 0 2 0,1 0-2 0,0 1 2 16,-1 0 7-16,0 0-7 0,1 1 3 0,0 0-4 0,-2-1 4 15,1 1-3-15,0-2 1 0,-1 2-1 0,0 0-2 16,-1 0 5-16,1 1-2 0,-2-1 2 0,1 1-5 0,0 1 0 16,-1-1-1-16,-6 0 1 0,1 0 2 0,-1 0-2 15,20 2 4-15,-20-2-4 0,0 0 3 0,21 3-4 16,-21-3 2-16,1 0-1 0,20-2 4 0,-21 2-4 15,0 0-1-15,20 2-1 0,-20-2 13 0,0 0-11 16,21 3 2-16,-21-3-4 0,1 0 1 0,19 3 3 16,-20-3-2-16,0 0 3 0,20 3 0 0,-20-3-5 0,1 0 6 15,20 2-5-15,-21-2 5 0,1 0-3 0,19 3 1 32,-20-3-2-32,0 0 3 0,22 1 0 0,-22-1-3 15,0 0 2-15,20 1-4 0,-20-1 2 0,0 0 3 0,22 3 1 16,-14-3-3-16,0 0 8 0,1 0-5 0,-1 0 6 15,1 0 1-15,0-1-5 0,1 1 4 0,-1 0-4 0,0 0 4 16,-1 0-4-16,2 0-1 0,-1-1-1 16,0 1 3-16,-1-1-5 0,-1 1 3 0,1 0-3 15,-1-1-2-15,0 1 6 0,-1 0-4 0,1 2 3 0,-1-1-8 0,1-1 6 16,-2 1 0-16,-5-1 2 0,1 0-6 0,-1 0 6 16,23-1-4-16,-23 1 5 0,0 0-5 0,22-1-1 15,-22 1 4-15,0 0-2 0,21-2 2 0,-21 2-3 16,0 0 0-1,21 0 0-15,-21 0 1 0,1 0-2 0,18 3-1 0,-19-3 0 0,0 0 4 16,18 2-2-16,-18-2 1 0,1 0-2 16,16 3 0-16,-17-3-1 0,1 0 1 15,18 3 0-15,-19-3 4 0,0 0-5 16,20 0 1-16,-20 0-2 0,0 0 9 0,22 0 0 0,-22 0-3 16,0 0 2-16,22 0-1 0,-22 0-1 0,0 0 5 15,23-1-3-15,-13 1 0 0,-2 1 2 0,1-1-5 16,1 0 3-16,-2 0-3 0,0 2 2 0,0-3 2 0,0 1-1 15,-1 1-4-15,0-1 1 0,0 0 1 0,0 0 0 16,-1 0 3-16,1-1-3 0,0 1 0 0,-2 1 0 16,1 0 1-16,0 0 0 0,-1-1 1 0,-5 0-1 15,1 0 0-15,-1 0 4 0,19 0-3 0,-19 0 3 16,0 0-8-16,0 0 3 0,0 0 4 0,19-2-1 0,-19 2-1 16,1 0 1-16,-1 0-3 0,0 0 3 0,1 0-7 15,-1 0 4-15,18 0-1 0,-18 0 4 0,0 0-7 0,0 0 1 16,0 0 0-16,1 0 0 0,-1 0-4 0,0 0 0 15,1 0-13-15,-1 0 3 0,1 0-67 0,-1 0-81 16,0 0-14 0,1-1-33-16,-1 1-134 0</inkml:trace>
  <inkml:trace contextRef="#ctx0" brushRef="#br0" timeOffset="18864.41">10350 2835 1239 0,'0'0'58'0,"0"0"-6"0,0 0 13 0,0 0-12 16,0 0 0-16,0 0-11 0,0 0 12 0,0 0-12 15,0 0 38-15,-1 0-4 0,1 0 0 0,0 0-4 16,0 0-18-16,0 0-5 0,0 0-1 0,0 0-1 16,0 0 4-16,0 0-6 0,0 0-4 0,0 0 1 15,0 0-4-15,0 0-5 0,0 0 8 0,0 1-6 16,1-1 16-16,-1 1-2 0,0-1-1 0,17 7-1 0,-17-7-13 16,0 0-10-16,1 0 0 0,17 0-2 15,-18 0 0-15,0 0-5 0,17-1-7 0,-17 1 1 0,1 0-7 16,19-1 10-16,-20 1 2 0,1 0 2 15,21-1 0-15,-22 1 1 16,16 0 0-16,-16 0 0 0,19-1 4 0,-7 1-10 0,0 0 4 0,2 0-4 0,1 0 12 0,0-1-10 16,1 0 4-1,0 0-6-15,1 0 0 0,1 0-5 0,0 0 1 0,1 1-2 0,-2-1 5 0,1 1-7 32,-1 0-2-32,1 1-1 0,0 0-3 0,-1 1 1 0,1 0 2 15,-1 0 1-15,1 0 3 0,-1 1-10 16,2-1 7-16,-1 2-7 0,2-1 9 0,-1-1 4 0,1 1-5 15,1-2 5-15,1 2-1 0,-2-2 4 0,2 1 4 16,-2 0-1-16,-1-1 3 0,0 0 1 16,0 1-4-16,0-1 2 0,-2 0-2 0,1 0-4 0,-1 0 3 15,2 0-4-15,-1 0 1 0,-1 1-5 0,0-2 2 0,-2 2-1 16,-1-1 12-16,1-1-9 0,-1 2 1 0,-2-1-5 16,1 0 1-16,-1 0 1 0,-2-1-1 0,0 0 1 15,-1 1-6-15,-1 0 1 0,2 1 1 0,-3 0-1 16,1-1-3-16,-1 1-2 0,-1 0-2 0,0 0-2 0,-6-2-14 15,0 0-69-15,1 0-5 0,16 9-29 0,-17-9-85 16,0 0-158-16,0 1-43 0</inkml:trace>
  <inkml:trace contextRef="#ctx0" brushRef="#br0" timeOffset="44795.08">7975 2621 1750 0,'0'0'84'0,"0"0"-49"0,-1 0-2 0,1 0-17 0,-1 0-44 0,1 0 21 16,0 0-5-16,0 0 9 0,0 0 0 0,0 0 5 15,0 0 4-15,0 0 1 0,0 1 1 0,1-1 11 0,10 18-5 16,-11-18 8-16,0 0 9 0,0 0 2 0,0 0 3 15,0 0-3-15,0 1-10 0,1-1 4 0,-1 1-9 16,0-1 6-16,0 1-12 0,1-1-2 0,-1 1 3 0,0-1-2 16,8 17 1-1,-8-17-3-15,0 0 1 0,0 0-3 16,0 0 3-16,0 0 4 0,0 0-1 0,0 0 1 16,0 1-7-16,0-1 4 0,0 1-2 0,0-1 3 15,0 1-2-15,0-1-2 0,0 1-4 0,0-1 1 16,0 0 0-16,0 1-2 0,0-1 4 0,0 1-5 15,0-1-2-15,0 1 3 0,0-1-2 0,1 1 4 0,0-1-1 16,-1 0 11-16,0 1-1 0,16 10 5 0,-16-11-2 16,0 0-2-16,0 0 0 0,0 0-2 0,1 0 0 0,0 0 2 15,-1 0-3-15,18-2 2 0,-18 2-5 0,0 0 2 16,0 0 1-16,1 0 1 0,0 0 8 0,14-4-5 16,-15 4 2-16,0 0-3 0,1 0-4 0,0 0 1 15,15-3 0-15,-16 3 1 0,0 0-10 0,1 0 4 16,0 0-6-16,16-5 6 0,-17 5-2 0,1 0-6 15,-1 0 2-15,16-2-4 0,-16 2 4 16,1 0 2-16,-1 0-1 0,19-2 1 0,-19 2 1 16,0 0-5-16,16-1 3 0,-16 1-3 15,0 0-3-15,18 0 4 0,-18 0-2 0,1 0 3 16,18-1 4-16,-19 1-5 0,0 0-1 0,21 0-1 16,-21 0 1-16,0 0 1 0,21 0 1 0,-20 0 0 0,0 0-5 0,19 2 7 15,-20-2-7-15,1 0 6 16,20 4-9-16,-21-4 7 0,0 0 3 0,22 3 1 15,-13-2-6-15,1 1 2 0,0-1-2 0,0 2 3 16,1-1 2-16,-1 0-5 0,1 0 2 0,0-1-3 0,-1 0 10 16,1 0-10-16,-2 0 4 0,2 1-6 0,0 0 2 15,0-1 7-15,-1 0-4 0,1 0 5 0,0 1-4 0,-1-1-2 16,2 1 3-16,0 1-2 0,0-2 1 0,1 1-1 16,0 0-1-16,1 1 1 0,-1-2-2 0,1 2 2 15,-2-1 1-15,1 0 0 16,-1 1-1-16,0-1-3 0,1 0 1 0,-2 0-1 0,1-1 7 0,0 2-1 15,-1-2 1-15,1 2-3 0,0-1-2 0,0 0 1 0,1-1-3 0,1 2 3 32,-1-1 0-32,0 1-2 0,1 1 5 0,-1-2-4 15,-1 1 4-15,1-1-3 0,-2 0 1 0,1-1-1 0,-1 2 4 0,2-1-4 0,-1 0 1 16,1 1-1 0,-2-2 3-16,0-1-5 0,2 2 2 0,0-1-2 15,1 0-1-15,0 0 4 0,0 0-2 0,0 0 3 0,0 0-1 16,0-1 0-16,-1 2 0 0,1-1-1 15,-1 0 4-15,0 0-3 0,-1 0 1 0,1-1-2 16,0 0-1-16,1 0 1 0,1 0 1 0,0 0 2 16,1-1 1-16,0 1 2 0,2 0-4 0,-1-1 3 0,-1 1-4 15,-1 0 2-15,0 0 0 0,1 1 0 0,-3-2-3 16,2 2 4-16,0-1-4 0,-2 0 4 0,3 2-9 0,-3-1 7 16,2 0 0-16,0 0 3 0,0 1-3 0,1-2-1 15,0 1 1-15,-1 0-2 0,0-1-4 0,0 1 6 16,0 0-2-16,0 0 5 15,-1 1-4-15,1-1-2 0,-2 0-1 0,3 1-2 0,-1 0 8 0,2-1-3 16,1 1-1-16,0 0-2 16,-1-1 1-16,0 1 1 0,0 0 1 0,-2 0 0 0,1-1-4 15,0 1 2-15,-1 0 2 0,1 0 1 16,-1 0 4-16,0-1-6 0,1 1 0 0,1-1-2 16,1 0 5-16,0 0-4 0,-1 0 1 0,1-1-2 15,-1 1 7-15,0-1-4 0,-1 1 5 0,1 0-5 16,-1 0 3-16,-1-1 2 0,2 0-1 0,0 0 3 15,0-1 9-15,1 1-4 0,-1 0-1 0,-2-1-2 16,0 0-1-16,-2 1 8 0,-1 0 0 0,0-1 2 16,0 0 3-16,0 0-13 0,0 0 2 0,0 0-7 15,-2 1 0-15,0-1 2 0,1 0-3 0,0 0 2 0,0 1-4 16,0 0-2-16,1 0 0 0,-1 0-1 16,0 1-8-16,-1 2-119 0,-1-1 0 0,0 1-54 0,0 2-118 0,0 0 978 15</inkml:trace>
  <inkml:trace contextRef="#ctx0" brushRef="#br0" timeOffset="45828.2">9518 1234 1840 0,'-5'-6'188'0,"-2"1"-90"0,7 5 99 0,0-1-231 0,0 1-2 0,0-1-1 16,-1 1-8-16,1 0 2 0,0-1-2 0,0 1 11 31,0-1 4-31,0 1 9 0,0 0-3 0,0 0 13 0,0 0 12 15,1 0-2-15,18 12 8 0,-19-12 10 0,10 10 16 16,-3-2 0-16,-1 0 8 0,3 1 14 0,-2 0-3 0,1 1 4 16,-1 0-5-16,1 0 9 0,-3 0-16 15,1 1 3-15,1 1-8 0,0 0-4 0,-1 1-12 16,-1 1-2-16,-1-1-4 16,-1 0-14-16,0 1 5 0,-1-2-1 0,0 1 2 0,-2 1 0 0,-2-2-2 0,-1 1 3 15,-2-3-3-15,0 1 9 16,-2-2 12-16,0-1-4 0,-1-2 8 0,-1-2 4 0,1-1-2 0,0-2 6 15,-2-2-2-15,-1-1 12 16,0-3-10-16,-2-2-1 0,-1-2-2 0,1-2-7 0,-1-3-19 0,0-2 5 0,-1-1-11 16,2-1 1-16,1 0 1 0,1 1-1 0,2-2 3 15,0 1 17-15,2-1-7 16,1 1 2-16,1-2-5 0,2 1-14 0,-1 0 0 0,4 2-2 0,0 0 1 16,0 0 2-1,2 0 2-15,1 1 1 0,-1 1-1 0,1 1-3 16,1 2-1-16,0 0-2 0,2 1 1 0,0 0-7 15,2 1-1-15,1 0 5 0,1 1-4 0,1 2 0 16,1-3 0-16,2 2-2 0,1-1 3 0,1 0-1 0,1 1 8 16,2 0-6-16,-1 2 6 0,0-1-4 0,1 3 1 15,2-1 2-15,0 0-2 0,-1 1 5 0,0 0-5 16,-2-1 1-16,-1 3-4 0,0 1 7 0,-1 1-3 16,-1 1 1-16,-2 1-1 0,-1-1 5 0,0 1-5 15,-2-1 2-15,0 3-5 0,0-2-12 0,0 2-76 0,-2-1-9 16,-1-1-27-1,1 3-65-15,-1-1-75 0,-1 1-20 0</inkml:trace>
  <inkml:trace contextRef="#ctx0" brushRef="#br0" timeOffset="46228.9">9917 1245 2719 0,'-4'-4'42'0,"4"4"-28"0,0 0 22 15,-1 0-70-15,1 0 12 0,-1 0 6 0,1 0 34 16,0 0-2-16,0 0 7 0,0 0-16 0,-1-1-6 16,1 1 4-16,0-1-4 0,0 1-1 0,1-1-9 0,19-8 1 15,-11 8-3-15,1 0 15 0,1-1-4 0,0 1 0 16,1-1-1-16,0 1 2 0,0 0-1 16,-1 0 3-16,2 0-3 0,-2-1 0 0,0-1 2 15,1 2 0-15,-4-3 3 16,2 2-4-16,-1 0-5 0,-1-1-33 0,-1 3 7 15,1-2-127-15,-2 0-91 0,-6 2 1 0,1 0-51 16,-1 0-199-16</inkml:trace>
  <inkml:trace contextRef="#ctx0" brushRef="#br0" timeOffset="46471.54">9881 1445 2262 0,'0'0'87'0,"-1"0"149"0,0 0-288 0,1 0 37 0,0 0 4 15,0 0 14 1,0 0 50-16,0 1-5 0,0-1-4 0,0 1-3 16,13 16-33-16,-13-17-3 0,16 1 0 0,-5-1 1 0,0 1 9 0,3-1-3 15,0-2 5-15,2 0-6 16,0 0 2-16,1 1-8 0,1-1-2 0,1-2 0 0,0 0-2 0,2-1 2 0,-1 0 0 31,0 1 0-31,-2 0 4 0,-1-1-7 0,-1 1 4 16,0-2-5-16,-1 2-4 0,0-2-47 0,2-1-12 0,0 1-19 0,1-1-108 15,1 0-82-15,1-2-50 0</inkml:trace>
  <inkml:trace contextRef="#ctx0" brushRef="#br0" timeOffset="46911.54">10730 938 2288 0,'0'0'395'0,"0"0"-416"16,0 0 21-16,0-1-42 0,-1 1 31 0,1-1 17 16,0 1-2-16,-1-1 9 0,-15-4 5 0,16 5-14 15,-1 0 1-15,1 1-5 0,-20 19 2 0,13-11-2 0,-1 0 0 16,0 4-4-16,-2 1-4 0,-1 3 4 0,-1 3 1 31,-1 2 1-31,1 2 2 0,-2 2 6 0,0 2-6 16,2 0 5-16,-1-1-1 0,3 1-4 0,-1 1 3 15,2 0-3-15,1 1-4 0,2-2 7 0,2 0 2 0,2-3 2 16,0-1 4-16,2-3-4 0,0-2-1 0,2-1-1 16,1-2 3-16,1-1-7 0,1-1 5 0,1-1-5 15,1-1 5-15,-1 0 0 0,1-2-2 0,1-2 0 16,-1-1-4-16,2-1 3 0,0-2 1 0,0-2 1 16,1 0 7-16,-1-2 11 0,2-1 2 0,-1-1 4 0,2-3 16 15,-1-2 0-15,2-2 3 0,-1-2-2 0,2-2-3 16,-2-1-8-16,1-1 0 0,-1-1-2 0,-2 1 12 0,-2 0-13 15,-2 1 6-15,-2 3-7 16,-2 1 9-16,-2 1 4 0,0 4-1 16,0 5 1-16,0-1-18 0,0 1-27 0,-16-11-11 0,8 11-6 15,-2 1-33-15,-3 1 13 0,-1 1-3 0,-1 3 7 16,-1 1 6-16,1 1 7 0,0 2-23 0,-2 1-1 16,0 1-180-16,1 4-366 0</inkml:trace>
  <inkml:trace contextRef="#ctx0" brushRef="#br0" timeOffset="50728.06">9183 1866 62 0,'-5'-6'759'0,"0"-1"-325"0,1 2 395 16,4 5-818-16,0-1 2 0,0 1-4 0,0 0 35 16,0-1-5-16,-7-15 12 0,7 16-14 0,0-1 2 0,0 1-3 15,0-1 3-15,0 1-5 0,0-1-23 0,0 1 2 16,-1-16-12-16,1 16-5 0,0 0 0 0,0 0-3 0,0 0 2 16,8 20-2-16,-8-12 3 0,0 3 1 0,0 2-1 15,0 1 4-15,-1 4 1 0,0 0 4 0,0 1-1 16,-1 0 10-16,0-3-3 0,1-1-2 0,1-1 1 15,-1-2 6-15,2-3 4 16,-1-1 8-16,3-3-4 0,-3-5 17 0,0 0 10 16,0 1-3-16,1-1 6 0,-1 1 7 0,17 3-24 0,-11-8 6 0,2-3-13 0,2-3-2 15,1-4-7 1,4-3-1-16,0-4-2 0,2-3-12 0,0-1 3 0,0-1-4 0,1 0 3 0,-1 2-7 0,-1 1-2 16,-1 0 3-1,-1 0-2-15,1 1 1 0,-2 1-1 16,-1 1 0-16,-1 3 0 0,-2 1 0 0,0 3-98 15,-3 2 2-15,0 0-43 0,-1 2-45 0,-2 1-56 16,0 2-17-16,0-1-38 0,0 1-328 0</inkml:trace>
  <inkml:trace contextRef="#ctx0" brushRef="#br0" timeOffset="51299.65">9572 2057 1883 0,'0'0'331'0,"0"0"-267"0,0 0-25 0,0-1-55 0,9-17 46 16,-9 18 29-16,8-13-1 0,-4 4 6 0,2 0-20 0,-2-2 0 16,0-1-1-16,1-1-1 0,-3-2-9 0,1 1-14 31,-3-3 3-31,1 1-7 0,-1 0-5 0,0 0-3 15,-1 5 1-15,0-2-1 0,-1 2 7 0,-2 0-11 16,1 0 4-16,1 2-4 0,-2 1 14 0,-1 1-6 16,1 0 5-16,0 3-5 0,-1 0-2 0,-1 2-12 15,-1 1-3-15,-2 2-4 0,0 1-9 0,0 3-3 16,-2 2-4-16,1 2 1 0,-2 1 2 0,2 2 1 0,0 1 6 16,0 1-3-16,0 1 12 0,1 2 1 0,1-1-1 15,2 1 0-15,0 0-2 0,3-1 9 0,0-1-2 0,1-2 4 16,0-1-1-16,2-3-2 0,2 0 1 0,1-3-2 15,-3-6 2-15,0 0 0 0,1 1-3 0,15 11 1 16,-16-12-2-16,0 0-5 0,22 0 3 0,-12-4-6 16,0 0-4-16,1-3 1 15,1 0 6-15,0-3-1 0,-2 0 11 0,2-1 0 16,-3-1-1-16,0 1 1 0,-1-2 10 0,-1 1-5 0,-2 0 2 0,2 0-4 0,0 3-3 16,0 1 0-16,-1 1-1 0,-3 2 2 0,-3 5 2 0,0 0-7 31,0 0 0-31,1-1-6 0,17-6-6 0,-18 7-3 15,1 0 3-15,-1 0-2 0,19 17 13 0,-14-7 5 16,0 1 3-16,1 3 0 0,-1 0-3 0,-2 1 3 16,1 0-1-16,-1 0 1 0,1-1-1 0,0 0-5 15,0-2 3-15,-1-2-2 0,1 0 6 0,0-2-73 16,0-2-6-16,-4-6-28 0,0 1-52 0,0-1-41 0,0 0-5 16,20 1-38-16,-13-9-305 0</inkml:trace>
  <inkml:trace contextRef="#ctx0" brushRef="#br0" timeOffset="51615.09">9869 1784 2187 0,'0'0'35'0,"0"0"-67"0,0 1-19 0,0-1 0 0,-5 23 43 16,4-11 26 0,-2 1 7-16,1 1 6 0,-2 0 13 0,1 0-18 15,2 2 0-15,0 1-6 0,0 0 3 0,0 0-8 16,-1 0 3-16,1-2-6 0,-1 0-3 15,-1-2 1-15,1-1 0 0,0-1 1 0,1-2-3 0,-2 0 10 16,2-2-2-16,1-7 5 0,0 1 1 0,-1-1 9 16,1 0-2-16,0 1 5 0,-1-1 8 0,0 1-3 15,1-1 4-15,-1 0-3 0,1 0 14 0,-1 0-22 16,-5-14-1-16,9 4-8 0,3-1-10 0,3-3-5 16,1-1 7-16,3-3-6 0,2 0 6 0,2 0-10 15,0 0-1-15,0 4-2 0,0 1 2 0,-2 4-7 0,-1 3 3 16,-3 0-6-16,0 2 4 0,-1 2-9 0,-1 2-7 15,-1 0-6-15,-2 0-73 0,0 1-70 0,-1 0-14 0,2 3-27 16,-2 1-140-16</inkml:trace>
  <inkml:trace contextRef="#ctx0" brushRef="#br0" timeOffset="52228.28">9369 1631 1774 0,'0'0'83'0,"0"0"-26"15,0-1 0-15,0 1-29 0,0-1-21 0,0 1 31 0,-1-16 2 16,1 16 8-16,0 0 9 0,0-1-13 0,0 1 0 16,0-1-6-16,0 1-6 0,20-13-3 0,-13 12 0 15,3 0 0 1,0-1-5-16,3 2 4 0,0 0-5 0,2 0 3 16,2 1-9-16,-1 0-1 0,1-1 2 0,0 0-1 15,0 1 5-15,-1-1-2 0,0 1 1 0,-1 0-2 16,0 0-9-16,1 0-6 0,0 0-1 0,-1 0-1 15,-2 1-1-15,0-1-4 0,-2 0-28 0,0 0-3 0,-1 1-220 16,0-2-528-16</inkml:trace>
  <inkml:trace contextRef="#ctx0" brushRef="#br0" timeOffset="52709.74">10245 1816 3293 0,'0'0'76'0,"0"0"-124"16,0 0-20-16,0 0-33 0,0 0-16 0,0 0 109 0,0 1-9 16,0-1 33-1,0 16-11-15,0-16 3 0,0 0-10 0,0 1 6 0,0-1-21 0,20 15 2 0,-12-11-3 16,2-1 3-16,1 0-5 0,0-2 8 0,1 0-1 0,1 0 4 31,-2-1 5-31,-2 2-99 0,1-1 8 0,-3 0-45 16,1-1-42-16,-1-2-43 0,-1-2-23 0,1 0 116 15,-1 2 1382-15</inkml:trace>
  <inkml:trace contextRef="#ctx0" brushRef="#br0" timeOffset="52929.65">10158 1973 2811 0,'0'0'18'0,"0"0"-90"16,0 0 12-16,0 0-25 0,0 0 108 0,1 1 15 15,18 11 4-15,-19-12-1 0,16 5-8 0,-6-2-16 0,1 0 0 16,2-1-6-16,-1 1-4 0,4-1-3 0,0 0-2 16,2 0 1-1,-1-1-3-15,1 0-4 0,-1 0 3 0,-1-1-4 16,1 0 1-16,-2-1-2 0,0 0-1 0,0-1-8 16,0-1-97-16,-2-1-68 0,1 0-25 0,1-3-9 15,0 1-70-15</inkml:trace>
  <inkml:trace contextRef="#ctx0" brushRef="#br0" timeOffset="53411.74">10643 1771 2508 0,'0'0'47'0,"0"0"-41"0,0 0-80 0,0 0 71 15,0 1-4-15,1-1 28 0,17 18 16 0,-18-18-2 16,12 12-6-16,-4-6 1 0,-1 0-20 0,5-2-4 15,1 1 2-15,2 1-3 16,2-2 4-16,-1 0-5 0,0 0 1 0,-1-2-2 0,0 2 3 0,-2-2-7 16,-3 1 3-16,0 1-3 0,-3-1 11 15,0-2-6-15,-7-1 8 0,0 0-6 0,1 0 8 0,-1 1 1 0,0-1-2 16,1 1 1-16,-1-1-8 16,0 17 7-16,0-17-3 0,-14 10 6 15,5-5 3-15,-2 1-8 0,-1 0 4 0,-1 2-5 16,-1-2 5-16,0 1-6 0,-1 0-1 0,2-1-1 15,-1 0 2-15,2-1-7 0,0 1 2 0,3-1-4 16,1-1 0-16,4 1-1 0,4-5-2 0,0 0 0 16,0 1-9-16,0-1-13 0,-6 17 1 0,6-17-6 15,0 0-2-15,0 0 5 0,20 14-4 0,-11-11 4 16,4 0-3-16,-2 1 21 0,0-1-2 0,2 1 8 0,-1-1-1 16,-1 1 5-16,0 1 2 0,-1-1 1 0,-1 1-2 0,0 1 0 15,-1-1-1-15,-1 2 1 0,-1-1 7 0,-1 1-4 16,-1-1 5-16,-1-1-5 0,-1 3 4 0,-1 0 1 15,-1 1 2-15,-3 3 1 0,0-2 10 0,-4 2-4 16,0 0-4-16,-2 0-1 0,0 1-7 0,-1 0 3 16,-1-1-3-16,0 0 1 15,1-2-11-15,1-2-49 0,0-1-1 0,2-2-23 0,7-5-43 0,0 0-45 0,0 0-17 16,-1 0-17-16,1 0-119 0</inkml:trace>
  <inkml:trace contextRef="#ctx0" brushRef="#br0" timeOffset="53843.8">11272 1629 2793 0,'0'0'-35'0,"0"0"-3"16,0 0 10-16,0 1 0 0,0-1 51 0,-1 1-1 15,-9 18-3-15,10-19 0 0,-1 1-13 0,-12 19-4 16,6-11-4-16,-2 3 1 0,0 1-5 0,-3 3 8 16,-1 2-3-16,-3 1 4 0,1 2-8 0,-1 2 4 15,1 0 4-15,2 1-1 0,1-1-2 0,2 3-1 16,-1 1 1-16,2 1 0 0,0 1 6 0,3-2-3 0,1-2-3 31,1-3 0-31,1-2-2 0,3 0 3 0,0-1 1 16,1-1 3-16,1-2-4 0,2-3 9 0,1-3-6 15,1-1 8-15,1-2 2 0,0-3 3 0,2 0 6 16,0-3-2-16,0 0 16 0,2-3 5 0,2-1-2 0,1-2 3 16,1-2-1-16,2-2-9 0,-2-2 3 0,1-2-5 15,-1-1-4-15,0 0-6 0,-1 0 0 0,-2 1-3 16,-2 1-4-16,-2 2 6 0,-2 1 0 0,-2 0 5 16,-2 1 15-16,-2 8 3 0,0 0-7 0,0-1 1 0,-1-17-46 15,1 18-6-15,0 0-2 0,-16-5-2 0,8 4-31 16,-4 1-79-16,-3 0-12 0,-5 2-28 0,-2 0-108 0,-5 1-276 15</inkml:trace>
  <inkml:trace contextRef="#ctx0" brushRef="#br0" timeOffset="57632.04">7793 2713 844 0,'-5'-4'165'0,"-2"1"-52"0,7 3 77 0,0 0-159 16,-1-1-5-16,1 1-17 0,-1-1 2 0,1 1-2 0,-17-16 1 15,17 16 0-15,0 0 19 0,-1-1 2 0,1 1 7 16,0-1 26-16,-1 1-7 0,-15-14 1 0,16 14-4 31,0 0-8-31,0 0-9 0,-1 0 3 0,1 0-5 0,0 0 2 16,-1 0-11-16,1 0 2 0,-1 0-5 15,1 0-4-15,0 0 10 0,-1 0-6 0,0 0 9 0,1 0 6 0,0 0 2 16,0 0 7-16,0 0-4 0,0 0-7 0,0 0-10 16,0 0-1-16,0 0-3 0,0 0-8 0,0 0 2 15,1 0-7-15,0 0 6 0,-1 0-14 0,20 5 6 16,-20-5-1-16,0 0 2 0,18 3-5 0,-18-3 2 16,0 0 0-16,22 4 2 0,-13-3 1 0,-1 1-4 15,0-1 3-15,1 1-3 0,-1-1 12 0,0 2 1 16,2-2-1-16,0 1 2 0,2-1 4 0,-1 1-2 15,1 0-3-15,0-1 0 0,1 0-8 0,0 0-2 0,1 0 0 16,-2 0-2-16,1 0 5 0,1 0-8 0,0 2 5 16,1-1-5-16,0-1 7 0,0 3-5 0,-1-2-3 0,1 0 1 15,2 3-1-15,-2-4 4 0,2 1 4 0,-1 0-2 16,1-1-5-16,-2 0 9 0,1 1-2 0,0 0 6 31,2 0-2-31,-1 0 5 0,0-2-2 0,-1 0 3 16,1 1 1-16,1-1-12 0,1 1 3 0,-1 1-5 15,0-2 6-15,-2 1-5 0,0 0 3 0,1 1-4 0,-1-1 4 16,1 1-6-16,-1 0 0 0,0-1-2 0,1 0-3 16,-1 1 3-16,3-1-1 0,-2 0 3 0,2 0-4 0,-3 1 2 15,2 0 3-15,-3 0 0 0,1 0 1 0,0-1-3 16,-1-1 2-16,0 1-1 0,1-1 7 0,0 1-1 16,1 0-6-16,-1-1 3 0,1 1-6 0,1-1-2 15,-1 2 5-15,0-2-4 16,-1 0 4-16,1 1 2 0,1-2-6 0,-2 2 2 0,1-1-5 0,0 0 5 15,0 2 2-15,1-2 0 0,-1 2-5 0,1-1 0 16,-1-1-2-16,1 1 2 0,-1 0 2 0,0 1 0 0,-1 0 3 16,1 1-3-16,1-2 3 0,1 0-4 0,0 0 1 15,2 1-1 1,-1-1 2-16,2 0-2 0,0 1 0 0,-1-1 0 16,-1 1 3-16,0 0-3 0,1 0 0 0,-1 0 0 0,-1 0-1 0,1 0 3 0,1-1-2 0,1 1 3 31,1-1 0-31,-2 1-1 0,1 0 6 0,-2-1-3 15,0 2 10-15,0 0-7 0,0-1-3 0,0 1 0 16,-1-1-5-16,3 1 3 0,-1-1 0 0,1 0 2 16,-2 0-3-16,0 0-1 0,0 0 5 0,0 0-4 0,0-1 0 15,-1 1 5-15,-1-1-4 0,0-1 4 0,2 1-4 16,-1-1 8-16,1 1-5 0,-1 0 7 0,-2 0-3 0,-1-1-4 16,0 0 4-16,-3 1-5 0,1 0 3 0,0 0-2 15,-2 0-2-15,-1-1 0 0,-1 1-4 0,-1 0 1 16,0 1 3-16,-2-1 0 0,1 0 2 0,-1 0 1 15,-1 0-4-15,-6-1 0 0,0 0-31 0,1 0-64 16,-1 0-3-16,1 0-25 0,-1 0-44 0,0 0-96 16,1 0-12-16,0 0-65 0,-1-1-449 0</inkml:trace>
  <inkml:trace contextRef="#ctx0" brushRef="#br0" timeOffset="67828.52">3210 3206 1380 0,'-8'0'121'0,"1"0"20"0,7 0 7 0,0 0-32 16,-1 0-58-16,-17 3-43 0,18-3 3 0,0 0-11 15,-1 0 3-15,1 0-1 0,0 0 7 0,-1 0-3 16,0 0 4-16,1 0-2 0,-1 0-3 0,1 1 2 0,0-1 6 16,-1 1-3-16,1-1 2 0,0 1 0 0,0-1 20 0,0 1 7 15,3 16 1-15,-3-17 0 0,1 0-6 0,-1 0 3 16,17 6-2 0,-17-6 2-16,1 0-9 0,17 4-1 15,-18-4-1-15,16 2 1 0,-5-1-11 0,2 0-8 0,1-1-7 0,0 0 2 0,1-1-7 0,-1 0 2 31,0 1 2-31,1-2-1 0,-2 2-8 0,0-2 7 16,-1 2-4-16,0 0 6 0,-1 0-7 0,-1-1 0 0,0 1 1 0,0 0 1 16,-1 0 4-16,-1 1-2 0,0-1 3 15,-1 0-4-15,2 0 3 0,-3 0 7 0,1 0-6 16,0-1 7-16,-7 1-14 0,0 0 12 0,0 0-4 0,18-5 7 16,-18 5-8-16,0 0 6 0,0 0-2 0,1 0 4 15,-1-1-5-15,1 1 2 0,-1-1-2 0,8-17 1 16,-8 18-11-16,0-1-4 0,0 1 2 0,-10-17-3 15,10 17-3-15,0 0 5 0,-1-1-7 0,-21-18 7 16,14 13-4-16,0 1 8 0,0 1 1 0,2 0 3 16,0 0-1-16,2 0-4 15,0 0 2-15,4 4-2 0,-1-1 1 0,1 1-1 0,0-1 0 0,-16-17 0 0,16 18-3 16,0 0 3-16,0 0-8 16,0 0 4-16,0-1-12 0,0 1-4 0,0 0 7 0,0 0-6 0,0 0 10 0,0 0 0 15,1 0 2 1,-1 0-1-16,19-5 15 0,-18 5-7 15,14 2 2-15,-5 1-4 0,1 0 7 0,-1-1-6 16,0 2 1-16,1 0-2 0,-1-1 5 0,-1 2 5 0,0-1 4 16,-2 1-1-16,-1 2 6 0,-1-1 0 15,0 3 1-15,-3-1 0 0,-2 1 8 0,0 2-2 16,-4 1-1-16,-2 4 0 0,-2 0-7 0,-4 2-1 0,-2 2-4 16,-2 0 2-16,0 0-1 0,-1 0-9 0,1-1 3 0,0-1-7 15,2 0-45-15,3 0-162 0,0-1-25 0,2-3-72 16,1-1-362-16</inkml:trace>
  <inkml:trace contextRef="#ctx0" brushRef="#br0" timeOffset="75744.45">4515 5845 121 0,'0'0'79'0,"0"0"-55"0,0 0 39 0</inkml:trace>
  <inkml:trace contextRef="#ctx0" brushRef="#br0" timeOffset="77142.77">4384 3047 2111 0,'-12'-8'97'0,"0"1"-21"0,1 1 4 0,0 3-37 16,0 1-27-16,1 2-13 0,-1 0 0 0,-1 1-2 0,-2 1-9 16,-3-4 1-16,3 7 0 0,0 2 3 0,0 2 10 15,0 2-6 1,0 1 0-16,1 4 0 0,0 0 0 0,-1 0-4 15,2 2 0-15,2 1-1 0,2-1 1 16,1 0-13-16,1-1 1 0,3-2-6 0,3 0-12 0,0-5 36 16,2-1-4-16,-2-9 17 0,0 0 25 0,1 1 11 15,16 8 6-15,-8-12 2 0,0-2 25 0,1-2-7 0,1-1 1 0,0-4-5 16,2 0-29-16,0-3-12 0,0-1-3 16,-1 0-3-16,0 0-16 0,0 2 8 15,-4-1-5-15,0 0 6 0,-2-1 3 0,-3-1 0 0,1-1 4 16,-4 2-3-16,0-1 6 0,-3 2-4 0,-1-1-2 15,-2 2-2-15,-1 2-14 0,-2 4-11 0,1 2-8 0,-2 2-2 16,-1 3-30-16,0 1 0 0,-2 3-1 0,-1 4 2 16,-2 2 8-16,0 4 13 0,-2 2-2 0,4 2 6 15,1 1 8-15,2 0 1 0,4 0-2 0,2-2 1 16,1-1-5-16,5-2 0 16,-1-4 4-16,4-1-3 0,1 0 7 15,2-3-2-15,2-1-1 0,4-3 0 0,3-1 4 0,4-4 8 16,2-2 4-16,4-4 2 0,2-3 7 0,0-4 0 15,1-2-5-15,3-3 3 0,-1-1-4 0,1 0-3 16,-2 0 2-16,-2 1-3 0,-2 4 2 16,-2 3 0-16,-4 0 3 0,-6 3 0 0,-2 0 6 0,-5 3 0 15,-1 2 4-15,-6 7 0 0,0 0 17 0,0 0-26 16,0 0-9-16,0 0-6 0,-12 1-43 0,0 7 15 0,-4 4 7 0,-4 3 2 16,-4 3 21-1,-1 4 12-15,-1 0-5 0,2 2 9 0,1 0-1 0,4-2-12 0,2 0 4 0,6-3-6 16,1-2 2-16,5-3 0 0,1-3 0 0,2-2 0 15,2-9-4-15,0 0-6 0,0 1 1 0,0-1-2 16,1 1 6-16,16 11-1 0,-7-15 0 0,2 0-2 16,2-1-14-16,3-5-188 0,2-1 0 0,1-6-93 15,0-3-280-15</inkml:trace>
  <inkml:trace contextRef="#ctx0" brushRef="#br0" timeOffset="77498.03">3884 2685 2948 0,'0'0'96'0,"0"0"-98"0,0 0-34 0,-1 0-68 0,-8 10-32 0,9 3 82 0,0 3 12 0,-3 4 18 15,-1 3 44 1,-7-4-11-16,3 11 2 0,-1 5-6 0,1 1-4 0,-2 2 7 0,0 2-4 0,-1 2 6 16,-1 1 2-16,-1 1-1 0,0-2-4 0,0-1 1 31,0-2-5-31,-1-2 2 0,3-1 0 0,-1-4 1 0,0-4 4 15,4-5 0-15,-2-2-2 0,3-4-5 0,1-2-56 16,1-5-74-16,3-3-3 0,2-7-26 0,0 0-45 16,0 0-84-16,-5-9-161 0</inkml:trace>
  <inkml:trace contextRef="#ctx0" brushRef="#br0" timeOffset="77875.59">3788 2829 1866 0,'3'-15'236'0,"0"0"-87"16,0 1-29-16,1 2-13 0,-1 1-77 0,1 3-29 0,-1 1 0 15,0 1-9-15,-3 6-1 0,0 0 5 0,1 0 3 16,0-1-1-16,-1 1-3 0,0 0-4 0,16-5-2 16,-16 5 1-16,1 0-8 15,15 12 2-15,-8-6 0 0,1 2 2 0,3 0 14 16,2 1 0-16,2 2 0 0,1 1-1 0,0-1 5 0,-1-1 2 0,-1 1 1 0,-2-1-1 16,-1 0 6-16,-3 0 10 0,-3 0 1 0,-1-2 3 31,-3 2-3-31,-2-1-8 0,-2 1 2 0,-5 1-3 0,-2-1 8 15,-5 3-7-15,-4-1 1 0,-4 4-4 16,-2-1 1-16,-3 1 4 0,-1-1 6 0,1-1 0 0,0-2 21 16,1-1 10-16,1-1-2 0,2-2 5 15,-1 0-10-15,5-2-26 0,0 0 1 0,6-2-10 0,3 1-12 0,2-1 7 16,8-4-3-16,0 0 5 0,-1 1-6 0,1-1-6 16,-1 17-2-16,1-17-1 0,12 10 4 0,0-4 4 15,2 0 5-15,6 0-1 0,0 2 0 0,3-2 1 16,2 2-3-16,1 2 4 0,-3-1 1 0,1 4-9 15,-2 0 5-15,-1 2-5 0,1 1 7 16,-1 1-2-16,1 1-1 0,-4 1 1 16,1 0-1-16,-3 0 0 0,1-1-10 0,-2 2-5 15,0 1-142-15,1 3-198 0,-2 2-54 0</inkml:trace>
  <inkml:trace contextRef="#ctx0" brushRef="#br0" timeOffset="78945.47">4496 5764 1536 0,'0'0'143'0,"0"0"27"16,-1 0 7-16,0 0-51 0,1 0-68 0,-18-2-36 16,18 2-2-16,0 0 0 15,0 0-9-15,0 0-2 0,0 0-5 0,0 0 3 0,0 0-13 0,0 0 6 0,1 0 0 16,-1 0 4 0,19 7 6-16,-19-7 17 0,0 0-2 0,21 2 8 0,-13 0 7 0,1-2-1 15,1 0-5-15,1 0 2 0,0 1-6 0,1-1 9 0,0 0 1 0,0 1 2 31,-1 0 13-31,-1-1-10 0,0 0 3 0,-3 0-7 16,-1 0-4-16,-6 0-10 0,1 0-2 0,0 0-2 16,-1 0-4-16,0 0 1 0,1 0 1 0,-1 0 0 15,1 0 8-15,-1 0 1 0,0 0-1 0,0 0 1 16,0 0-5-16,0 0-25 0,0 0 7 0,-19-1-12 0,10 0 5 16,-2 1-2-16,-2 0-3 0,-1 1 2 0,-1 1-2 0,-1 0 3 15,1 0 0-15,2 0 1 0,1 2 5 0,3-1-4 16,-2-1 1-16,2 1-1 0,3-2 6 0,0-1 5 0,6 0 0 15,-1 0 2-15,1 0 2 0,0 0 0 0,-1 0 1 16,0 0-2-16,1 0-5 0,-1 0 0 16,1 0-5-16,0 0 2 0,0 0-3 0,0 0-1 15,0 0 3-15,1 1-4 0,20 9 2 0,-20-10-3 16,-1 0 5-16,25 3-3 0,-17-2-1 16,2 0 3-16,-1 0-9 0,0 0 5 15,2-1-7-15,-1 2-71 0,1-2-19 0,1 2-34 16,2 0-225-16,0 0 885 0</inkml:trace>
  <inkml:trace contextRef="#ctx0" brushRef="#br0" timeOffset="79680">5964 5829 23 0,'0'0'1043'16,"0"0"-420"-16,0 0 529 0,0 0-1103 0,0 0-20 0,0 0-36 16,0-1 3-16,0 1 1 0,0 0 6 0,0 0 11 15,0-1-6-15,0 1 5 0,1-1-5 0,19-9-1 0,-20 10 6 16,14 3-5-16,-6-2 5 0,2 2 2 0,1-1 13 16,1 0-1-16,2 0 5 0,1 0-4 15,0 0 5-15,2 1-6 0,3-1 5 0,0 1-1 0,0-2-7 16,0 0 5-16,2 1-8 0,-1-1 3 0,0 1 4 15,-1-1 0-15,0 0 2 0,-1 0 8 0,1 1-11 16,1-1 3-16,-2 1-7 0,-1 0 0 0,0 1 1 16,-2-1-2-16,0 1 1 0,-1-1-13 0,-2 0-6 0,1 1 0 15,-2-1-2-15,-2 0 3 0,-1 0-2 0,-2 1-1 16,-1-2-1 0,1 0-5-16,-2 0-71 0,-5-1-10 0,0 0-31 15,1 0-121-15,0 0-158 0,-1 0-59 0</inkml:trace>
  <inkml:trace contextRef="#ctx0" brushRef="#br0" timeOffset="83334.05">1286 6192 1736 0,'-8'-6'385'0,"0"2"-134"0,1 0 190 0,1 1-341 0,6 3-16 16,0 0-21-16,-1 0-30 0,1 0-1 0,0 0-7 16,-1 0-26-1,-20 3 5-15,21-3-4 0,-5 17 6 0,1-6-7 16,1 6 5-16,0 2-4 0,1 5 5 0,-1 4-1 15,0 4 0-15,1 2 3 0,-2 1-2 16,2 2 4-16,0 3 12 0,-2 0 0 0,2 4 5 0,0 0 3 16,-1 0-8-16,0 3 0 0,0 0-4 0,1 1-4 15,0-3-1-15,0 1 1 0,0-4-1 0,0-2-5 0,2-2 3 16,0-4-4-16,0-5 3 0,1-3-2 0,0-3-7 16,0-2-2-16,1-2-4 0,0-2-37 0,0-3-41 15,-1-3-12-15,0-4-15 0,-1-7-99 0,0 0-61 16,0 0-20-16,0 0-23 0,9-11-180 0</inkml:trace>
  <inkml:trace contextRef="#ctx0" brushRef="#br0" timeOffset="83671.78">1135 6133 3051 0,'-9'-2'109'0,"-1"0"35"16,1 0-129-16,4 1-18 0,5 1-10 0,0 0-3 31,-1 0-37-31,1 0-9 0,0 0 4 0,0 0-1 16,11 8 35-16,3-5 2 0,2 1 5 0,5-1-2 0,1-1 15 15,3-1 5-15,3-2 3 0,2-1 3 16,3-1 13-16,1 0-3 0,-1-1 3 0,-1 0-2 0,-2 1-1 0,-2 0 0 16,2 1-1-16,-2 1 1 0,-1 1-2 0,-4 0 3 15,-3 2-2-15,-5 2 2 0,-1 1-3 0,-5 1 0 16,-2 2-2-16,-2 3-1 0,-3 1-12 0,-2 3 6 15,-3 3-3-15,-6 4 4 0,-2 4-2 0,-7 4 7 0,-4 4-1 16,-7 2 1-16,-2 1-5 0,-1-1 17 16,0 0-3-16,2-2 6 0,2-1-17 0,1-1-4 0,-1-1 0 0,3-3-2 15,2-3-6-15,3-4-82 0,2-2-5 16,4-1-33-16,1-3-79 0,2-2-181 0,2-3-77 0</inkml:trace>
  <inkml:trace contextRef="#ctx0" brushRef="#br0" timeOffset="83976.24">1840 6099 3033 0,'0'0'280'0,"0"0"-208"16,-1 0 22-16,-18 2-88 0,19-2-16 0,-12 8 2 15,5-1-1-15,-2 4 3 0,-2 2 9 0,-2 6 2 16,-2 1-4-16,-1 6 4 0,-1 3-5 0,0 3 1 16,0 6-2-16,2 2 1 0,0 1 3 0,0 3 3 0,0 1 4 15,1 2-1 1,0 2 10-16,3-2-10 0,1 2 3 0,1 0-6 0,2-1 3 0,4-1 0 0,0-3 5 16,5-4-3-16,2-4 2 0,3-4-4 0,1-3-4 15,3-6 2-15,1-1-8 0,4-5-4 0,-1-4-1 0,1-3-4 31,2-4-26-31,2-3-60 0,3-1-9 0,5-5-27 16,2-4-124-16,3-9-227 0,1-5 799 0</inkml:trace>
  <inkml:trace contextRef="#ctx0" brushRef="#br0" timeOffset="84751.39">2406 6110 2590 0,'0'0'167'0,"0"0"-56"0,-1 0 79 0,1 0-178 0,0 0-12 16,-1 0-22-16,1 0 9 16,-1 0-4-16,1 1 8 0,0-1-4 0,-17 14 8 0,17-14-4 0,0 1 6 15,-1 15-5 1,1-16 7-16,0 1-5 0,0 17 5 0,0-18-7 0,0 0 4 15,0 0 0-15,7 20 0 0,-7-20-14 0,0 0-43 16,0 1 7-16,0-1-20 0,1 0 1 0,-1 1-46 16,19 13-15-16,-19-14-24 0,1 0-184 0</inkml:trace>
  <inkml:trace contextRef="#ctx0" brushRef="#br0" timeOffset="85675.64">2487 6016 2365 0,'0'0'219'0,"0"0"26"0,0 0 0 15,-1 0-144-15,1 0-80 0,-1 0-21 0,1 0 0 0,0 0 0 31,0 0 13-31,-1 0 0 0,0 0 1 0,-7 16-1 16,8-8 0-16,0 1-8 0,-1 3 0 0,-1 2-4 16,1 2 0-16,0 3 9 0,-2 1-1 0,2 2 3 0,0-1 4 0,-2 2 4 15,1 3-2-15,0 0 2 0,-1 2 0 0,1 3-1 16,0-1 3-16,1 2-2 0,-2 1 4 16,1 1-13-16,0 2 4 0,0 2-8 0,-1 3 2 15,0 1-7-15,1 0 1 0,-2 2-2 0,0 2 1 0,0 1 3 16,1 0 1-16,-2-2 2 0,2-1-1 0,-2 0 2 15,0-1-6-15,1-3 3 0,0-1-7 0,-1-2 4 16,1-1 4-16,0-1 1 0,1-2 5 0,0-4-13 16,0-3 6-16,0-2-6 0,1-3 3 0,-1-2-21 15,1-2-7-15,1-4-8 0,0-1-44 16,-1-4-22-16,2-8-8 0,0 0-5 16,0 1-50-16,-1-1-15 0,1 0-15 0,-12-2 0 0,9-11-47 0</inkml:trace>
  <inkml:trace contextRef="#ctx0" brushRef="#br0" timeOffset="86241.82">2450 6092 2270 0,'0'0'382'16,"0"0"-166"-16,0 0 50 0,0-1-182 0,0 1-96 0,-5-19-19 15,5 19 8-15,1 0-9 0,-1-1 15 0,21-9 2 16,-11 9-5-16,1 1 5 0,1 0 5 0,3 0-2 16,0 2 4-16,3 0-2 0,1 1 11 0,1 0 1 0,1 2 0 15,0 1 0-15,0 0-4 0,0 2 6 16,-1 0-2-16,-2 1 5 16,0 0 5-16,-3 2 1 0,0 0 5 0,-1 0-2 0,-1 0 8 0,-1 1 4 0,-1 0 1 15,-3-2 1-15,1 1 0 0,-4-1-3 0,-2 0-2 16,-1 2 0-1,-2 0 2-15,-5-1 4 0,-3 3 6 0,-3-1-3 16,-3 1-9-16,-3 2-10 0,-3 1-8 16,-2 0 2-16,-4 0-9 0,-3-1 3 0,-4-1 3 0,-2-2 0 15,1-2 8-15,4-2 5 0,2 0-2 0,3-3 1 16,2 1-6-16,1-2 4 0,0-1 0 0,3 0 2 16,1 0 1-16,4 0 3 0,1-2 5 0,5 1-1 15,0-2 3-15,8-1-6 0,-1 0-5 0,1 0 0 0,-1 0-11 16,1 0-7-16,0 0-6 0,0 1 0 0,0-1-6 15,3 20 3-15,4-14 3 0,2 1-1 0,2 0 3 0,3 1 0 16,2 1 1-16,1 0-1 0,1 1 2 0,2 1 5 16,-2 0-3-16,2 1 4 0,-1 0-7 0,1 1 6 15,0-1-3-15,3-1 4 0,1 2-4 0,1 0 0 16,0 1 1-16,-2 0-1 16,0 1 4-16,-1-1-1 0,-2 1-3 0,0 1 1 0,-2-2 6 0,0 1 11 15,1 0 3 1,-2-1-1-16,2 1-9 0,-4 0 1 0,0-3-1 0,0 1 1 15,-1-1-5-15,-2 0-2 0,-1 0-5 0,-1 1 2 16,-1-1-9-16,-1-1-34 0,-1-1-17 0,1-1-15 16,-2 0-154-16,0-1-293 0,0-1-90 0</inkml:trace>
  <inkml:trace contextRef="#ctx0" brushRef="#br0" timeOffset="87378.52">3727 6238 2876 0,'0'0'146'15,"0"-1"2"-15,0 1 4 0,-1-1-56 0,-9-16-39 0,10 17-11 16,0 0-7-16,-1-1 9 0,0 1-35 0,-19-16 6 0,20 16-10 0,0 0 9 16,-22-1-16-16,11 2 2 15,-4 0-3-15,-2 4 2 0,-2-1-8 16,-4 3 6-16,-2 2-1 0,-3 3 3 0,-1 1 1 16,1 0 3-16,2 0 1 0,2 0-1 0,2-1-5 0,2-1 0 15,0 1 1-15,2-2 0 0,1 0-3 16,3-1 9-16,1-1-3 0,3-1 6 0,0-1 3 0,3 0-5 15,2-1 1-15,5-5-3 0,0 0 5 16,0 1 8-16,-7 15-3 0,7-16 4 0,0 0-7 0,1 1 2 16,15 20 0-16,-7-15 0 0,1 1 0 0,3 1-1 15,1 0 1-15,2 0 0 0,1 0 0 0,3 0-7 16,1-1 0-16,0 1-3 0,3 0-5 0,1 0 0 16,1 0 0-16,1-1 0 0,0 0 4 0,0 1-5 15,-2 0-4-15,0 1 1 0,-2 0-4 0,0 0 7 0,-1 0-3 16,-1 0 2-16,1 0-12 0,-3-1-2 15,0 1 1-15,-2-2-4 0,-2 1-26 0,0-1-12 0,-2 0-8 16,-2 0-2-16,0-2-48 0,-1 0-85 0,-1-2-20 16,-1 0-31-16,0-1-154 0,1-3 969 0</inkml:trace>
  <inkml:trace contextRef="#ctx0" brushRef="#br0" timeOffset="87827.37">3979 6247 1400 0,'0'0'1699'0,"0"-1"-1255"0,0 1-372 0,0-1-55 0,0 1-51 0,1-1 13 16,19-5-1-16,-9 8 8 0,1 0 17 0,3 1-8 15,0 2 5-15,1 0-6 0,0 0 7 0,2 1-1 16,-1-1 0-16,3 1 0 0,0 0 0 0,-2 0 2 15,1 0-1-15,-3 1 2 0,-1 0 0 0,-1 1-1 16,-1 0 1-16,-3 1-1 0,-1-1 3 0,-2 1-5 0,-3 0-1 0,0-1-1 16,-1 2 2-16,-3 0-10 0,-2 0 3 0,-1 1-8 31,-3-1 4-31,-3 2-9 0,-3-1 4 0,-3 2-5 0,-2 2 10 16,-3 0 6-16,-3 0 3 0,0 0 1 0,-2 0 2 15,-2-2 1-15,3 1 4 0,2 0 0 0,1-1 30 0,5-2 0 0,3-1 2 0,2-1-4 31,3 0-18-31,3-2 9 0,1 1-8 0,2-1 10 16,1-1 6-16,2 0 1 0,1 0-1 0,3-1-1 16,1 1-5-16,3 0 1 0,2 1-6 0,3-2 1 0,1 1-15 15,4-1 1-15,-1-1 0 0,3-1-1 0,1-1-14 16,2 0 12-16,0-1-6 0,2 0 8 0,-2-1-7 0,0 0-7 16,-1 0-2-16,-4-1-6 0,0 1-42 0,-2-2-53 15,0 1-12-15,-1-1-20 0,0-1-91 0,-2 0-146 16,-1-2-30-16</inkml:trace>
  <inkml:trace contextRef="#ctx0" brushRef="#br0" timeOffset="88078.4">4586 6189 3241 0,'0'0'136'0,"0"0"-77"0,0 1-23 0,0-1-11 16,10 19-36-16,-6-9 20 0,3 2-4 0,-2 5 8 16,1 1-8-16,-1 5-5 0,-1 3 3 0,-1 3-3 0,0 2 0 15,-1 1 3-15,-1 1 2 0,-2 1 2 0,-1 2-1 16,-2 2 2-16,1 0-3 0,-1-1 2 0,0-2-3 0,0-2 2 16,1-2 0-16,0-2-1 0,-1-1-4 15,3-3-20-15,-2-3-5 0,2-4-10 0,1-3-59 0,0-3-84 16,1-4-21-16,-1-8-31 0,0 1-158 0</inkml:trace>
  <inkml:trace contextRef="#ctx0" brushRef="#br0" timeOffset="88541.13">4750 6239 3460 0,'0'0'108'0,"0"0"-25"16,0 0-76-16,0 0-18 0,0 0-3 0,20 12-3 16,-7-6 19-16,1 2 8 0,1 0 0 0,2 0 1 15,1 0-6-15,1 1-4 0,0 1 2 0,0 0-3 0,1 1 9 16,-2 0 9-16,0 1 1 0,-1 0 2 16,0 1-8-16,-1-2 3 0,1 1-6 0,-2-1 4 15,0-1-14-15,-4 0 12 0,0 1-8 0,-4 1 9 0,0 1-13 0,-3 0-6 16,-2 1 3-16,-2 0-6 0,-2 0 3 0,-5 2-12 15,-1 1 1-15,-6 2-5 0,-4 0-4 0,-3 1 15 16,-2-1-6-16,-1-1 10 0,-1 1 2 0,0-1 4 16,1-1 3-16,1-1 1 15,2-2 4-15,2-1 7 0,4-1 7 0,3-2 0 0,2-1 10 0,3-1-2 0,3-2 1 16,2 1 0-16,1-2 12 16,2 2-8-16,0-2 3 0,2 1-4 15,2 0 0-15,3 0-15 0,0 0-2 0,5-1-2 0,-1 1-1 0,3 0-11 0,0-1 4 16,2-1-6-1,0 0 0-15,1 0 0 0,0 0 0 0,2 1 0 16,-2-1 0-16,3-1 0 0,-1 1 0 0,1-1 0 16,1 0-1-16,-3 1-17 0,-1-2 0 0,-1 1-9 0,-2 0-26 15,-1 0-31-15,0-1-14 0,-3 0-8 16,1 0-90-16,0-2-122 0,0 1-30 0,1-1-56 0,2-3-368 16</inkml:trace>
  <inkml:trace contextRef="#ctx0" brushRef="#br0" timeOffset="89025.99">5343 6092 2409 0,'0'0'230'0,"0"0"670"0,0 0-822 0,-1 0-70 15,1-1 0-15,0 1-23 0,0-1 3 0,0 1 4 16,0 0 6-16,19 2-2 0,-8 4 5 0,3 1-2 16,1 2 0-16,5 2-2 0,2 1 3 0,1 3 1 15,2 0 2-15,-1 2-2 0,0 1-5 0,-2 2 5 16,1 2-2-16,-2 1 5 0,-3 2 8 0,1 2 4 16,0-1-2-16,0 2 2 0,1-1-2 0,-2 0 12 0,-1 2-3 15,-2 0 5-15,-2 0 4 0,-1 3 1 0,-3-2-1 16,-1 2 0-1,-2 0-7-15,-4 2-7 0,-2 1 3 0,-4 2-5 16,-3 2-3-16,-3-2-7 0,-3 2 3 0,-3 0-4 16,-1-1-4-16,-3 3-14 0,-1-3-2 0,-2-2-6 15,0-2-10-15,0-1-71 0,0-1-20 0,-1 0-35 16,1-1-244-16</inkml:trace>
  <inkml:trace contextRef="#ctx0" brushRef="#br0" timeOffset="90524.4">2069 7381 1839 0,'-7'-2'348'0,"0"1"116"0,1 0-3 0,6 1-366 16,0 0-83-16,-1 0-14 0,1 0-5 0,0 0 0 15,0 0-15-15,0 0 5 16,0 0 3-16,0 0 0 0,1 0 13 0,19-4-4 0,-12 5 1 0,1 2-1 15,0-1 3 1,0 0 0-16,-1 1 2 0,1 1 0 0,-1 0 13 16,0-1 0-16,1 0 0 0,0 0 2 0,1 0 11 0,1-1-2 15,0 1 6-15,2-1-5 0,-1 0 3 0,0 0-4 16,2-1-2-16,-1 0 0 0,0 0-4 0,1 0-8 16,-1-1 0-16,-1 0-3 0,1 1 0 0,-1-1-1 0,0-1 6 15,1 1-4-15,-1-2 0 0,1 0 4 0,1 0-4 16,0-1 5-16,0 0 2 0,0 0 6 15,-1 0 4-15,1-2 0 0,0 1 5 0,-1 0-9 0,1-1 0 16,-1 0-3-16,-2 0-9 0,1-1 2 0,2 2-4 16,-1-1 4-16,-1 0-6 15,1 1 1-15,-1-1-2 0,1 1 1 0,0 2-5 0,-2 0 1 0,2-1 4 0,-3 1-2 16,2-2-3 0,-2 2 7-16,0 0-10 0,0-1 8 0,-1 2-4 15,0-1-1-15,-1-1 3 0,1 2-3 0,-2-1 4 0,1 1-4 16,0 0 3-16,-3 1-3 0,2 0 3 15,-1 0-3-15,0 1 6 0,-6-1-5 0,0 0 2 16,0 0 1-16,20 7-5 0,-20-7 2 0,0 1-9 16,1-1-45-16,-1 1-6 0,17 19-21 0,-17-20-83 0,0 0-112 15,11 19-26-15,-7-11-46 0,2 2-288 16</inkml:trace>
  <inkml:trace contextRef="#ctx0" brushRef="#br0" timeOffset="98274.31">6021 6539 1905 0,'-5'-2'497'0,"5"2"-181"0,0 0 243 15,-1 0-519-15,1 0-22 0,-1 0-41 0,1 0 16 16,0 0-4-16,0-1 12 0,0 1 0 0,0-1-3 16,14-13 6-16,-6 12-4 0,3 1 6 0,0-1-7 15,-1 0 1-15,3 0-3 0,0 1 2 0,1-1 1 16,1 1-2-16,0 0 1 15,-1 0-3-15,0 0 6 0,1 1 0 16,0 0 2-16,-1 0-8 0,-1 0 7 0,-2 0-2 16,1 1 6-16,-2-1-5 0,1 0-28 0,-2 0-16 15,-1 0-11-15,-1 0-104 0,0 0-83 0,-1 0-28 0,-6 0-31 16,0 0-229-16</inkml:trace>
  <inkml:trace contextRef="#ctx0" brushRef="#br0" timeOffset="98511.88">5993 6717 3085 0,'0'0'111'0,"0"0"40"16,0 0-147-16,0 0-7 0,0 0 1 0,16-7 1 0,-6 4 40 0,3 0-11 16,2-1 6-1,1 1-8-15,3-1 0 0,3 0-11 0,2-1-1 16,2 0-2-16,1 0-3 0,-2-1-7 0,0 2 4 0,-3 1-5 0,0-1 3 0,1 2-6 15,-1 0 3 1,1-1-2-16,-1 2 8 0,-1-1-4 0,-2 1-3 16,-2 0 1-16,0-1-5 0,-3 2-137 0,1 0-17 15,-2 1-63-15,1 0-260 0</inkml:trace>
  <inkml:trace contextRef="#ctx0" brushRef="#br0" timeOffset="100910.79">6751 6011 2131 0,'0'0'167'16,"0"0"24"-16,0 0 1 15,-1-1-97-15,1 1-60 0,-1 0-25 0,1 0 1 0,0 0 2 0,-1 0-2 0,-16-3 4 31,17 3-8-31,0 0 7 0,-1 17-4 0,1-8-4 16,1 0 1-16,-1 4-2 0,0 1-2 0,1 3-1 16,-1 2 5-16,0 2-4 0,0 1 6 0,0 2-2 15,0 2 1-15,0 6-2 0,0 3 0 0,-1 4 4 16,0 2-3-16,1-1 3 0,-1 2-6 0,-2 1 7 0,1 1 5 16,-1 1 2-16,1-2 21 0,0 2-8 0,-1 0 3 15,-1 2-5-15,2 0-14 0,-2-1-1 0,1 1-5 16,1-1 4-16,-2 1-11 0,1-2 5 0,0-1-4 0,1-2 4 15,-1-1-1-15,0 0-1 0,1-3-1 0,-1-6-1 16,1-1-1-16,0-3 1 0,1 0 0 0,-1-3-1 16,0-2-3-16,2-4 1 15,-2-2 2-15,1-5-1 0,0-2-6 0,1-2-81 0,0-8-2 0,0 0-33 0,0 0-76 16,0 1-71 0,0-1-21-16,6-5-46 0,-1-9-397 0</inkml:trace>
  <inkml:trace contextRef="#ctx0" brushRef="#br0" timeOffset="101456.84">6692 5920 2715 0,'0'0'227'0,"0"0"-150"0,0 0 22 0,0 0-78 0,0-1-59 16,0 1 25-16,0-1-4 15,0 1 13-15,17-10-8 0,-9 11-3 0,1 1 0 0,2 0 0 0,1 1 7 0,2 2 1 31,2 0-2-31,-3 1 2 0,2 1 7 0,-1-1 1 16,-1 2 1-16,0 0-1 0,-1 1 1 0,-1 0-4 16,0 0 3-16,-1 2-2 0,-2-1 4 0,0 1 3 15,1 1-4-15,-4-2 4 0,2 2 1 0,-2-1 3 16,-2 0 2-16,2-1 1 0,-4 2 10 0,0-2 2 0,-1 1 7 0,0 1-4 16,-2 0 10-16,0 0-7 0,-1 0-7 0,-2 0 2 15,-1 1-7-15,-1 1 1 16,0 1 2-16,-2 2-1 0,-1-1-2 0,1 0-6 0,0-1 3 15,-2 0-4-15,2-1-2 0,-1-1 5 0,-1-2 2 0,0 0 1 16,0-1 10-16,1-1-10 0,0 0-3 0,0-2 0 16,0 0 0-16,-2-2-7 0,0 1 5 0,2 0-7 15,-1 0 1-15,2-1 0 16,-1-2-2-16,-1 1 1 0,2-1-2 0,-1 2-1 0,1-2-1 0,0 1 1 0,0 1-3 16,1-2-29-16,0 1-9 0,1-1-12 0,1 1-93 15,2-1-140-15,4-3-21 0,-1 0-58 0,0 1-282 16</inkml:trace>
  <inkml:trace contextRef="#ctx0" brushRef="#br0" timeOffset="103915.55">7302 5893 2320 0,'-5'-1'118'0,"0"2"-23"0,0-1-1 15,5 0-45-15,-1 0-38 0,0 0 11 0,1 1 1 16,-19 14 5 0,14-7-13-16,-6-3 1 0,5 8-5 0,-1 1 4 15,-1 2-8-15,-1 1-2 0,0 0-2 0,0 5 0 16,-2 2-4-16,2 3 4 0,0 3 1 0,0 0 2 16,1 3 1-16,-1 2-6 0,-1 2 3 0,0 5-3 0,-1 2 14 15,0-2 12-15,-1 3 1 0,1 1 4 0,-1 3-2 0,1 1 7 16,1 1-6-16,2 1 6 0,0 0-14 0,2 0-3 15,2-2-1-15,2-2 0 0,1-1-6 0,3-3-14 16,1-1 1-16,4-5-5 0,0-4 3 0,2-1-7 16,1-1-4-16,0-2 1 0,2-1 0 0,-1-4-5 15,2-3 5-15,1-2-7 0,-1-1-1 0,1-2-174 16,2-1 10-16,3-1-81 16,3-2-120-16</inkml:trace>
  <inkml:trace contextRef="#ctx0" brushRef="#br0" timeOffset="105028.16">7920 5654 1690 0,'0'0'260'16,"0"0"-94"-16,0 0 130 0,0 0-243 0,-1 0-5 15,0 0-13-15,1 0 1 0,-1 0-2 0,1 0-1 0,-1 0-14 16,-15 1-3-16,16-1-2 0,0 1-1 0,-4 18-9 15,2-11-1-15,1 1 0 0,-1 2-1 0,1 0 6 16,-2 1-7-16,1 1 4 0,0 1-4 0,0 0 8 0,-1 2-9 16,0 2 4-1,-1 1-6-15,1 2 8 0,-1 1-6 0,0 0 2 0,2 1-2 0,-3-1 7 0,1 0-6 16,1 0 0-16,0 2-1 0,0 1 0 0,1 1 3 16,-1-1-1-16,1-2 1 0,-1 0-2 15,1-2 2-15,2 0-4 0,-2-2 2 0,1 0 0 0,-1 0-1 16,0-2 3-1,-1 1-3-15,1 0 5 0,0-3 0 0,1-1 0 0,-2-2-2 0,1-1-3 0,0-1 0 16,1-3 2 0,0 0 0-16,1-7 9 0,0 0-26 0,0 1-9 15,0-1-11-15,0 1-60 0,-1-1-56 0,1 1-9 0,0-1-17 16,-1 1-38-16,0-1-361 0</inkml:trace>
  <inkml:trace contextRef="#ctx0" brushRef="#br0" timeOffset="105908.08">7873 5697 1378 0,'0'0'148'0,"0"0"489"0,0 0-632 0,0 0-7 16,0 0 0-16,0 0 1 0,0 0 28 0,0 0-1 16,0 0 3-16,0 0-4 0,1 1 2 0,18 10-9 15,-19-11-2-15,0 0-3 0,0 0-6 0,1 0-1 16,17 9 0-1,-18-9-2-15,1 0-8 0,16 7 6 0,-17-7-3 16,1 0 3-16,18 8-8 0,-19-8 9 0,0 0-6 16,21 8 6-16,-21-8-6 0,0 0 6 0,19 9 1 15,-19-9 1-15,0 1 8 0,0-1 24 0,1 1 1 16,16 15 8-16,-17-16-7 0,0 0-4 0,0 0-4 0,0 1 1 16,5 17-10-16,-5-18-2 0,0 0 1 0,0 0-2 15,-6 19 1-15,6-19 0 0,0 0-4 0,-1 1 2 16,-12 16-3-16,13-17 0 0,-1 0-1 0,1 1 0 15,-19 12-1-15,19-13 0 0,0 0 2 0,-20 10-2 0,12-7 2 16,-2 0-3-16,0 0-2 0,0 0-1 0,0 0-3 16,0 1 3-16,0-1-1 0,0-1 2 0,0 0-6 0,2 1 4 15,1-1-3-15,1-1 3 0,6-1-5 0,-1 0 1 16,1 0 4-16,0 0-3 0,-1 0 8 0,-16 6 2 16,17-6-2-16,0 0 1 0,0 0 2 0,0 0-6 0,0 0 0 31,0 0-3-31,0 0-4 0,0 0 1 0,0 1 0 15,0-1 1-15,0 0 1 0,0 1 4 0,8 17-1 16,-8-18 1-16,0 1 1 0,0-1-2 0,16 17 2 16,-16-17-1-16,1 0 3 0,12 17 4 0,-6-11-5 0,-2 1 6 15,3 1-2-15,-2-1 0 0,0-1 3 16,1 3-3-16,-1 1-5 0,1-1 3 0,1 2-1 16,-1 0 1-16,1-2-3 0,0 2-4 0,1-1 1 0,-1 0-2 15,1 0-1-15,0 0-4 0,1 0 1 0,-1-1-1 16,1 0 3-16,-1 0-1 0,0 0-2 0,1-1 0 15,-1 1-4-15,1 0 6 0,0-1-3 0,1 0 3 16,0 0-2-16,0-1-4 0,0 0 7 0,-1 0-5 16,-1 0 0-16,0 0 5 0,-1-1-5 0,-1 0 6 15,0 1-10-15,-1-2 5 0,1-1-11 0,-2 0 0 0,0-1-110 16,0 0-118-16,-5-3-16 0,1 0-38 0,-1 0-114 0</inkml:trace>
  <inkml:trace contextRef="#ctx0" brushRef="#br0" timeOffset="106658.11">8151 5910 1800 0,'0'0'86'0,"0"0"93"0,0 0-129 0,0 0 1 0,0 0 6 0,0-1-2 15,0 1 19-15,-1 0-31 0,1 0 5 0,0 0-14 16,0 0 5-16,0 0 9 0,0 0 0 0,0 0 4 15,0 0 10-15,0 0 0 0,0 0-1 0,0 0-2 16,0 0-19-16,0 0-5 0,0 0 0 0,0 0-1 16,0 0 9-16,0 1-11 0,0-1 5 0,0 1-8 15,0-1-6-15,1 1 12 0,0-1-8 0,-1 0 8 0,16 14-13 16,-16-14 4-16,0 0-8 0,0 0 6 0,1 0-11 16,17 5 1-1,-18-5 2-15,1 0-2 0,0 0-6 0,17 3 2 16,-18-3-1-16,0 0 1 0,0 0-1 0,22 6 3 0,-22-6-2 0,0 0 3 0,17 5 3 0,-17-5-7 31,1 0 3-31,15 3-5 0,-16-3 3 0,16 3-4 16,-8-1 4-16,1-2-3 0,0 0 6 0,0 0-8 15,1 1 2-15,0 0-3 0,0-1 9 0,0 1-4 16,0-1 1-16,-2 0-1 0,1 0-1 0,-1 0 0 0,0 0-1 16,1 1 1-16,-2-1-5 0,1 0 8 0,-1 1-8 15,1 0 7-15,-1 0-7 0,-1-1 3 0,-6 0 1 16,1 0-3-16,16 1-1 0,-17-1 4 0,0 0 0 0,1 0 0 15,17 4 1-15,-18-4-7 0,1 0 4 0,-1 0-4 16,1 0 6-16,15 3-5 0,-16-3 1 0,0 0-2 16,0 0-1-16,1 0-2 0,0 0 2 0,-1 0-2 15,0 0 1-15,0 0-53 0,1 1-16 0,16 9-23 16,-17-10-133-16,0 0-145 0,0 0-45 0</inkml:trace>
  <inkml:trace contextRef="#ctx0" brushRef="#br0" timeOffset="108574.93">6328 3409 2213 0,'0'0'131'0,"-1"0"-36"16,1-1-12-16,-1 1-54 0,1 0-62 0,0 0 42 15,0-1-5-15,0 1 20 0,0 0-5 0,0 0 4 0,0-1-2 16,0 1 1-16,0-1-11 0,1 1-10 0,17-6 2 15,-18 6-3 1,1 0 8-16,20 5 9 0,-13 0-2 0,2-2 3 16,0 1 1-16,1 0 15 0,1-2 4 0,0 1 3 15,3 1-3-15,-1-3-4 0,2 2-6 0,1-2 3 0,0 0-5 16,4 1 0-16,1-3 1 0,1-1-2 16,2-1-1-16,0 0-4 0,0 0 0 0,1 1 1 15,-2-1 2-15,0-1-11 0,2 0 4 0,0-1-7 0,2 0 2 16,-1 1 1-16,-2 2 1 0,-2-2 1 0,2 2 3 15,-5 0-10-15,1-1 4 0,0 1-6 0,-2-1 6 0,2 2-5 16,-2-1-2-16,-1 0 0 0,-1 2 0 0,-3-1 4 16,-1 1-3-16,-2 0 2 0,-2-2-2 0,-1 4 4 15,-8-2 3 1,0 0 0-16,1 0 6 0,-1 0 10 0,1 0 6 0,0 0 2 0,-1 0 16 0,0 0-13 16,0 0-5-16,0 0-2 0,-13-2-22 0,2 2 3 15,0 0-6-15,-3 0 3 16,-1 0-11-16,-1-1 0 0,-3 1 3 0,-1 0-2 0,0-1 1 0,-1 0 3 0,0 0-3 31,-2 0 3-31,0 0-4 0,-2 0 3 0,-3-1-3 0,-3 2 4 16,0 0-3-16,0 0 2 0,0 0-1 0,1 0 0 15,1 0 1-15,0 0-1 0,-2 2 2 16,1-1-2-16,0 0 1 0,4 0-1 0,0-1 3 0,3 1-3 16,-2-1 0-16,1 2-5 0,0-2 3 0,1 3-4 15,2-2 7-15,1 0 0 0,2 1-2 0,3-2 2 16,3 2-4-16,4-1-1 0,0 0 2 0,2 0-1 15,6-1-1-15,0 0-5 0,0 0-8 0,0 0 4 0,-1 0-10 0,1 0-7 16,0 0 3-16,0 0-4 0,1 0 5 0,-1 0 15 16,22 7-2-16,-10-5 7 15,2-2-8-15,3 1 10 0,2 1-5 0,2-2 7 0,1 1-4 0,2 0 4 16,2 2 2-16,1 0 0 0,-1 1 2 0,3-2-4 16,1-1 0-16,3 1 0 0,0-1-3 0,0 3 3 15,-1-1-2 1,0 0 2-16,0-1-1 0,2 1 4 0,0-1 3 0,2-1 1 0,-1 1-3 0,-3 0 4 0,1 0-1 15,1-1 3-15,1 0 5 0,0-1-12 0,-1 0 5 32,-3 0-8-32,-1 1 8 0,-2 0-5 0,-1 0 1 15,0-1-2-15,-2 2 2 0,-2-1-4 0,-2 0 0 0,-3 1-1 16,-3 0 7-16,-2-1-1 0,-3 1-4 0,-2-1 2 16,-2-1 7-16,-6 0-2 0,1 0 11 0,-1 0-8 15,1 0 18-15,-1 0 5 0,0 0 0 0,0 0 0 16,0 0-12-16,-1 0-10 0,-19-8-6 0,8 4 0 15,-1 1-9-15,-2-1 2 0,-3 0-2 0,-2 0 2 16,-2 2 0-16,-3-1-3 0,0 1 5 0,0-1-3 0,-1 0 5 16,1 2-1-16,-1 1-1 0,-2 1 0 0,0 2-6 0,-2 0 5 15,1 0 0-15,-1 1 3 0,0-1 0 0,1 3-5 16,0-3 2-16,-2 1-4 0,2 1 5 0,0-1 0 16,2 2-1-16,3-2 0 15,2 0 2-15,1-1 2 0,3-1-1 0,2-1 0 0,1 1-3 0,2-1 0 16,1-1 2-1,3 1 0-15,0-1 5 0,9 0-8 0,-1 0 1 0,1 0-2 16,0 0-6-16,-1 0-11 0,1 0-1 0,-1 0-3 16,1 0 14-16,0 0 9 0,13 1 0 15,-1-1 3-15,2 0-9 0,4 0-1 0,0 0 2 16,3-1 0-16,0 0 5 0,1 0-5 0,1 0 1 0,1-1-1 16,2 2 5-16,0 0-3 0,0 0 0 0,-3 1-1 15,0 1-3-15,1 1-167 0,-3 0-50 0,4 1-65 16,3-1-402-16</inkml:trace>
  <inkml:trace contextRef="#ctx0" brushRef="#br0" timeOffset="109857.9">8656 5796 2468 0,'0'0'131'0,"0"0"-31"0,0 0-11 15,0 0-58-15,0 0-47 16,0 0 34-16,0 0-2 0,0 0 16 16,0 0-5-16,1 0-7 0,20 6 0 0,-11-5-4 15,0-1 0-15,1 1-8 0,1-1 3 0,1 1-5 16,1 0 1-16,1 1 6 0,-2 0-1 0,-1 0 3 16,1 1 0-16,-1 1-2 0,-2 0 2 0,0 1-3 15,-1 1-1-15,-1-1-7 0,-1 2 1 0,1 0-2 16,-1 0 6-16,-1 1-7 0,0 0 1 0,-2-1-3 15,0 1 0-15,-4 0 11 0,1 1-1 0,-1-1 5 0,-1 1 7 16,-3 0 3-16,-1 0 2 0,-3 0 0 0,0 0 6 0,-3 0-5 16,-1-1 3-16,-3 2-4 0,1-1-3 0,-5 1-9 15,0 1 6-15,-3-1-7 0,1-1 0 0,0-1 3 0,0 0-3 16,4-1 3-16,1 0 3 0,1 0-12 16,1-2 3-16,2 0-6 0,-1 0 1 0,3 0 1 15,0 0-6-15,2 0 4 16,0-1-5-16,0 0 0 0,2 0 0 0,-1 0 0 15,7-4-8-15,0 0-1 0,0 1-1 16,-1-1 2-16,-11 16-4 0,12-16-4 0,0 0 1 0,0 1-3 16,1-1 3-16,-1 1 12 0,22 13-4 15,-22-14 7-15,18 4-8 0,-8-2 8 0,2-1-1 0,1 0 3 16,0 0 0-16,1-1-2 0,-2 1 3 0,2 1-3 16,0-2 4-16,-2 0-1 0,2 2-3 0,-2-1 0 15,2 0-1-15,0 0 1 0,-1 0 0 0,2 0 0 0,-2-1-1 0,-1 0-3 16,0 0 3-1,-1 0-1-15,-1-1 7 0,-1 0-49 0,0 1-20 0,-2-1-17 0,1 1-127 16,0-1-97-16,-2 0-24 0,1-1-59 0,0-1-463 0</inkml:trace>
  <inkml:trace contextRef="#ctx0" brushRef="#br0" timeOffset="110373.15">9021 5886 2627 0,'0'0'95'0,"-1"0"46"16,1 0-134-16,0 0 5 0,-19-6 1 0,19 6 3 15,-1 0 14-15,-16 5-11 0,9-2-1 0,1 2-4 16,-1 0-10-16,0 3-4 0,-1 0-1 0,1 2-1 15,1 2 5-15,0-1-4 0,2 1 1 0,1 2-2 16,-1-1-1-16,2 2 3 0,1-1-2 0,0-2 2 16,2 0-4-16,0-1-6 0,2 0 7 0,0-3-6 0,1 0 5 15,1-1 5-15,-1-2-1 0,1 0 3 0,1-1 3 0,1-2 9 16,2 0-4-16,0-1 5 0,0-2 0 0,0-1 7 16,1-1 4-16,2-1-1 0,0-1 2 0,-1-1-1 15,0 1 0 1,-2-2 0-16,1 0 3 0,-2 1-7 0,-1-1-1 15,1 1-3-15,-2-1-15 0,0 0 6 0,0-1-3 16,-3-1 4-16,1 2-1 0,-1-1 0 0,0 1 0 16,-1 0-1-16,-1-2 1 0,0 2 1 0,0-2 2 15,0 2-1-15,0-1-8 0,-2 0 7 0,1-1-4 16,-1 0 5-16,-1 1-4 0,1 0 1 0,-2 0 0 16,1 1-1-16,-2 0-8 0,0 0-3 0,0 0-2 0,0 2-1 15,0-1 4-15,1 2-6 0,-1 0-3 0,0-1-3 16,1 1-17-16,-1 1-6 0,0-1-2 0,1 1-2 15,-1 0-10-15,0 0-25 0,5 3 3 0,0 0-16 16,-1 0-41-16,1-1-34 0,0 1-14 0,-17-9-9 0,17 9-82 16</inkml:trace>
  <inkml:trace contextRef="#ctx0" brushRef="#br0" timeOffset="110960.35">9218 5930 2140 0,'0'0'365'0,"0"0"-215"0,0 0 30 0,0 0-121 15,0 0-73-15,0 1 22 0,-5 17-5 0,5-18 14 0,0 1 5 16,0 15-16-16,0-16 5 0,0 1-10 16,-2 19 3-16,2-20-4 0,0 1-2 0,-3 22 1 0,3-14 4 15,-1-1 4-15,1 2-1 0,0-2-1 0,0 1-10 16,2-1 5-16,0-1 0 0,1 0 3 0,0-2-3 16,1 0-2-16,1 0 0 0,0-1 0 15,0-1 2-15,2 1 6 0,-1-2 1 0,1 0 2 0,0-1-1 0,1-1 9 16,-1 0 0-16,1-1 4 0,0-1 11 0,-1 0 2 15,0 0-6-15,1-1 3 0,-1-1-8 0,-2-1 3 32,2-1 0-32,-1 0 1 0,0-1-1 0,0-1 8 15,-1-1 2-15,-2 0 0 0,1-2-1 0,3 1 1 16,-3-2 0-16,1 3 1 0,1-1 0 0,-3 0-9 0,1 0-2 0,-3 0-1 16,2 0 12-16,-3 0-10 0,2 1 0 15,1 0-5-15,-3-1-11 0,-1 2 7 0,0-1-3 16,-1 2 3-16,1 0 0 0,-2 0-9 0,-2 1 5 0,0 1-7 15,-1 0-1-15,0 1 2 0,-2 0-2 0,2 1 2 16,-1 0-13-16,-1 1 0 0,-1 0-1 0,0 1 1 0,-1 1 3 0,2 1 1 16,-2 0 1-16,2 1-1 0,0 0-3 0,-1 1 5 15,2 0-6-15,-1 1 5 0,0 0-6 16,0 1 6-16,1-1-3 0,-1 1 4 16,1 0-4-16,0 1-4 0,-1-1 3 0,2 1-6 0,-2-1-34 15,3 1-46-15,-1-1-25 16,0 1-12-16,1 0-146 0,-1 0-286 15</inkml:trace>
  <inkml:trace contextRef="#ctx0" brushRef="#br0" timeOffset="112293.57">7653 6596 2638 0,'0'0'109'16,"0"0"-44"-16,0 0-4 0,0 0-48 0,0-1-23 0,0 1 27 15,9-16-5-15,-9 16 12 0,0 0-15 0,1 0-5 31,-1 0-1-31,17-3-2 0,-17 3 2 0,1 0 1 0,16 6 0 0,-10-3 1 16,1 1 5-16,0 0 1 0,1 0 0 16,0 0 0-16,2 1-2 0,0-2 5 0,1 2 4 0,2-2-1 15,0 1 11-15,1-1 0 0,2 0 1 16,1 0 0-16,1 1 9 0,3-2-2 0,-1 0-1 16,1 1-1-16,-1-2-8 0,1 3 3 0,-1-3 0 15,1-1 1-15,0 2 3 0,3-2-9 0,2 1 0 0,3 0-3 16,1 0 0-16,-1-2-7 15,-1-1 5-15,0 1-6 0,1-2 1 0,4 1-4 0,1 1 2 0,0-1-2 16,-2 0 1-16,-2-1-4 0,0 1-2 0,2-1 3 16,0 2 4-16,2-2-2 0,0 2 6 0,-3-1-5 0,-1 0 3 15,0 0-4-15,1 0-3 0,3 1 3 16,-1-1 3-16,0 1-5 16,-2 0-1-16,-2-1-1 0,0 1 5 0,2-1-10 0,0 0 8 0,1 1-9 0,-3 0 6 15,-3 0-2 1,-1 1 0-16,-2 0-1 0,1 0 0 0,0 1 3 15,2-1-4-15,-3 1 2 0,-1-1-4 0,-1 1 0 16,-2 0 1-16,-2 0 1 0,0 1 5 0,-3-1-7 16,0 1 4-16,2 0-4 0,-1 0 4 0,0 0-4 15,-1 0 1-15,-1 0-1 0,-2-2 0 0,-2 2 1 0,-1 0-1 16,-1 1 0-16,-1-1-3 0,-7-2-52 0,0 0-11 0,0 0-25 16,16 8-142-16,-16-8-201 0,0 0-47 15</inkml:trace>
  <inkml:trace contextRef="#ctx0" brushRef="#br0" timeOffset="113505.9">8660 6800 1856 0,'0'0'374'0,"0"0"-139"0,-1 0 185 0,1 0-375 0,-19 1-14 0,19-1-22 0,0 0 18 16,-1 0-5-16,0 0 12 0,-18 0-7 0,19 0-8 15,-1 0 0-15,-16 6-2 0,16-6-4 0,0 0-4 16,-20 10 2-16,13-4-3 0,0-1 4 0,-1 0 0 31,0 1 3-31,0 0-1 0,-2 0 0 0,1 1-2 16,-1 1 2-16,2 1-1 0,0 2 7 0,1 0-1 0,-2 1-6 15,-1 0 4-15,2 1-15 0,-1 1 3 0,0 0 0 0,1 1 2 16,-2-1-2-16,1 2 0 0,-1 1-1 16,1 0 2-16,0 1 7 0,-1-2 0 0,0 2-5 15,-1 0 2-15,1 2-9 0,1 2 3 0,-1 0 3 0,2 1-2 16,-1-1-4-16,1 0 2 0,1 0 0 0,1-1 1 15,1 1-4-15,-1-1 6 0,3 1-5 0,-1-1 5 0,1 0-6 16,0-1 0-16,0-1 0 0,3 1 0 16,-1-2-1-16,2 0-1 0,2-1 1 0,-1-2-1 0,0 1-2 15,2-1 3-15,0 0-4 0,1 0 4 0,-2-1 3 16,3-2 6-16,-1 0 0 0,1-3 0 0,2 1-11 0,-3-2 2 16,2-1-1-16,1-1 2 0,1-1 4 0,-1-1-4 15,2 0 6-15,-1-2-5 0,2-1 4 0,0 1-2 31,1-2-1-31,0-1 0 0,-1-1 3 0,0 1 2 0,-1-2 1 16,1-1 0-16,-1 1 2 0,1-1 2 16,-2-1-2-16,1 0 3 0,1 0 1 0,-2-2-3 15,0 1 2-15,-1-1-2 0,0-1 5 0,-1 1-13 0,2-1 4 16,-2-1-6-16,0-1 8 0,-2 0-5 0,1-1 6 16,0 1-6-16,0 1 6 0,0-1-7 0,-2 0 2 15,-1-1-3-15,0 2 4 0,-1-2 3 0,0 0-4 0,-1 0 4 16,0 1-3-16,-1 0 8 0,-1 1-5 0,-1-1 7 15,1 0-2-15,-2 1 1 0,0 1 3 0,-2 0-2 16,0-1-3-16,1 1-2 16,0 0 4-16,1 1-3 0,-1 1 3 0,-1 0-2 15,0 1-4-15,-1 0 2 0,1-1-6 0,-1 3 2 0,0-2-1 0,-1 1 1 0,1 1-8 16,-1 0 0-16,0 0 1 0,0 1 0 0,0-1 6 0,0 1-7 16,0 1 2-1,0 0-4-15,-1-1 3 0,1 2 0 16,0-2 1-16,0 1 0 0,1 1 0 0,1-1-8 15,-1 1 7-15,1-1-7 0,6 1 8 0,0 0-3 16,0 0-10-16,-16 0 4 0,16 0-23 0,0 0-32 16,-1 0-13-16,1 0-15 0,0 0-120 0,-1 0-232 15,0 0-61-15</inkml:trace>
  <inkml:trace contextRef="#ctx0" brushRef="#br0" timeOffset="115340.56">7678 7870 2642 0,'0'0'155'0,"0"0"-3"0,-1 0 3 0,1 0-61 0,-1 0-57 0,1 0-34 31,0 0 1-31,0 0-4 0,-1 0-6 0,0 0 6 0,1 0-3 0,0 0 6 0,0 0 4 0,0 0 1 31,0 0 2-31,0 1-1 0,1-1 14 0,15 12 5 16,-16-12 3-16,1 0-2 0,18 5 2 0,-19-5-6 0,0 0 7 16,23 4-6-16,-14-2 9 0,1-1-6 0,0 0-3 15,1-1 0-15,0 0-9 0,2 0-3 0,-2 0-3 16,1 0 1-16,1 0 1 0,-1-1-8 15,4 0 2-15,0 0-4 0,1 0 7 0,0-1-2 0,0 0-2 0,-1-1 0 16,3 1-5-16,-2-1 2 0,1 0 0 0,-1 1 0 16,0-1-2-16,0 1 0 0,0 0 1 0,2 1 0 15,1 0-4-15,-1 1 6 0,1-1-1 0,-1 1 3 16,0 0-4-16,0 0-2 16,0 0 0-16,0 0-1 0,1 0 5 0,0 0 2 15,1 0-1-15,1-1 1 0,0 1 3 0,-1-1-4 0,0 1 3 0,-1 0-3 16,-1 0 1-16,-1 0 3 0,0 0-6 0,0 0 4 0,-1 1-7 0,0-1 3 15,0 1-1 1,0 0 1-16,0 0-2 0,-2-1 2 16,1 1 2-16,-1 0 0 0,0-1-3 0,1 0-4 15,-2 0 1-15,0 0-1 0,1 0 5 0,-3 0-2 0,1 0 1 16,-1 0-1-16,1 0-1 0,1 1 3 16,0 0-3-16,-2-1 3 0,1 2-1 0,-2-1 0 0,0 0 2 0,0 1-1 15,-2 0 0-15,1-1 0 0,-1 1-1 0,0 0 0 16,0-1-2-16,1 1-2 0,-2-1 1 15,1 1-2-15,0-1 3 0,-2 0 4 0,0-1-2 0,-7 0 4 16,0 0-8-16,0 0 7 0,21 1-3 0,-21-1 5 16,1 0-3-16,14 1 1 0,-15-1-1 0,1 0 0 15,-1 0 2-15,1 0-4 0,0 0 3 0,15 0-3 16,-16 0 9-16,0 0-10 0,0 0 6 0,0 0-7 16,0 0 8-16,0 0-2 0,1 0-3 0,-1 0 0 0,1 0-2 15,-1 0 3 1,0 0 2-16,1 0-1 0,0 0-1 0,-1 0 2 0,0 0-2 15,1 0 2-15,-1 0 1 0,1 0-5 16,-1 0 2-16,0 0-4 0,1 0 7 0,-1 0-7 16,0 0 2-16,0 0-3 0,0 0 1 0,0 0-2 15,0 0-2-15,1 0-1 0,0 0-3 0,-1 0 3 16,0 0 4-16,18-3-3 0,-18 3 0 0,1 0 1 16,0 0-3-16,17-2 3 0,-18 2-4 0,0 0 7 15,17-1-4-15,-17 1 4 0,0 0-14 0,21 0-11 0,-21 0-11 16,1 0-5-16,20 0-79 0,-20 0-119 15,15 0-39-15,-5-1-48 0,2-2-342 0</inkml:trace>
  <inkml:trace contextRef="#ctx0" brushRef="#br0" timeOffset="120607.48">1891 7483 1088 0,'-1'0'352'0,"1"0"-120"16,-18-2 186-16,18 2-202 0,0 0-73 0,0 0-22 0,0 0-102 0,-1 0 1 0,0-1-10 16,1 1-11-16,-1-1-14 0,1 1 1 0,0-1-3 15,-2-16 6-15,2 17 10 0,1 0-4 0,-1 0 5 16,20-8 2-16,-20 8-5 15,0 0 5-15,19-4-4 0,-19 4 9 16,0 0 2-16,20-2 3 0,-20 2-2 0,17 0 5 16,-17 0 8-16,1 0-7 0,23 1 7 0,-15 0-5 15,0-1-5-15,1 0 0 0,0 0-4 0,1 0-11 16,0 0 7-16,1-1-3 0,0-1 7 0,0 0 3 0,0-1 1 16,0 1 2-16,1-1-2 0,-1 1-9 0,3 0 15 15,0 0-8-15,2 1 10 0,-2-1-7 0,2 2 1 16,-2 0 1-16,0 0-1 0,0 0 4 0,0 1-4 15,-1 0 6-15,0 1-5 0,-1-2 6 0,1 1-9 0,0 0-1 16,1-1-3-16,1 0-3 16,2 0 1-16,1 0 1 0,1-1-1 0,1 0-7 0,0 1 4 0,0-2-6 15,-1 1 4-15,0 0-2 0,0 1 2 16,-1-1 0-16,2 0 0 0,3 0-3 0,-1 1 2 0,2 0 1 16,0 0 3-16,-1 0 6 0,-1 1 6 0,0 0-1 15,-1 0 3-15,2 0 2 0,2 0-7 0,1 0 5 0,0 0-5 16,1-1 8-1,-3 1-5-15,0 1 1 0,-2-1-3 0,1-1-3 16,3 1 2-16,-1-1 0 0,3 1 1 16,0 0-5-16,-2 0 2 0,0 1-5 0,-2-2 4 15,-1 1-4-15,3 0 1 0,1 0 1 0,3-1-1 16,0 1 1-16,0-1 0 0,-2 0-1 0,-2 0 0 0,1 1-3 0,1-1 3 16,1 0-6-16,3 0 4 0,0 0-9 0,-5 0 7 15,1-1-2-15,0 1 4 0,0-1-5 0,2 1 0 16,2-1 3-16,-1 0-1 0,-1 0 6 0,-2-1 2 15,-1 1 1-15,4 0 0 0,-1-1 7 0,3 0-9 16,1 0 0-16,-3 0-5 0,-1 0-8 0,0 1 9 16,2-1-6-16,0 0 9 0,3 1-13 0,-1-1 6 15,-2 1-2-15,-3-1 5 0,1 1-5 0,1 0 0 0,2 0 2 0,1 1-1 32,-2 0-2-32,-3 1 7 0,-1 0-5 0,1 0 6 0,0 1-7 0,3-1 0 0,1 1 4 15,-1-1-2-15,-4 1 1 0,1-1 0 0,0 0-3 16,1 1 3-1,3-1-6-15,1 0 5 0,-3 0-2 0,-1-1 4 16,-2 0 1-16,0 1 2 0,2 0 3 0,0 0 0 16,2 0 8-16,-3-1-5 0,-2 1 1 0,-3 0-2 0,-2 1-4 0,2-1 0 15,2 2-2-15,0-1 2 0,1 1-3 16,-3-2-5-16,-2 2 1 0,-2-2-1 16,-1 2 1-16,-2-1 3 0,2 0 0 0,0 0-1 0,1-1-3 0,0 0 6 15,-3 0-4-15,-1 1 5 0,0 0-3 16,-2-1-4-16,-1 2 3 0,-2-1-3 0,0 0 1 0,-3 0-1 15,-1 0 0-15,0 1-6 0,-2-2-52 0,-6-1-125 16,1 0-25-16,-1 0-48 0,0 0-240 0</inkml:trace>
  <inkml:trace contextRef="#ctx0" brushRef="#br0" timeOffset="124543.43">2067 7426 1225 0,'-13'0'389'16,"-1"-1"-144"-16,3-1 194 0,1 1-387 0,1-2-9 15,1-1-20-15,1 1-4 16,1 0 0-16,1 0-2 0,0-1-14 0,-7-2 5 0,6 3-1 0,1 0 3 0,5 3 0 31,0 0-1-31,0 0-1 0,-16-6-1 16,16 6-2-16,0 0 7 0,0 0-2 0,0 0 4 0,-1 0 0 0,1 0 0 16,0 0 4-16,0 0-1 0,0 0 9 0,0 0-1 15,0 0 0-15,0 0 1 0,0 0-4 0,0 1 0 16,22 7-5-16,-13-7 2 0,1 0-8 0,1-1 1 15,2 1 2-15,0 0-2 0,2 0-9 0,0 1 6 16,0-1-3-16,2 0 5 0,-1-1 2 0,3 0 3 16,0 0-5-16,2 0 4 0,3-2 0 0,-1 0 1 15,2 0 3-15,0 0-3 0,0-1-6 16,-3 0 11-16,1 0-6 0,-1-1 7 0,4 1-11 0,1 0 1 0,1 0 1 16,0 0 0-1,-2-1 0-15,-3 3 3 0,-1-1-1 0,-1 1 1 16,2 1-4-16,-1 0-2 0,1 0-3 0,-1 0 2 15,-1 0 0-15,0 2 0 0,-1-1-2 0,-2 0 1 0,-1 0-4 16,-3 0-3-16,1-1 4 0,-3 0-4 0,1 1 6 0,-1-1 0 16,0 1-2-16,-2-1 1 0,-1 0 3 15,-1 0-3-15,-2-1 5 0,-6 1-4 0,1 0 3 16,0 0 10-16,-1 0-4 0,0 0 8 0,1 0 14 16,-1 0 13-16,1 0-3 0,-1 0 3 0,0 0-21 0,0 0-5 15,0 0 5-15,0-1-6 0,-17-10 0 0,8 9-1 16,-1-1-5-16,-1 0 3 0,-2 1-13 0,1 0-4 15,0 0 1-15,-1 0-1 0,-2 1-3 0,-2 0-4 16,-1-1-5-16,-2 1 0 0,0 0-5 0,-2 1 3 16,-1 2 5-16,0-1-2 0,0 2 7 0,2 1 0 0,0-3-1 15,1 2 1-15,1 0-6 0,-2 1 7 0,1-2 0 16,-1 2 3-16,2-1-1 0,1-1 3 16,0 1-5-16,3-1 4 0,2-1-8 0,2 0 3 0,2 1 0 15,2-1 0 1,0-1 4-16,7 0-5 0,-1 0 0 0,0 0-4 0,1 0 3 0,-1 0-2 0,1 0-4 0,0 0 2 31,-1 0-8-31,1 0-4 0,0 1 3 0,0-1-4 16,0 0 2-16,0 1-7 0,22 14 3 0,-12-12-3 15,2-1 16-15,3 1-5 0,2 1 7 0,3 1-6 16,0-1 10-16,3 1-10 0,0 0-3 0,2 0-20 0,0 1-227 16,5 0-177-16,3 0-103 0</inkml:trace>
  <inkml:trace contextRef="#ctx0" brushRef="#br0" timeOffset="128390.73">10096 6539 2380 0,'0'0'215'0,"0"0"23"32,0 0-2-32,0 0-103 0,0 0-103 0,-1-1-27 15,1 1 1-15,0-1 5 0,-1 1 20 0,1-1 4 16,-1 1 1-16,1 0-1 0,0 0-5 0,-17-3-24 0,17 3 6 16,0 0-11-16,-1 0 0 0,-21 8 1 0,21-8-3 15,-14 6 3-15,7-2 4 0,-1 0-2 0,-1 1 6 16,1 1-3-16,-1 0 9 0,-1 0-4 0,0 0-5 15,-1 1 3-15,0 1-6 0,0 0 2 0,0 0 3 0,-2 0-3 16,0 0-5-16,0 0 3 0,-2 0-4 0,0 1 4 16,2-1 0-16,0 0-5 0,2 1 3 0,1 1-5 15,0-1 2-15,1 0 4 0,0 1 1 0,0-2 1 16,1 1 1-16,0-2 0 0,0 2-1 16,1-1 1-16,0 1-2 0,1 0 5 0,0-1 0 0,1-1 2 15,1 2 4-15,0-1 1 16,1-1-1-16,1 0 0 0,0-1 0 0,3 0-3 15,-2 0-4-15,3 1 1 0,-1-7-7 0,0 1 6 16,7 15 1-16,-7-16 2 0,0 1 2 0,16 17-3 16,-8-11-2-16,1 0 0 0,1 0 2 0,0 0-3 15,1 0 2-15,0 0-2 0,1 0 0 0,-1 0 6 16,0 0 0-16,1 0 2 0,0 0-7 0,0 0 12 16,2 0-9-16,0 0 9 0,0 1-12 0,1-1 3 15,0 0 2-15,-1 0-2 0,-2 0-2 0,0 0 0 0,-1 0-3 16,-1 0 3-16,0 0 0 0,0 0-2 0,-1 0 2 15,-1-2-1-15,-2 1 7 0,0-1-9 16,-1 0 4-16,-1 2-6 0,0-2 2 0,0 0-12 0,-1 0 2 16,0 0-12-16,-3-5-67 0,0 0-204 0,0 1-60 0,12 19 45 15,-12-20 929-15</inkml:trace>
  <inkml:trace contextRef="#ctx0" brushRef="#br0" timeOffset="133424.26">3933 7595 1071 0,'0'0'530'0,"0"0"-211"0,0 0 270 0,-1 0-551 0,1 0-15 0,0 0-22 16,0 0 6-16,0 0-4 0,0 0 8 0,0-1-5 16,0 1-8-16,1-1 5 0,-1 1-6 0,20-15 11 0,-20 15-4 15,1 0 1-15,18-6-3 0,-19 6 2 0,0 0-6 31,21-7 2-31,-20 7-4 0,15-4 0 0,-7 1 3 0,0 1-3 16,2 0 3-16,-1 0 1 0,2 0-4 16,-1-1 3-16,2 1-4 0,-1 1 7 0,2 0-1 15,2 1-1-15,1 0 1 0,0-1 8 0,1 2-4 16,-1 0 3-16,0-1-3 0,1 3 11 0,-1-3-1 0,-1 0 4 16,-1 1-4-16,-1 0 3 0,-2 1-7 0,1-1 1 15,0-1-2-15,0 0-3 0,0 0 7 0,-2 0-4 16,-2-2 4-16,-1 3 0 0,-1-2 0 0,-7 1-1 0,0 0 1 15,1 0 7-15,-1 0 4 0,0 0 3 0,1 0 0 16,-1-1 9-16,0 1-2 0,0-1-3 16,-2-15-1-16,-5 13-15 0,-2 0 7 0,0 0-1 0,-3-1 2 15,0 2-8-15,-2-1-4 0,0-1-1 0,-1 2 0 16,2-1-5-16,-3 3 2 16,0 0-3-16,-2 1 3 0,0 0-8 0,0 2 3 0,-2-2 1 0,1 2 3 0,0 1-1 15,1-1 6-15,2 1-2 0,1-2 3 0,2 1-2 16,1-2-3-16,0 3 1 15,2-2-1-15,1 0-2 0,0 0 7 0,1 0-2 0,1 0 3 0,0-2-6 0,7 0-6 16,-1 0 3 0,1 0-4-16,0 0-3 0,-1 0-9 15,1 0-3-15,-1 0-1 0,1 0-3 0,0 1 7 16,0-1 2-16,13 15 2 0,-4-12 5 0,4 1 5 16,0-1 1-16,2 1 2 0,2-2-4 0,3 1 2 15,2-2-4-15,3-1 4 0,3 0-4 0,0-1-1 16,1 0 2-16,0-1-1 0,-1-2 5 0,0 0 0 0,1-1-3 0,0 0 1 15,0 0-4-15,-2 0 1 0,-2-1 2 16,-2 2 2-16,-2 0 12 0,-4 0 11 16,1 2-4-16,0-1 6 0,0 0-14 0,-2 0-4 15,0 1 6-15,-3-1-6 0,-2 0 4 0,-4 1 4 0,-7 2-2 0,1 0 4 16,0 0 15-16,-1 0-1 0,0 0 2 0,1 0-2 16,-1 0-4-16,0 0-6 0,-7-7-5 0,-5 6 0 15,-3-1-15-15,-5 2-7 16,-2 0 1-16,-1 1-3 0,-2 1 4 0,-1-3 1 15,-1 3-1-15,-3-1 1 0,-2 0 0 0,-1 0-2 16,1 0 5-16,1-1-4 0,1 1 3 0,2 0 0 0,-1 0-3 0,-1 1 0 0,0-1 2 0,2 1-2 31,1 0 2-31,2 1-2 0,0-1 9 0,1 2-8 0,1-1 3 16,0 0-5-16,0-1 2 0,1 1-1 0,2 0 2 16,3 1-2-16,0-1 6 0,6 1-6 0,1-2 0 15,2-1-2-15,8-1 2 0,-1 0 0 0,1 0-2 16,0 0-1-16,-1 0-17 0,0 0-2 0,1 0-2 15,0 0 1-15,8 10-2 0,3-7 13 0,2 1 0 16,4 0 4-16,1 1 1 0,4-1 4 0,1 0 1 0,2 0 1 16,2-1 5-16,0-1-4 0,1 1-1 0,3-2-2 15,2 0 3-15,4-1-1 0,1-1 2 0,-1 0-2 16,0-1 1-16,1 0 2 0,-1-1 0 0,3 0 2 16,0 1 0-16,-5-1-7 0,-2 2 5 0,0 1-3 15,-1-1 8-15,0 1 2 0,0 0-1 0,-4 0 1 0,-3 1-1 16,-3-1 4-16,-2 1-8 0,-3 0 7 0,0 0-7 15,-2 0 3-15,-2-1 1 0,-3 0 1 0,-2 0 9 16,-8 0 5-16,1 0-1 0,0 0 3 0,-1 0 6 16,0 0 2-16,0 0-2 0,-7-8-2 0,-5 6-18 15,-1-1-17 1,-5 1 4-16,-3 0-10 0,0 1 8 0,-5-1-4 16,-1 1 8-16,-5 0-6 0,-1 1 10 0,1-1-2 15,0 1-2-15,3 1 2 0,1-1 4 0,1 0-1 16,-1-1 1-16,0 1-2 0,0-1-1 0,2 0-3 15,1 1 5-15,4 0-5 0,1 0 5 0,1 1-2 16,0 1-5-16,0 1 2 0,1-1-6 0,1 0 6 16,2 0-2-16,1 1 3 0,2-1-1 0,1 0-5 0,4 1 5 15,7-3-7-15,-1 0 6 16,0 0-16-16,1 0 1 0,-1 0-7 0,1 0 1 0,0 0 9 0,12 10-4 0,1-7 6 16,2-1 3-16,3 1 6 0,0 0 0 0,4-1 2 15,2 1-7-15,1-1 7 16,-1 1-2-16,3-1 4 0,3 1-5 15,3-2 1-15,1 0 2 0,0 0 0 0,-2-1 0 0,-1 0 2 0,1-2-3 0,1 1 2 16,1-1 1-16,0 0-4 16,-3 0 3-16,-2 0-3 0,-1-1 3 0,-2 0 5 15,0 0-4-15,0 0 3 0,-1 0 0 0,-3-1 2 16,-2 1 4-16,-5 1-2 0,-1 0 1 0,-4 1 1 16,-1-1 1-16,-9 2 1 0,1 0 7 0,0 0 5 15,-1 0 0-15,0 0 2 0,1 0-4 0,-1 0-7 0,0 0-5 16,-14-9 0-16,1 6-11 0,-4 0-5 0,-5 0-4 15,-3 1 0-15,-5-1-1 0,-2 1 8 16,-1 0-1-16,1 0 3 0,-1 2 2 0,-1-1 0 16,-2-1 4-16,0 1-2 0,3 0-4 0,2 0 4 0,3-1-3 15,0 1 4-15,0 0-2 0,-1 2-1 16,2-1 0-16,1 2 0 0,1 1-2 0,3-1-2 0,2 0-1 0,0 2 0 16,0-2 1-16,2 2 0 0,1 0-1 0,2 0 0 15,1 0-3-15,4 0 6 0,-1-1-1 0,5 0 1 16,6-3-4-16,-1 0-3 15,1 0-5-15,0 0 0 0,0 1-14 16,0-1 2-16,0 0 5 0,19 16-2 0,-7-13 15 0,4-1 6 16,1 1-5-16,3-1 5 0,2 0 1 0,0-2-5 15,1 1 5-15,5-1-4 0,0-2 3 0,4 0-2 16,1-1 1-16,1 0 0 0,-2-1 2 0,1 0 1 16,-1 0-4-16,3-2 2 0,0 1 3 0,0 0 2 15,-1-1 4-15,-3 2-3 0,-1-1 3 0,-1 2-4 16,1 1 4-16,-1-2-2 0,-1 3 12 0,-2 0-9 15,-4 0 1-15,-4 1-4 0,0-1-3 0,-4 1 0 16,1 0 2-16,-2 0-2 0,1 2 0 0,-3-1 7 16,-2-1-8-16,-9 0 8 0,0 0-7 0,1 0 3 15,-1 0 2-15,1 0-3 0,0 0-5 0,-1 0-1 0,0 1-13 16,0-1 3-16,0 0-50 0,0 1-74 0,-17 12-23 16,6-11-33-16,-1 0-215 0,0-1-757 0</inkml:trace>
  <inkml:trace contextRef="#ctx0" brushRef="#br0" timeOffset="135855.2">10206 5882 2883 0,'0'0'116'16,"0"0"-41"-16,0 0-6 0,0 0-63 0,0 0-15 0,0-1 30 0,0 1 2 0,20-11 10 31,-20 11 11-31,1 0-8 0,17-9 0 0,-8 7-4 16,1 0-8-16,1-1-11 0,1 1 2 0,-1-1-6 15,1 0-1-15,-1 1 4 0,0-1-6 0,0 3 3 16,-2-1-12-16,0 0 3 0,0 0 4 0,-1 1 1 15,0 1 5-15,-1 0-3 0,-1 0-5 0,0 1 2 0,-2 1-3 0,0 0 2 16,-5-3 6-16,0 0-4 0,0 0-1 0,1 1-4 16,6 16 1-16,-7-17-1 0,0 1 1 0,-10 16 1 15,3-10-5-15,-1 1 3 0,0 0-4 0,-2 2 3 16,-1-1 3-16,-1 1-1 0,0-2 0 0,2 0 8 16,0 1-7-16,0-2 6 0,1 0-5 0,1-1 1 15,1-2 4-15,2 0-3 0,5-4 9 0,0 0 5 0,0 1-3 16,0-1 4-1,-1 0-8-15,-5 17 1 0,6-17-4 0,0 1 2 16,1-1-1-16,16 13-5 0,-16-13 3 0,14 5-5 0,-5-2 0 0,1-1 3 0,0-1-2 16,1 1 1-1,1-1-8-15,0 1 1 0,0-1-1 0,1 0 3 16,-1 1 5-16,0-1-4 0,0 1 1 0,0-2-2 16,0 2 5-16,1-1-4 0,-1 1-1 0,0 1 0 0,-1-2 0 0,-1 1-3 15,-2-1 0-15,-1 0-7 16,-1 0-54-16,-7-1-47 0,0 0-14 0,1 0-13 15,16-1-74-15,-17 1-53 0,0 0-14 0,0 0-23 16,0 0-146-16</inkml:trace>
  <inkml:trace contextRef="#ctx0" brushRef="#br0" timeOffset="136198.38">10714 5654 3191 0,'0'0'8'0,"0"0"-5"0,0 0 2 0,0 0 0 16,0 0 16-16,0 0-8 0,-1 16 4 0,1-16-5 16,-3 16 0-16,0-6-5 0,2 1-6 0,-1 1 3 15,1 1-4-15,-1 2 0 0,0 0 2 0,0 2-2 16,-1 2 2-16,0 2-1 0,1 1-1 0,-1 1 0 15,1 1-4-15,-2 0 8 0,1 0-4 0,1-2 6 0,0 2-6 16,0-2 5-16,0 1 1 0,-1 0 0 0,0-2-4 16,1 0 5-16,1 0-3 0,0-1 3 0,1-2-2 0,-2-1 1 15,1 0 2-15,1-3-2 0,-1-1 3 0,1-1 0 16,0-3-1-16,0 0 0 0,0-2-6 0,0-1-5 16,0-6-23-16,0 0 3 0,0 1-96 0,0-1-85 15,0 0-10-15,0 1-31 0,0-1-92 0</inkml:trace>
  <inkml:trace contextRef="#ctx0" brushRef="#br0" timeOffset="136739.29">10844 5716 3300 0,'0'0'125'15,"0"0"-116"-15,0 0-3 0,0 0-36 0,1 0-5 16,18 4 33-16,-19-4-4 16,1 0 13-16,20 7-5 0,-21-7 5 0,0 0-3 0,24 6 3 15,-14-4-7-15,-1 0 2 0,2 0-1 0,-1 1 1 0,-2 1 3 0,2 0-4 16,-2 0 4-1,1-1-5-15,-2 1 5 0,0 0 4 0,-1 0-3 0,-1 1 3 0,-2 0-5 16,1-1 0-16,-2 1 2 0,0 2-2 0,-2-1-1 0,1 2-3 0,-2 0-2 16,-1 0 0-1,0 2 3-15,-3 0 1 0,-1 0-1 16,-2 1 0-16,-3 1-7 0,-2-1 13 0,-2 1-1 16,-2 0 4-16,0-1-9 0,1 1 2 0,0-1 2 0,2 0 2 15,0-1 15-15,1-2-12 0,1 1 3 0,2-2-5 16,0 1 2-16,1 0-1 0,1 0-2 0,2 1 1 15,0-1 1-15,2 0-2 0,1 0 3 0,0-3-3 16,3-5-1-16,0 1-1 0,0-1-2 0,3 19 2 0,-3-19-3 16,1 1-7-16,15 10 5 0,-8-7-5 15,4 0 13-15,1-1 0 0,2-1 1 0,1 1 0 16,2-2 2-16,-1-1 10 0,2 1-6 0,3 0 6 0,0-1-16 0,0 1 5 16,-2-1-5-1,-2 1 5-15,0 0-1 0,-4 0-5 0,1 0 1 0,-2 0-3 0,-2 0 3 16,-1 0-5-16,-2 1 2 15,0-1-2-15,-2 0-8 0,1 0-64 0,0 0-23 16,0 0-25-16,-1-1-179 0,-6 0-189 16,0 0-103-16</inkml:trace>
  <inkml:trace contextRef="#ctx0" brushRef="#br0" timeOffset="137156.69">11243 5869 3181 0,'0'0'132'0,"0"0"-95"0,-1 0-22 15,1 0-6-15,0 0 25 0,-1 0 7 16,1 0 2-16,-1 0 0 0,1 0-18 0,0 0-19 0,0 0 0 16,12-3-6-16,-3 4 5 0,2-1 14 0,0-1-3 15,1 1 6-15,0-1-4 0,2 1-5 0,-2-1-2 0,3 1 0 16,-1 0 1-16,1-1 5 0,2 1-1 15,-2-1 1-15,-2 1-13 0,1 0 2 0,-2-1-1 0,-1 1 2 0,-1-1 2 16,-2 1-5-16,1 0 4 0,-2 0-6 16,-1-1-5-16,-6 1 5 0,0 0-13 0,1 0 4 15,15 0-75-15,-16 0-89 0,0 0-2 0,0 0-36 16,0 0-97-16,0 0-179 0,0 0 829 0</inkml:trace>
  <inkml:trace contextRef="#ctx0" brushRef="#br0" timeOffset="137706.31">11607 5634 3259 0,'0'0'98'0,"0"0"2"15,0 0-117-15,0 0 16 0,0 0-4 0,0 0 9 16,0 0 5-16,0 1 5 0,1-1-2 0,9 18 2 16,-10-18-7-16,1 0-1 0,18 10-2 0,-19-10 2 0,1 0 0 15,22 11 4-15,-14-7-2 0,1-1 2 0,0 1-1 16,1 0-6-16,0 1 3 15,0 0-2-15,0 0 9 0,-2-1-5 0,2 1 4 0,-2 0-5 0,0 2 1 0,0-2-3 32,-1 1 0-32,-2-1-1 0,1 2-2 0,-4 0-3 0,1 0-1 0,-1 2-2 0,-3-1 1 0,0 3 5 31,-2 1-5-31,-2 1 3 0,-2 1-10 0,-2 1 6 0,-1 0 2 16,-1 1 0-16,0 0 2 0,-1 1-3 15,-2 1 3-15,1-1-2 0,-2-1 2 0,-1-1 3 0,1 0 0 16,0 0 3-16,1 1-4 0,0-2 4 0,2 0-3 15,1-2 3-15,2-1-6 0,1 0 9 0,4-2-6 16,0 0 7-16,2-1-5 0,2-2-4 0,0 0 6 0,2 0-6 16,3-1 1-16,1-1 2 0,1 0-4 0,2-1 4 15,0 1-6-15,3-1 2 0,0 0 0 0,2-1 2 0,0-1-3 16,0 0 2-16,1 1-1 0,-2-2 2 16,0 1-5-16,-1-3 0 0,2 2-1 0,2-1 1 0,0-1-4 15,1 1-80-15,-1-1-8 0,-1-2-35 0,0 1-126 16,0-3-178-16,0-1-50 0</inkml:trace>
  <inkml:trace contextRef="#ctx0" brushRef="#br0" timeOffset="138123.49">12090 5769 3255 0,'-5'1'186'0,"-1"0"-150"0,1 1 2 16,-1 2-50-16,0 0-10 0,2 2 22 0,-3 2-2 0,0 1 7 16,0 1 2-16,-2 1-8 0,3 1 3 0,1 2-3 15,1-1 4-15,0 1 0 0,0 0-2 0,2 0 0 16,-1 0 1-16,3-1-7 0,-1-1 5 0,1 0-4 16,0-2 7-16,1 0-4 0,1-2-7 0,1-2 1 15,-3-6-12-15,1 0 3 16,0 1-5-16,22 10 3 0,-14-11-5 15,2 0 14-15,1-2 0 0,0-2 6 0,1 1 7 0,2-4 10 0,-2 0 2 0,1 0 0 0,0-4 2 16,-2 2 3 0,0 0-2-16,0-3 2 0,-1 1-2 0,-2-1-2 15,0 0-3-15,-3-1 0 0,0 0 1 0,-2 0 5 16,0 1 2-16,-2-1 0 0,-1 0 7 0,-1 1-20 16,-1-1 3-16,-1 2-11 0,-1 0-8 0,-1 0-10 15,1 1 6-15,-2 2-6 0,0 1 6 0,-1 0-14 0,0 2 0 16,-1 1-5-16,1 1-1 0,0 1-2 0,-2 1-4 15,1 1 1-15,-1-1-5 0,2 2 9 0,-1-1-1 0,3 1-1 16,4-1-52-16,-1 0-93 0,0 0-17 0,-15 5-34 16,16-5-160-16</inkml:trace>
  <inkml:trace contextRef="#ctx0" brushRef="#br0" timeOffset="138456.41">12349 5740 2421 0,'0'0'415'0,"0"0"-357"16,0 1 38-16,-5 16-107 0,4-9 4 0,-1 0 25 15,0 2 5-15,-1 3 9 0,-1 0 33 0,0 2-17 16,-1 1 3-16,1-1-10 0,-1 1-24 0,1-1-5 16,1-1-1-16,-1 0-1 0,3-2-4 0,1-2 1 0,1 0-5 15,1-3 4-15,1 0-6 0,1-2-9 16,0-1 6-16,2-2-8 0,0 0-3 0,2-2-7 15,0-2 1-15,1-2-1 0,3-1 14 0,2-4 18 16,1-1 0-16,0-2 8 0,0-2 14 16,-1 1 27-16,1-1-1 0,-3 0 10 0,2 0 0 0,-2 0-15 0,-1 1 3 15,-2 0-8-15,-2 0-6 0,-2 1-10 0,-2 1-4 16,-1 0 0-16,-1 1-6 0,-2 1-2 0,-2 1-2 0,-1 0-1 16,-1 2-14-16,0 2-18 0,-2 0-8 0,-2 0-4 15,0 1-32-15,-1 1-39 0,-5 1-4 0,1 1-12 16,-4 0-13-16,0 2-119 0,0 2-50 0</inkml:trace>
  <inkml:trace contextRef="#ctx0" brushRef="#br0" timeOffset="140215.15">10397 6535 1637 0,'0'0'293'15,"0"0"98"-15,0 0 1 0,-1-1-290 0,0 1-75 0,1 0-11 16,0-1 4-16,0 1 0 0,0-1 5 0,-7-19-12 16,7 20 0-16,0 0-3 0,1 0-1 0,0 0 2 15,16 1 1-15,-17-1 1 0,1 0 5 0,18 4-2 16,-10-3 1-16,2 2-1 15,1-1-1-15,2 0 11 0,3 1-4 16,3-1 6-16,1 0-4 0,2 0 0 0,2 0 2 16,0 0-3-16,2 0-6 0,0-1-7 0,2 1 0 15,3-1-1-15,0 1 3 0,3 0-5 0,0 0 2 16,-3 0-1-16,2 1 11 0,2-1 10 0,1 1 2 16,2 0 2-16,0 0-8 0,-2-1 1 0,-1 1-1 0,3-1 3 15,-1 1-2-15,3-1-10 0,-1 0 2 0,-4 0-4 16,1 0 3-16,0 0-8 0,2-1 4 0,0 1-5 15,0 0 3-15,-3-1-5 0,1 0-1 0,1-1 1 0,1 0 1 0,-2 0-6 16,-1 1 3-16,-2 0-4 16,-1 0 4-16,2 0 0 0,-1-1-1 0,-1 1 1 0,-3 0 3 0,-2 1-4 15,-3 0 2 1,0-1-3-16,-2 0-2 0,0-1 1 0,0 0-1 0,-3 1 2 0,-2 0 0 0,-2-1 2 16,-3 0-2-1,-1 0 1-15,-3 1-9 0,0-1 2 0,-2 0-18 0,-1 0 4 0,-6 0-95 0,0 0-95 16,0 0-26-16,1 0-33 0,0 0-173 0</inkml:trace>
  <inkml:trace contextRef="#ctx0" brushRef="#br0" timeOffset="141065.1">11463 6802 2045 0,'0'0'276'0,"0"0"57"0,0 0 2 0,0 0-221 15,-1 0-93-15,1-1 2 0,-1 1-2 0,1-1 5 16,-16-5-17-16,16 6-4 0,-1 0-5 0,1 0 2 0,-17 6-8 15,9-2 1 1,-1 0-4-16,-1 1 2 0,-1 0-8 0,-2 2 4 0,0 2-1 0,0 1 2 0,2 1 0 31,-4 0 2-31,1 3 2 0,0 1-2 0,0 2 4 0,1 2 7 16,-1 0 0-16,1 1 4 0,-1 0 2 0,1 2-3 16,0-1 2-16,-1 1-2 0,1 1-2 0,1 2 5 15,1 0-6-15,0 2 5 0,2 0-6 0,-1 0-1 16,3 0 2-16,2-4-3 0,0 1 0 0,1-2 0 15,1 0 0-15,1-1-1 0,2 0-3 0,0-4 5 16,3-1 3-16,1-3 0 0,-1-2 3 0,2-3 1 0,1 0-3 0,0-3 3 16,1-1 4-16,1-2 8 15,1-1 4-15,2-3 1 0,1-1 12 0,1-1 2 16,2-3-3-16,0-1 1 0,-1-1-22 0,0-2 9 0,-1-1-4 0,0-1 6 16,0 0-4-16,-1-1-7 15,-1-2 4-15,0 0-5 0,-1-1 2 0,0 1-3 0,-1 0 0 0,0 0-1 16,1-2-3-16,-2 0-5 15,1 0-1-15,-3 1 0 0,-2 0 9 0,-1 1-3 16,-1 1 5-16,-2 1-4 0,-4 2 7 0,0 2-8 0,0 1 4 0,-4 0-6 0,1 3 1 31,-3-1 1-31,0 0 0 0,-2 3 0 0,-1-1-7 16,0 3-2-16,-1 0-6 0,1 1 3 0,-2 1-9 0,1-1 2 16,1 0-7-16,1 1-2 0,4 1-64 0,-1-2-138 15,1 1-35-15,2-1-52 0,6 1-298 0</inkml:trace>
  <inkml:trace contextRef="#ctx0" brushRef="#br0" timeOffset="143359.2">12447 5300 2582 0,'0'0'110'15,"0"0"-41"-15,0 0-11 0,0 0-81 0,1 0-18 0,-1 0 41 16,20 12-1-16,-12-6 12 0,0 0 0 0,-4-5-10 31,4 5 0-31,1 1-2 0,0 0 2 0,0 1-1 16,0 1 2-16,0 2-2 0,0 0 4 0,-1 0-2 16,-1 2-4-16,-1 0 1 0,1 1-6 0,0 1 8 0,0 0-1 15,-1 1 4-15,1 0-2 0,1 0-2 0,-1 1 0 16,1-2-2-16,0 3 0 0,0 3 7 15,0 0-5-15,0 3 6 0,-1-2-4 0,1 0-2 0,-1 0 6 0,0 0-6 16,0-1 8-16,-3 1 4 0,1 0 0 0,-4 3 1 16,1 1-3-16,-2 2 3 0,-2 0 0 0,-1-1 2 15,0 0 0-15,-1 1-6 0,1 1 0 0,-3 2-2 16,1 2 5-16,0-1-7 0,-2 1 4 0,2 0-4 0,0 0 4 0,0 1-6 31,0 1 2-31,0 0-3 0,-1 0 1 0,-1-4 1 16,2 3-2-16,-1-2 2 0,-1 2 2 0,0 3-2 15,-2-1-2-15,1-1-1 0,-2 0-2 0,0 2 9 16,0 2-4-16,-2 1 6 0,2 1-6 0,-3-2-4 16,1 1 6-16,-2 0-5 0,-1 1 6 0,0 1-4 15,0-1-1-15,1-3 0 0,3 2 3 0,0 0 2 16,-1-1 2-16,1 1-1 0,-1-4 1 0,-1-1 6 16,1-1 0-16,-1 0 3 0,0 0 8 0,0-1 11 15,-1-1 13-15,0-4-2 0,0-2 31 0,-1-1-31 16,3 0-4-16,0-1-8 0,0-2-20 0,2-1-11 0,-2-1 0 15,2-3-3-15,-2-1-6 0,0-1-62 16,1-2-9-16,-2-2-25 0,1-2-104 0,-3-1-226 0,-2 0 723 16</inkml:trace>
  <inkml:trace contextRef="#ctx0" brushRef="#br0" timeOffset="144639.15">8585 4706 950 0,'-3'-6'494'0,"3"6"256"0,0 0 2 15,-1-1-685-15,1 1-59 0,-1 0-11 16,1 0-1-16,0 0 5 0,-1 0 5 0,-15-2-4 0,16 2-6 0,0 0 2 16,-8 20-11-16,6-7 6 0,-3 2 1 0,0 4 2 31,-2 3 4-31,1 4-1 0,-1 0 1 0,2 3-1 0,0 3 2 0,0 1 6 16,2 3 0-16,-1 2 3 0,-1-2 1 15,1 0-5-15,1 0 2 0,0 2-2 16,0 0 7-16,1 0-1 0,0-2 1 0,-1-6 0 15,1-2-5-15,1-3 2 0,-1 0-2 0,0-3 2 0,1-2 1 16,0-3-5-16,-1-1 0 0,1-5-2 0,0-2-4 16,0-1-28-16,1-8-13 0,0 0-11 0,0 1-93 0,0-1-58 15,0 0 1-15,0 0-23 0,0 0-40 0</inkml:trace>
  <inkml:trace contextRef="#ctx0" brushRef="#br0" timeOffset="144856.94">8462 4682 2979 0,'-6'0'96'0,"1"1"28"0,-2 0-153 0,2 2 1 0,-3 1 4 0,0 4 3 15,-1 1 43-15,-1 3-10 0,-1 3 3 0,-2 3-6 16,-1 0-8-16,-1 1 5 0,0 0-6 0,0-1 4 15,2-2-3-15,1-1-83 0,2-1-18 0,1-4-38 16,1 0-187-16,3-4-612 0</inkml:trace>
  <inkml:trace contextRef="#ctx0" brushRef="#br0" timeOffset="145029.81">8568 4677 2868 0,'10'2'75'0,"3"1"-67"16,4 2-13-16,1 2-3 0,2 2 35 0,0 0-12 0,-1 3 3 15,-2 1-7 1,-1-1-2-16,-1 1 2 0,-1 1-5 0,-2-1 2 0,0 0-8 0,-1 0 8 16,-1-1-1-16,-2-2 1 15,-1 0-34-15,-2-3-156 0,-1 0-2 0,0-2-67 16,-4-5-139-16</inkml:trace>
  <inkml:trace contextRef="#ctx0" brushRef="#br0" timeOffset="145305.72">8875 4041 3342 0,'0'0'11'0,"0"0"-77"15,0 0 18 1,0 0-29-16,0 0 71 0,0 0 1 0,21 14 1 0,-15-4 1 0,-1 4-2 0,3 2 5 15,-1 1 0 1,-1 3 4-16,0 0 11 0,1 1-13 0,0 2 6 0,-1-1-8 0,0 0-4 0,1 3 11 16,-1 0-7-1,2 1 10-15,-2 0-10 0,2-3 3 0,-1 0 0 16,-1-4 2-16,1 0 3 0,0-3-5 0,0-3 0 16,1 0-7-16,-1-3-63 0,1 0-109 0,-1-3 6 0,1-3-41 15,-1 0-22-15,0-6-120 0,1-1-109 0</inkml:trace>
  <inkml:trace contextRef="#ctx0" brushRef="#br0" timeOffset="145670.94">9252 4150 2269 0,'0'0'119'0,"0"0"226"0,0 0-348 16,0 0-16-16,0 0 8 0,0 1-5 0,-1-1 32 0,-15 21 17 15,9-12-3-15,-2 0 8 16,-1 2-2-16,-3 0-9 0,-1 2 0 0,-1-1-3 0,1 0-2 0,0 1-10 15,2-1 4-15,-1 1-6 16,0-2-2-16,1-1-1 0,-1-1-12 16,1-2 1-16,0 0-57 0,0-2-47 0,1-1 13 15,1-2-20-15,2 0 46 0,1-2 27 16,1 0-2-16,6 0 9 0,-1 0-2 0,1 0 13 0,0 0 2 16,0 0 7-16,0 0 23 0,0 0 10 0,0 0 6 15,0 0 0-15,17 2 13 0,-17-2 15 0,15 10-9 0,-7-3 10 16,1 2-15-16,0 1-5 0,1 2 0 0,-1 1-2 15,0 1-5-15,0 2-2 0,0 1 0 0,-1 3-1 16,-1 2 4-16,-1 2 12 0,-1 1 3 0,0 0 1 16,-1 1 6-16,-1-2-8 0,1 1-5 0,-2-4-2 15,2 2-26-15,-1 0-1 16,-1 0-1-16,1 0 0 0,-1-3-7 0,1-1-88 0,1-2-35 16,0-3-37-16,1-1-301 0</inkml:trace>
  <inkml:trace contextRef="#ctx0" brushRef="#br0" timeOffset="147755.94">1521 8466 2783 0,'-7'-1'213'0,"7"1"-83"0,-1 0 106 16,1 0-217-16,0-1-10 0,-1 1-10 0,1-1-2 0,0 1-5 16,11-16 5-16,-1 13-3 0,-4-3 8 0,10 3-4 0,3 0 5 15,2 1-1-15,0 0-2 0,2 1 4 0,-2 0-4 16,-3 1 5-16,1-1-4 0,0 1 1 0,0 0-2 15,1 1-2-15,-3-1 8 0,-1 1-5 0,-1 0 4 16,-1 0-20-16,-3 1-142 16,1-1 1-16,-1 0-60 0,-1-1-91 15,0-1-169-15</inkml:trace>
  <inkml:trace contextRef="#ctx0" brushRef="#br0" timeOffset="147959.38">1585 8573 3059 0,'0'0'214'0,"-1"0"-106"16,0 0-29-16,1 0-14 0,0 0-53 0,0 0 4 15,0 1-7-15,0-1 6 0,13 11-9 0,-1-8-6 0,1-1 3 16,3 0-5-16,0-1-1 0,1-2 2 16,2 1 0-16,3-1 1 0,2-1 0 0,2 1-2 0,0-1-38 15,-1-1 8-15,-1 1-164 0,-1-1-99 0,2-2-12 0,1-1-42 16,2-3-185-16</inkml:trace>
  <inkml:trace contextRef="#ctx0" brushRef="#br0" timeOffset="148191.57">2326 8028 2870 0,'0'0'196'0,"0"0"482"0,0 0-631 0,0 1-37 15,-1-1-1-15,-11 19-13 0,12-10-13 16,0 4 11-16,1 6-2 0,-1 5 4 0,1 2 0 0,-1 7 2 16,0 3-3-16,1 8 1 0,1 5-2 15,-1 7 7-15,0 3 1 0,0 6 2 0,-1 2-8 0,1 7 4 16,1 1 0-16,0 0 2 0,0 0-4 0,0-8 3 0,0-1-23 16,0-7 7-16,-1-5-135 0,0-8-103 0,0-7-14 15,0-9-36-15,0-5-116 0</inkml:trace>
  <inkml:trace contextRef="#ctx0" brushRef="#br0" timeOffset="148489.87">2137 8120 3144 0,'0'0'186'16,"0"-1"-120"-16,0 1-20 0,-5-20-26 0,5 20-33 0,0 0-12 15,16-12 0-15,-5 8-5 0,3 1-6 0,3 1 6 16,2 0 2-16,4 2 2 0,0 0 13 0,2 2 6 16,0 2-1-16,1 1 3 0,2 3 2 0,1 1-5 15,2 2 7-15,0 0-5 0,-3 1 9 0,-3 1-1 16,-3-2-2-16,-4 1 1 0,-2-3 5 0,-3 1-2 16,0 0 6-16,-4 1-4 0,-1 0 13 0,-3 1 7 0,-4-1-1 15,-2 1 3-15,-4 2-4 16,-5 3-4-16,-3 2-3 0,-4 3 0 15,-4 2-12-15,-5 1-13 0,-4 1-8 0,-7 1-7 16,-1 1-64-16,-1 0-37 0,1-3-14 0,6-2-11 16,4-5-91-16,6-1-336 0</inkml:trace>
  <inkml:trace contextRef="#ctx0" brushRef="#br0" timeOffset="148755.76">2859 8080 2429 0,'0'0'667'0,"0"0"-432"16,0 0-57-16,0 0-95 0,-1 0-65 0,0 0-16 15,1 1 1-15,-21 13-6 0,14-4-9 0,-3 4 0 16,-2 3-1-16,0 5 1 0,-1 4 4 0,1 5 8 0,1 4-11 16,-1 5 11-16,0 1-14 15,3 2 10-15,0 2 3 0,4 2-1 16,0 3-9-16,3-2 2 0,1 0 3 0,3-2-1 15,1-3 7-15,4-3-20 0,1-4-4 0,2-7-15 16,1-3-133-16,3-7-45 0,0-3-17 0,2-6 7 16,4-3 40-16,1-7 21 0,1-5-10 0,0-8 6 0,0-6-56 0</inkml:trace>
  <inkml:trace contextRef="#ctx0" brushRef="#br0" timeOffset="148939.26">3082 8096 1847 0,'0'0'309'0,"0"0"35"16,0 0 12-16,0 0-106 0,0 0-181 0,0 1-47 0,1 18-6 16,5-10-10-16,0 3-1 0,3 4-6 15,1 2 2-15,1 5-3 0,2 2 6 0,-1 1 0 16,-1 3-3-16,0 0 1 0,0-1-8 0,-1-2 5 16,2-1-2-16,-1 0-11 0,0-3-168 0,2-1-133 15,-1-2-38-15,2-3-37 0,0-3-275 0</inkml:trace>
  <inkml:trace contextRef="#ctx0" brushRef="#br0" timeOffset="149134.81">3479 8135 3318 0,'-5'2'225'0,"-2"1"-127"0,-1 1-22 0,0 1-28 16,0 0-51-16,-1 3 0 0,-3 2 1 0,-1 5 0 15,-4 4-1-15,-2 3 3 0,-1 2-1 0,-1 0 2 0,-1-1-6 0,-1 0-19 16,1-1-35-16,0-3 2 0,1 0-153 16,1-1-51-16,1 0 1 0,1-1-23 0,1-2-38 0,2-3-504 15</inkml:trace>
  <inkml:trace contextRef="#ctx0" brushRef="#br0" timeOffset="149368.01">3140 8362 1333 0,'0'0'610'0,"0"0"-307"16,1 0-56-16,-1 0-58 15,17 3-83-15,-17-3-12 0,1 0-7 0,-1 1-1 16,19 16-35-16,-12-8-9 0,-2 2-9 0,1 1 1 0,0 5-16 0,0 2-11 0,0 3 5 16,-2 2-6-1,1 0 10-15,0 3 7 0,-1-1 6 0,-1 2 1 16,0 1 17-16,-2 2-10 0,0 0-8 0,0 2 0 16,0-4-14-16,0 0-7 0,-2-1 4 0,0-3-6 15,0 0-2-15,0 1 2 0,0-4-4 0,-2 0 2 16,0-1-4-16,1-1-6 0,-1-5-10 0,1 0-3 0,0-2-65 15,1-2-30-15,-1 0-6 0,0-3-11 16,-1 0-45-16,3-2-75 0,0-6-31 0,0 1-52 0,0-1-527 0</inkml:trace>
  <inkml:trace contextRef="#ctx0" brushRef="#br0" timeOffset="150172.07">4115 8170 3277 0,'0'0'248'0,"0"0"-146"0,0 0-22 0,-1 0-31 0,0 0-34 16,-18-2-5-16,19 2 3 0,0 0-4 16,-18 3-2-16,10 0-11 0,-3 0-3 0,-1 3-4 0,-2 1 2 0,-2 1 6 15,-1 2 1-15,-3 1 1 0,0-1 0 0,-2 3 1 16,1 0 0-16,-1 1 0 0,3 0 1 0,0 0 3 15,1 0-2-15,0 0 2 0,1-1-3 0,1-1 0 16,1 1 3-16,1-2-2 16,2-1-6-16,1 1 5 0,1-3 0 0,3 1 3 15,2-1 8-15,0 0-7 0,2 0 1 16,2-1-5-16,1 0-1 0,2-1-6 0,1 0 3 0,4 1-5 16,1 1 1-16,2-1 2 0,2 1 0 0,2 0 2 15,2 0 7-15,2 0-7 0,1-1 2 0,2 0-5 0,-1-1 6 16,1 1 1-16,1-2 1 0,0 1 1 15,0-1 1-15,0 0-3 0,-2 0 2 0,-1-1-2 16,0 1 0-16,-3 0 4 0,0 1-3 0,-2-2 3 16,0 0-4-16,-4 1 3 0,0-2-2 0,-1 1 2 15,-1-1-1-15,-1 0-5 0,0 0-9 0,-1 0-1 0,-6-3-49 16,1 0-46-16,-1 0-5 0,17 6-20 0,-17-6-76 0,0 0-107 16,0 0-20-16,1 0-57 0,-1 0-375 0</inkml:trace>
  <inkml:trace contextRef="#ctx0" brushRef="#br0" timeOffset="151923.19">4392 7962 3586 0,'0'0'126'0,"0"0"-62"16,0 0-10-16,0 0-63 0,0 0-33 0,1 0 22 0,19 3-5 15,-9-1 20-15,0 1 0 0,-3-4 8 0,5 5-7 16,2 0 7-16,-2 1-5 0,0 1 2 0,1 0 5 16,-3 2-2-16,2 0-5 0,-2 0 2 0,0 0-3 15,1 1 3-15,0-1 4 0,0 0-4 0,0 1 2 0,0 0-2 16,-1 0-1-16,-1 0 2 0,0 0 0 0,0-1 2 16,0 1 1-16,-1-1-3 15,-1 1 5-15,-2-2-3 0,0 1 13 0,-3 0-6 16,0 0-2-16,-2 0 0 0,-1 0 6 0,-4 2-6 15,0 2 6-15,-5 3-6 0,0 1 5 0,-4 1-12 0,-1 2 3 0,-2-1-4 0,-1 0 6 16,-2 0 1 0,-1-1-2-16,0 1 2 0,2-3-6 0,3 0 2 0,0-2 1 0,2-1 1 0,2 0 1 0,0 0 6 31,1-2-5-31,2-1 6 0,1-1 0 0,2-1-10 16,0-1 7-16,3 0-9 0,1 0 3 0,1-1 3 15,1 1-4-15,2-1 3 0,2-1-8 0,3 1 2 16,0 0-4-16,3 0 4 0,3 0-1 0,2-1 10 15,0 1 0-15,5-2 4 0,1 0-13 0,6 0 10 16,0-1-1-16,3-1 3 0,-1-1 1 0,0 0-4 0,0 0 0 16,0 0-3-16,-1 1-2 0,0-1 1 15,-1 2-2-15,-4-1 3 0,-1 2-2 0,-3 1-4 0,-3 0 2 16,-2 0-3-16,0 0-19 0,-2 0-115 0,1 0-33 16,-1 0-59-16,1 1-433 0</inkml:trace>
  <inkml:trace contextRef="#ctx0" brushRef="#br0" timeOffset="155459.26">5147 7818 2745 0,'0'0'156'16,"0"0"-17"-16,-1 0-1 0,1 0-37 0,-1 0-80 16,1 0-32-1,0 0-6-15,0 0 5 0,0 0 1 0,7 6-4 0,1 2 5 0,2 2-5 0,1 2 11 16,0 4 0 0,2 1-1-16,1 1 2 0,-1 2 7 0,3 1-1 0,1 2 4 15,-1 2-4-15,1 2 7 0,0 1 1 16,0 1-1-16,-1-1 0 0,1 1-1 0,-2-1 5 15,-1 1 5-15,-3 1 0 0,0 1 11 0,-1 0 10 0,-2 0-4 16,0-2 7-16,-2 1-6 0,-3-1 2 0,-2 2 1 16,-2 0 1-16,-2 1 3 0,-2-2-9 0,0 1 0 15,-4-3-5-15,1 0-11 0,-3 1 2 0,2 0-6 0,-1 1 5 16,-2-2-9-16,0 0-5 0,-1-3 2 0,-1-2-3 0,0 1 1 16,-1-3-6-1,-1 2 6-15,0-1-5 0,1-1 6 0,-2-3-29 16,1 0-25-16,2-4-11 0,1-1-164 0,2-3-234 15,-1-2-78-15</inkml:trace>
  <inkml:trace contextRef="#ctx0" brushRef="#br0" timeOffset="156470.76">3241 9145 2818 0,'-1'0'164'0,"1"0"-4"0,-19 9-2 0,19-9-85 16,-1 0-55-16,-21 2-31 0,22-2-1 0,0 0 0 16,0 0 6-16,-1 0-6 0,1 0-2 0,-16 5-2 15,16-5-10-15,0 0 12 0,0 0-1 0,0 0 5 0,0 0 4 16,-1 0 14-16,1 0 0 0,0 0 6 15,-1 0 0-15,1 0 3 0,0 0-4 0,0 0 4 0,0 0 4 0,0-1-5 16,0 1 6-16,0-1-6 0,-2-15 2 0,2 16 1 16,0 0-1-1,0 0 2-15,0 0 2 0,0 0 0 16,0 0-11-16,0 0 5 0,-1 0-26 0,1 0 3 16,-1 0 1-16,-16 16 1 0,17-16 7 0,0 0-5 15,0 1-1-15,-12 18-2 0,12-19 5 0,0 0 1 16,0 1 8-16,0-1-4 0,0 1 9 0,0-1 5 0,0 1-5 15,0-1 4-15,1 1-4 0,0-1 8 0,-1 0-3 16,17 1 4-16,-17-1 5 0,0-1-10 0,1 1 7 0,16-17-9 16,-17 17 5-16,0 0-8 0,0-1 7 0,9-16-7 15,-9 17 10-15,0 0-1 0,0-1 0 0,0 1 0 16,0-1 3-16,0 1-1 0,0 0-3 0,0-1 1 16,0 1-8-16,-1-1 0 0,1 1 0 0,-1 0-1 0,1 0-6 15,0 0-7-15,-1 0 0 0,1 0-4 0,-1 0-11 16,1 0-103-16,0 0-28 0,-1 0-46 0,1 0-306 15</inkml:trace>
  <inkml:trace contextRef="#ctx0" brushRef="#br0" timeOffset="157510.34">5720 8277 2857 0,'0'0'178'15,"0"0"22"-15,0 0 2 0,0 0-90 0,0-1-69 0,0 1-50 0,0-1-10 16,18-16 12-16,-9 13-5 0,-2-2 4 0,6 2-3 0,3 0 2 16,3 1-3-16,-2-1 4 0,1 0 3 0,2 0-1 15,0-1 2-15,3 1-3 16,1 0 3-16,1 0-2 0,0 0 5 0,-1 0-45 0,-1-1 6 0,-3 2-18 15,0-1 19-15,-1 3 12 16,-1 0-3-16,-2 0 4 0,-2 1-25 0,-1-1-50 0,-2 2-9 0,-2 1-20 0,-2 1-95 16,-7-3-173-1,0 0-99-15</inkml:trace>
  <inkml:trace contextRef="#ctx0" brushRef="#br0" timeOffset="157722.29">5792 8503 3126 0,'0'0'224'0,"0"0"-153"16,0 0-9-16,0 0-45 0,0 0-16 0,1 0 12 0,18 7 3 15,-9-6 2-15,1-1 1 0,2 1-10 16,3-1 0-16,2-1-3 0,4 0 3 0,0-1-4 0,3 0 3 16,-2 1-3-16,0-1-4 0,-2 0 2 15,-1 0-2-15,-3 0 3 0,1 1 0 16,-1-1-23-16,1 1-12 0,-1-1-10 0,-1 0-109 15,1-1-127-15,-2 1-10 0,2-2-50 0,1-1-165 16</inkml:trace>
  <inkml:trace contextRef="#ctx0" brushRef="#br0" timeOffset="158188.91">6634 8160 1486 0,'0'0'210'0,"0"0"584"15,-1 0 313-15,1 0-902 0,-1 0-148 0,-17 2-51 0,18-2 0 16,-1 0-14-16,1 0-4 0,-16 0 3 0,16 0-9 16,-1 0 6-16,-18 10-19 0,10-3-6 0,1 3 2 15,-2 4-2-15,-1 3 4 0,1 6 14 16,-1 3-4-16,3 4 7 0,0 1-10 15,1 4 20-15,0 1-2 0,1 3 9 0,4 2 12 0,0-1 1 0,4-1-4 0,2-4 2 16,1-3-11-16,4-3-2 0,1-3 1 0,3-2-2 16,3-5 1-16,1-2-1 0,3-4-5 0,0-2 1 15,1-4-13 1,1-3 13-16,1-2 1 0,0-3 4 0,0-2 1 0,1-4 4 16,0-1 2-16,2-5 1 0,1-1 5 0,-2-4 2 15,0-2 0-15,-1-3 2 0,-1-1-1 0,-2-1 5 16,-1 0-1-16,-3-1 3 0,-1 0 7 0,-1-2 3 15,-3 1-5-15,-3-1 3 0,0 0-11 0,-6 1-1 0,-2 1 1 16,-2 1-2-16,-2 1-8 0,-2-1-9 16,-2 1-3-16,-3 1-3 0,0 0-7 0,-3 4-8 0,0 1-1 15,-2 4-3-15,-2 1-12 0,-3 1-25 16,-2 1-2-16,-5 3-8 0,-1 2-6 0,-1 5 23 16,1 2-9-16,0 2 11 0,2 2-41 0,5 3-74 0,0 0-18 15,2 1-32-15,2 2-182 0</inkml:trace>
  <inkml:trace contextRef="#ctx0" brushRef="#br0" timeOffset="158504.81">6813 7762 3167 0,'0'0'129'0,"-1"0"74"0,1 0-169 0,-17 14-33 15,13-6 2-15,1 2-9 0,-1 4 15 0,1 4 10 16,-2 3-1-16,-1 5 3 0,0 3 6 0,1 3-3 16,0 5-5-16,-3 4 2 0,1 4-12 0,1 3-2 15,-1 2 0-15,1 2-2 0,0 1-4 0,-2-2 3 16,1 2-1-16,0-1 3 0,0-1-4 16,1-1 1-16,-2-3 2 0,-1-2-2 0,1-3 4 0,0-3-1 0,2 0-2 0,0-5 3 15,1-5 2-15,2-3-1 0,-1-2 3 16,3-3-2-16,-1-1-1 0,1-2 4 15,0-1-4-15,1-3 4 16,0-1-3-16,0-2-6 0,2-1 2 0,-1-3-5 16,-1-7-29-16,0 1-55 0,0-1-20 0,6 17-21 0,-6-17-159 15,0 0-185-15,1 0-29 0</inkml:trace>
  <inkml:trace contextRef="#ctx0" brushRef="#br0" timeOffset="161822.2">7449 7959 7 0,'-4'-5'1135'0,"-1"0"-430"0,0 0 573 16,2-1-1117-16,3 6-50 0,-1 0-60 0,1 0-26 16,0-1-4-16,-17-12 6 0,17 13-23 0,0 0-7 15,-20-4-3-15,20 4-2 16,0 0-12-16,-20 10-11 0,11-2 2 0,-2 3-3 0,0 4 10 15,-2 5 4-15,0 4 3 0,-2 7 1 16,-1 3 17-16,-1 3 10 0,0 2 4 0,0 4 0 16,0 3 10-16,1 3 5 0,2 3-7 0,2-1 4 15,4 2-21-15,0-1-3 0,2-1-5 0,4-2 0 16,2-2-8-16,4-2-14 0,2 0 8 0,4-7-10 16,2-2 8-16,2-5 0 0,4-2-5 0,2-3-5 15,1-3-80-15,2-3-82 0,-1-4-4 0,2-3-23 16,2-4-17-16,1-6-78 0,3-3-37 0</inkml:trace>
  <inkml:trace contextRef="#ctx0" brushRef="#br0" timeOffset="162255.31">7525 8206 2771 0,'0'0'475'0,"0"0"-307"0,-1 0-5 16,1 0-52-16,0 0-121 0,-1 0-6 16,0 0-2-16,1 0 2 0,0 1 2 0,0-1-8 0,7 18 3 0,3-12-4 15,2 1 9-15,3 0 5 0,3-1 0 0,0 1 2 32,2-1 5-32,1 0 2 0,0 1 2 0,1-2 1 15,0 2 0-15,-3-2-4 0,-2 0 1 0,-2 0-2 16,-1 0 5-16,-4 0 7 0,0 0-3 0,-4 0 3 15,-2-1-1-15,-4-4-1 0,0 1-6 0,0-1 1 16,-3 22-20-16,-7-12-2 0,-4 2-2 0,-6 2 0 16,-4 3-15-16,-4 2 19 0,-3 2 1 0,-1-1 7 0,-2-1 12 15,2 0-3-15,2-2 5 0,2 1-4 0,4-3 12 16,4-2 17-16,2-1 1 0,4-3 7 0,2-1-2 0,2-1-11 16,3 0-1-1,4-1-1-15,1 1 4 0,3-1-15 0,1 1 0 0,2-1-7 16,3 1-5-16,4 1 8 0,3 0-6 0,4 0 5 15,3-1-9-15,4 0 6 0,1-1 1 0,4-2 2 16,0 0-11-16,4-2 4 0,2-1 0 0,0-1 1 0,1-1-7 0,-3-2-45 16,-2-1-19-16,0-1-16 15,-2-2-137-15,2-2-168 0,-1-3-46 0</inkml:trace>
  <inkml:trace contextRef="#ctx0" brushRef="#br0" timeOffset="162542.19">8211 8137 3059 0,'0'0'143'0,"0"0"197"0,21 9-304 16,-9-3-25-16,3 1 1 0,8 3-7 0,2 2 22 0,3 1 18 16,0 2-4-16,-2 4 4 0,-2 1-25 0,-1 2-9 15,-3 0-1 1,0 2-2-16,-2 0-1 0,-2 1 1 0,0 1 4 0,-4 2-2 0,-3 2 7 0,-1 2 15 15,-2 2-6 1,-4-1 10-16,-1 1 1 0,-4 2-1 0,-3 2-6 0,-6 3 1 16,-2 3-31-16,-4-1 0 0,-2 1 0 0,-4 0 0 15,-2 0 0-15,-4-1 0 0,-4-3 0 16,-1-5 0-16,0-2 0 0,2-7-4 0,2-1-33 0,3-5-1 16,1-5-216-16,0-4-566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9T00:22:46.6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6541 9191 1548 0,'0'0'154'0,"0"0"39"16,0 0 6-16,0 0-66 0,0 1-74 0,0-1-45 16,-1 1 3-16,1-1 1 0,-1 1 12 0,1-1 6 15,0 1-9-15,-4 15 6 16,4-16-19-16,0 0-3 0,0 0 2 0,0 0-2 0,1 0-2 0,0 1 16 15,16 7-2-15,-17-8 9 0,1 0 6 0,-1 0-7 32,17 8 6-32,-17-8-6 0,0 0 7 0,0 1-10 0,20 9 2 15,-20-10-3-15,1 0 6 0,18 8-7 0,-19-8 3 0,0 0-4 16,20 7-6-16,-20-7 2 0,16 5-9 0,-7-3 7 0,1 2-10 16,-2-2 3-16,2 1 0 0,0 0 0 0,-1-1-6 0,2 2 2 15,-1 0-1-15,1-1 1 0,0 1-3 16,1-2 3-16,1 0-2 0,1-1 1 15,0 1-8-15,0-2 4 0,1 1-3 0,-2 0 6 16,1-1 3-16,0 2-4 0,0-2 6 0,1 2-5 16,-1 0 7-16,1 1 0 15,0-1-1-15,0 0 2 0,0-2 1 0,0 0-2 0,3-1 1 0,-2 1 0 0,0 0 3 0,0 0 0 32,0 0-1-32,0 0 1 0,1 0 0 0,-2-1-5 15,2 1 4-15,0-2-5 0,-1 1 3 0,1 0-8 0,0-2 1 16,1-1-3-16,0 2 1 0,0 0-1 0,1 1 2 15,-2 1-2-15,-1-3-4 0,1-1 3 0,-1 2-3 16,0 2 4-16,0-2-2 0,1 3 2 0,0-2-2 16,1 1 2-16,-1 1 2 0,1-1-1 0,-2 2 3 15,1-1-2-15,0-3 5 0,-1 0 1 0,1 1-1 0,-1 0 0 16,0 3-7-16,0-2 3 0,0 1 0 0,0-2 1 16,-1-2-1-16,3 2-6 0,-1 2 2 0,-1-1-2 15,1 0 4-15,-1 0 2 0,0-1 2 16,0 1-1-16,0-1 6 0,2 1 7 0,-3-1-8 15,0 2 7-15,0-1-9 0,1 0 4 0,0 1 1 0,2 1-1 0,-1 0-6 16,0-2-8-16,-1 0 3 0,0 0-3 0,0 1 11 16,-1 0-6-16,0-2 1 0,1 0-4 0,0-1 2 15,0 1-1-15,-1 0 2 0,1 2-2 0,0-1 8 16,-1 0-5-16,1 1 6 0,0-1-5 0,-1 1 9 0,-2 2-9 31,0-2 1-31,-1 1-4 0,0 1 0 0,1-1 1 0,-2 1-4 0,0-2 3 0,1 1-5 16,-2 2-8-1,0-2-11-15,-1 1-3 0,0-1-68 0,1-1-119 16,-2 0-31-16,1-1-53 0,-1-1-348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9T00:23:32.112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1546 2387 1536 0,'0'0'54'16,"0"0"-28"-16,0 0 27 0,-1 0-89 0,0 1 11 15,1-1-3-15,-10 21 23 0,10-21 1 0,0 0 2 16,4 24 2-16,-9-18 14 0,5 5-6 0,0 0 8 16,0 1-7-16,0-2 6 0,0 1 5 0,0-1-1 15,0 1 12-15,-1-1 1 0,2 2-4 16,-2-1 2-16,1 2-6 0,-1-1 10 0,1 1-4 16,2 1 5-16,-2-1-14 0,0 2-3 0,1-1-4 0,0 2 2 15,0 0 0-15,1 1-9 0,-1-1 7 0,1-1-8 16,0 1 10-16,-1-1-8 0,1 2 0 0,-2 0-2 15,2-1 6-15,-2 0-5 0,0-2 6 0,0 1-6 16,1-1 1-16,-1-1 4 0,0 0-5 16,0-3 4-16,-1 0-9 0,1-2 7 0,0-8-6 0,0 1 1 15,-4 15-56-15,4-16-72 0,0 0-11 0,0 0-27 16,0 0-126-16</inkml:trace>
  <inkml:trace contextRef="#ctx0" brushRef="#br0" timeOffset="499.48">1542 2381 1302 0,'0'0'89'0,"0"0"-67"0,0 0-8 16,0 0-11-16,0 0 10 0,0 0 1 0,0 0-1 0,0 0 2 15,0 0 0-15,1 0-10 0,-1 0 4 16,0 1-5-16,18 12-3 0,-18-13 14 0,0 0-5 0,1 0 9 15,17 9 1-15,-18-9 7 0,0 0-2 0,20 7 5 16,-20-7-2-16,1 0-2 0,19 4 4 16,-20-4-3-16,1 0-1 0,18 7-12 15,-19-7-1-15,0 0-3 0,1 0 1 0,17 12 0 0,-18-12-3 16,1 0 1-16,-1 1-7 0,1-1 6 0,15 20-1 16,-16-20 4-16,0 1 1 0,0-1-3 0,4 18 4 0,-4-18-3 15,0 0 8-15,0 1 5 0,-7 21-4 16,7-22 4-16,-9 14-5 0,3-7 1 0,-3-1 0 0,1 0-1 15,-2 0-7-15,0 2-2 0,0-1 2 0,0 2-1 16,-2-1 4-16,2-2-9 0,0 0 4 16,1-1-6-16,0-1-1 0,2-1-1 0,-1 0-2 0,2 0 0 15,0-1-27-15,6-2-83 0,-1 0-13 16,1 0-30-16,0 0-126 0</inkml:trace>
  <inkml:trace contextRef="#ctx0" brushRef="#br0" timeOffset="965.21">1874 2379 1969 0,'-5'0'51'0,"0"1"-51"0,5-1-10 16,-1 0-8-16,1 0-5 0,-13 16 5 0,13-16 6 15,-7 15 0-15,4-6 10 0,-1 0 2 0,-1 1 0 0,1 0 2 16,0-1-2-16,0 1 2 16,0 0-1-16,0-1 3 0,0 1 3 0,0-1 17 15,0 1-1-15,0 1 8 0,0 1-3 0,1 2 1 0,0-1-3 16,0 2 1-16,0 0-14 0,2 2 3 16,0 1-7-16,1 1 4 0,0 0-17 0,0 1 9 0,3-1 0 15,1-1 3-15,1 2-8 0,1-1 2 0,1 1-1 16,1-1 2-16,0-3-3 0,-1-2 5 0,1-2-5 0,1-2 2 15,-1-1-6-15,0-2-57 0,-1-2-2 0,2-2-25 16,-2-2-55-16,1 0-45 0,1-3-47 0</inkml:trace>
  <inkml:trace contextRef="#ctx0" brushRef="#br0" timeOffset="1375.02">2131 2317 903 0,'0'0'129'0,"0"0"254"0,0 0 209 0,-1 0-589 15,0 0-53-15,1 0 14 0,0 1 0 0,-2 15 7 16,2-16 15-16,1 19 8 0,0-9 0 0,0 2 2 16,0 0 0-16,0 0 0 0,0 0 1 0,-1 1-1 15,0 0 5-15,-1 1 32 0,0 1-7 0,1 1 16 16,0 0 0-16,0 1-12 0,0 2 2 0,0 2-6 0,-2 1 3 16,0 1-10-16,1 1 4 0,0 1-7 0,0 0-5 15,0 0 1-15,0-2-4 0,0 2 3 0,0-2-9 0,-1 0 7 16,2 0 0-16,0-3 2 0,-1-1 2 0,0-2-1 15,1-3-4-15,-2-1 2 0,0-3-1 16,0-3-7-16,1 0-4 0,1-7-5 0,0 1-42 0,0-1-32 16,0 1-12-16,-1-1-12 0,0 1-98 0,1-1-109 31,-1 0-162-31</inkml:trace>
  <inkml:trace contextRef="#ctx0" brushRef="#br0" timeOffset="1923.8">2187 2306 2127 0,'0'0'60'0,"0"0"1"0,0 0-104 15,0 0-1-15,0 0-4 0,1 0 6 0,22 3 23 0,-16 2 6 16,2 3 6-16,-1 0-2 0,1 2 8 0,-1-1 2 15,-1 0 1-15,0 1 1 0,-1-1-1 0,0 1 2 32,-2-2-1-32,0 1 2 0,-1-1 3 0,-1-1 5 15,0 0 0-15,-2-2 0 0,0-5 3 0,0 1 3 16,0-1-1-16,3 18 1 0,-3-18-3 0,0 0-1 16,0 1-3-16,0-1 1 0,-9 17-6 0,9-17-3 15,-1 0 7-15,1 1-6 0,-18 12 2 0,18-13 2 0,-13 8-4 16,5-5 3-16,-1 0-12 0,-1 0 6 15,0 0-1-15,1-1 5 0,-2 0 2 0,0-2-3 0,0 1-1 16,1 0 0-16,0-1-2 0,2 1-1 0,1 0 0 0,6-1-1 16,0 0 3-16,1 0-7 15,-19 6 4-15,19-6-3 0,0 0 0 0,0 1 1 0,-1-1-3 0,1 1 3 16,-1-1-2-16,-6 19 0 0,7-19 0 0,0 0 1 16,0 0 3-16,0 0 0 15,0 1 1-15,10 18-1 0,-10-19 6 0,0 0-3 0,0 1 0 0,15 16 0 0,-10-11 2 16,1 1 4-1,1 1-1-15,1 1 3 0,0 0 1 0,1 1 1 16,1 2-3-16,-1 1 1 0,1-1-4 0,0 2-5 0,1 0 1 0,-1 0-3 16,2-1-1-16,-3 1 4 15,1 0-1-15,-2 0 3 0,1 0 0 0,-1 0-4 16,-1-1 5-16,0 0-4 0,1 0 4 0,-1-2-3 16,-1 1 2-16,0-2-2 0,-1-1 8 0,2 0-10 15,-1-2 5-15,0-1-6 0,-1-1 1 0,0-1-54 16,-5-4-15-16,0 0-20 0,0 0-102 0,0 0-131 15,1 0-152-15</inkml:trace>
  <inkml:trace contextRef="#ctx0" brushRef="#br0" timeOffset="2414.82">2557 2481 2481 0,'0'0'9'0,"0"0"-50"15,0 0-6-15,0 0-8 0,0 0 25 0,1 0 14 0,16 17 1 16,-17-17 3-16,10 16 6 0,-6-10 10 15,1 1-4-15,1-2 4 0,-1 0-5 0,2-1 2 16,-1 1 4-16,1-1-2 0,0-1 4 0,0 0 4 0,1 0 2 16,-1-2 1-16,1 0 10 0,1 0-8 0,0 0 1 0,0 1-5 15,-1-1-4-15,-1 0-6 0,1 0 1 0,-1 1-2 16,1 1 0-16,-1-1 0 0,-1 0 0 0,-6-2 0 16,1 0 3-16,-1 0 2 0,18 7 1 0,-18-7 0 15,0 0 0-15,0 0 0 16,1 0 2-16,-1 0-1 0,1 0 6 0,0 1 0 0,-1-1-4 0,0 1 2 15,0-1-8-15,0 19 3 0,0-19-4 16,0 0 2-16,-1 1-5 0,-19 19 4 16,12-13 2-16,-1 1 0 0,0 1-4 0,-2 0 2 15,1 1-2-15,-2-2 2 0,0 1 0 0,2-1-1 16,1 1-3-16,-1-1 0 0,1-1-11 0,2 0-36 16,-2 0 2-16,2-2-16 0,1 1-26 0,0-1-25 15,1-1-13-15,5-4-6 0,0 0-76 16,0 0-307-16</inkml:trace>
  <inkml:trace contextRef="#ctx0" brushRef="#br0" timeOffset="2927.93">2943 2446 2143 0,'0'0'368'15,"0"0"-359"-15,0 0 14 0,0 0-57 0,1 0-24 16,14 1 34-16,-15-1-4 0,14 9 16 0,-8-3 3 0,1 1 9 0,-1 1-4 16,0-1 4-16,-1 0 0 0,-1 0 2 15,0 0 4-15,-1 0-4 0,1-1 2 0,-3 0 13 16,-1-6-5-16,0 0 7 0,0 1-3 0,5 19 2 15,-5-20 1-15,0 1-1 0,-3 15-2 0,3-16-5 16,0 0 0-16,-7 20-1 0,7-20 2 0,0 0-3 0,-11 19 2 16,11-19-3-16,-1 0-8 0,-13 19 6 0,14-19-2 0,0 0 5 15,-17 17 2-15,11-11-4 0,-1-1 1 16,2 0-1-16,0 1 6 0,1-2-8 0,4-4 0 16,-1 0-3-16,0 1 1 0,1-1-4 0,-14 16 2 0,14-16-3 15,0 0 0-15,0 1-3 16,0-1 1-16,0 1-1 0,-6 17 2 0,6-18 2 15,0 0-3-15,0 0 2 0,0 1 0 0,9 15 5 0,-9-16 0 16,0 1 2-16,1-1-5 0,20 17 3 0,-13-13-4 16,0 0 2-16,2 1-6 15,0 0 5-15,0-1 0 0,2 1 2 0,-1 0-7 16,0-2 6-16,1 2-1 0,-1-1 4 0,1 1-7 0,-1-3 2 0,-1 2-2 0,-1-2 2 16,-1 0-11-16,1 0-65 0,-1-1 2 15,-2-1-28-15,1-1-48 0,0-2-107 0,-2-2-51 16</inkml:trace>
  <inkml:trace contextRef="#ctx0" brushRef="#br0" timeOffset="3394.17">3242 2543 2446 0,'0'0'105'0,"0"0"-111"16,0 0-23-16,0 0-14 0,0 0 10 0,0 1 10 16,0-1-1-16,-7 20 3 0,7-20 9 15,1 16 9-15,-1-6 2 0,-1-1 1 0,-1 0-8 16,-1 1 12-16,3 0-1 0,-3-1 7 0,2 2 5 16,1-2 9-16,-2 1-3 0,1-1 5 0,0 0-9 0,1-1-2 15,0 0-6-15,0-1 4 0,0-7-1 0,0 0-11 16,5 17 6-16,-5-17-7 0,0 0 7 0,0 1 5 0,1-1-4 15,17 10 4-15,-18-10-10 0,0 0 4 0,18-3-1 16,-18 3 1-16,1 0 1 0,18-11-4 0,-19 11 0 16,1-1-1-16,16-13 3 0,-17 14-1 0,11-14 3 15,-6 6-4-15,-1 1 2 0,0-1 0 16,0 1-3-16,0 0 1 16,-1-2 5-16,0 0 4 0,0 1 7 0,-2-2-3 0,0 1 1 0,0-1-1 0,-1 0-3 15,0 0 2-15,-1 1-3 0,-1-1-3 0,-1 1 2 16,0 1-2-16,0 0-6 0,-1 1 6 0,-1 1-1 0,0 1 3 31,-2 0-4-31,-1-1-4 0,0 1-4 0,1 2 1 16,-1 0-9-16,1 0 3 0,0 2-4 0,0-1 2 15,1 0-8-15,1 2-3 0,5 0 0 0,0 0-4 0,-1 0-22 16,-15 0-7-16,16 0-13 0,0 0 2 16,-1 0-59-16,1 0-69 0,-1 0-16 0,1 0-34 0,0 0-236 0</inkml:trace>
  <inkml:trace contextRef="#ctx0" brushRef="#br0" timeOffset="4157.64">3712 2474 1608 0,'-6'-2'246'0,"6"2"203"0,-1 0 212 0,0 0-644 16,1 0-120 0,0 0-13-16,-17-8 6 0,17 8-5 0,0 0 26 0,-1 0 44 15,1 0-3-15,-20-7 19 0,20 7 13 0,0-1 20 16,-19-10 5-16,19 11 8 16,-12-11 38-16,6 4 16 0,0 0-4 0,0-2 4 15,0 1-25-15,1 0-18 0,0-1 0 0,-1 1-9 16,1 0-11-16,-1 2-11 0,1-1 3 0,0 1-8 0,-2 2 2 0,1 0-7 15,-1 2-1-15,2-1-1 0,-2 1-1 0,1 2 0 16,0 0-3-16,6 0 2 0,0 0 0 0,-1 0-6 0,-15 10 4 16,16-10-4-1,0 1 12-15,-10 15 4 0,10-16-1 0,0 1 2 0,-7 20 4 0,5-12 2 0,2 1 0 16,-2 0 0-16,2 0-6 0,2 2 4 16,-2-1-1-16,2 2 3 0,1 0-3 0,-1-1 0 15,2-1 2-15,0-1-1 0,1 1 5 0,2 1-3 0,0 0 1 16,1 1-1-1,1-2 14-15,0 1-11 0,1-2 6 0,-1 1-8 16,1 0-1-16,-1-1 8 0,-1 1-5 0,-1-1 8 16,0 0-11-16,0 1 2 0,-1-1 1 0,0 1-1 15,0-1-2-15,-1 0 6 0,0-1-6 0,-3-1 6 16,1 1-3-16,-1-1 2 0,-1 1 4 0,0 0-2 0,-1 0 1 0,-1-1-1 16,0 0 0-16,-1-1 0 0,-1 1 5 15,1 0-2-15,-3-1 3 0,-2-1-4 0,1 1 7 16,-4-2-6-16,1 0 1 0,1 0-3 0,-4-1 1 15,0 0-2-15,-1 0 4 0,0-1-2 0,-2-2 11 16,1 0 2-16,2-1-5 0,-1-2 4 0,1 0-12 0,-1-1 3 16,2-1-2-16,2-1 2 0,1-1-5 0,1 1 5 0,1-2-5 15,2 1 4-15,1-1-10 0,1-1-3 0,0-1 1 16,1 2-4-16,1-2-10 0,1 0 2 16,1 0 0-16,2-1 3 0,-1 1 11 0,3 1 1 15,0 0 0-15,1-1-1 16,1 1 1-16,2-1 0 0,0 0-1 0,2 0 0 0,-1 1-4 0,2 0 1 15,0 0 1-15,-1-1 0 16,0 1 4-16,1 0-2 0,-1-1-1 0,0 1 0 16,0 0-1-16,0 0-6 0,-1 0 4 0,0 0-5 15,-2 0 8-15,1 1 0 0,-2 0 0 0,1 2 1 0,-1-1-1 0,-1 2-5 16,-2-1-2-16,1 1-3 16,-6 4-26-16,0 0-80 0,1-1-8 0,0 1-31 15,-1 0-90-15,0-1-175 0</inkml:trace>
  <inkml:trace contextRef="#ctx0" brushRef="#br0" timeOffset="4502.41">3828 2343 2962 0,'0'0'65'0,"0"0"-50"16,13 13-62-16,-5-4 26 0,2 2 1 0,1 3 9 0,0 2 10 0,-1 2-8 0,0-1 3 0,-1 3-3 16,0-1 10-16,-3 0 0 0,1 0 3 0,-1 0-4 31,-3-1 5-31,1 1-1 0,-3 1 2 0,0-1-1 16,-1 0-5-16,-1-1 0 0,0 2 0 0,-1 0 3 15,-1-1 1-15,-2 0 2 0,0 1-2 0,-2 1 3 16,-2 2-1-16,1 2 0 0,1-2 4 0,-2-1-3 0,1 0-5 15,-1-4-4-15,0-1-20 0,1-1 6 0,0-3-70 16,-2 0-18-16,0-1 2 0,0-3-7 0,0-1 8 16,0-4 30-16,0-2-8 0,2-2 14 0,1-2-11 0,3-1-67 15,1-3-9-15,0-5-35 0,3-3-173 0</inkml:trace>
  <inkml:trace contextRef="#ctx0" brushRef="#br0" timeOffset="4723.55">4108 2512 1801 0,'0'0'299'15,"0"0"-75"-15,0 0 74 0,0 0-244 0,20-5-65 16,-9 8 22-16,2 0 0 0,-1 1 7 0,2 1-15 16,0-1 2-16,-2 1-3 0,2 2 2 15,-1 1-5-15,0 0 0 0,-1 0 4 0,-1-1-2 16,-1 0 3-16,0-1 4 0,-1 0-5 0,-2-2 5 15,0-1-3-15,-7-3 11 0,0 0-4 0,16 6 6 0,-16-6-11 16,0 0-4-16,1 0-10 0,-1 0-3 0,1 0-86 16,0 0-73-16,15-8-19 0,-16 8-21 0,0 0-106 0</inkml:trace>
  <inkml:trace contextRef="#ctx0" brushRef="#br0" timeOffset="4971.99">4139 2718 2688 0,'0'0'20'0,"0"0"-55"0,0 1-1 16,19 14-10-16,-9-11 55 0,0 0-9 0,1 0 4 0,0 1-7 16,1-2 9-16,0 2-3 0,1-1 1 0,-1 0-3 15,-1 0 2-15,0-2-2 0,-2 2 3 0,0-4-2 16,0 0 5-16,-1 0 3 0,0 0 0 0,0-1-1 15,-1-2-10-15,-1 2 0 0,1-4-3 0,0 1-4 16,0 2-82-16,0-4-120 0,-1 2-34 0,0-1-46 0,1-2-324 16</inkml:trace>
  <inkml:trace contextRef="#ctx0" brushRef="#br0" timeOffset="5322.27">4618 2452 2820 0,'0'0'139'16,"0"0"293"-16,0 0-494 0,0 1-8 0,-2 15 8 0,5-6 0 15,1 2 51-15,-2 2 2 0,0 1 2 0,-1 1 1 16,0 0 9-16,-1 2-1 0,0 0 0 0,-1 0-2 15,-1 0 0-15,0 0 6 16,-1 0-6-16,1 0 7 0,0 1-5 0,0-1 2 0,0 2 4 16,0 1-3-16,-1 1 1 0,1 3-1 0,-1 1-1 0,0 1 1 15,0 0 1-15,-1-2 1 0,2-1-4 16,-1 0 2-16,0-3-5 0,1 0 4 0,0 0 2 0,0-3-2 0,0-1-3 16,-2-3 2-16,2-2-5 0,-1-1 2 0,1-1-22 0,-1-4-20 31,0-1-4-31,3-5-9 0,-1 0-54 0,1 0-23 0,0 0-8 15,-1 0-2-15,-15-2 3 0,16 2-33 0,-6-15-11 0,4 2-19 0,-1-1-119 0</inkml:trace>
  <inkml:trace contextRef="#ctx0" brushRef="#br0" timeOffset="5676.05">4571 2381 1346 0,'0'0'217'0,"0"0"867"16,0 0-1113-16,0-1-35 0,0 1 1 0,18-3-6 16,-8 6 44-16,2 2 6 0,0-1 4 0,-1 3-1 0,1 1 9 15,0 0 3-15,1 0 0 0,-1 1 0 0,1 0 3 16,-1 0 4-16,0 1-1 0,-1-3 3 0,-1 1 4 16,0-1 15-16,-1-1 0 0,-2 0 3 0,1-2-1 0,0 0-8 15,0 0 1-15,-1 0-3 0,0 0-1 0,-1-1-7 31,-6-3 3-31,0 0-3 0,1 0 2 0,-1 1-2 16,0-1-4-16,16 17 3 0,-16-17-3 0,0 1-4 0,-7 15 3 0,3-8-3 0,-2-1 5 0,-1 2 0 31,-2 0 5-31,-1 1-2 0,-1 1 2 0,-2-2 1 0,-1 1-6 16,0 0 3-16,-2-1-2 0,-1 0-11 0,1-1 7 16,0-1-8-16,1-1 0 0,0-1-54 0,2 0-7 0,0-2-22 15,-1 0-70-15,2-1-73 0,-1-1-13 16,1 1-43-16,2-1-293 0</inkml:trace>
  <inkml:trace contextRef="#ctx0" brushRef="#br0" timeOffset="6007.27">5099 2448 3093 0,'0'0'132'0,"0"0"-181"16,0 0 10-16,-19 13-62 0,14-4 46 0,-2 3 12 0,-2 1 8 0,-2 2-1 0,-3 3 19 16,0 0 11-16,-1 2 4 0,2-1 1 0,-1-1 7 15,2 0-1-15,1 0-2 0,0 0 1 16,2 0 3-16,-1 1 4 15,2 1 2-15,-1 2 0 0,1 2-6 0,1 2-5 0,0 3 0 16,1 2-2-16,-1 1 8 0,4 0-8 0,0 1 0 0,2-1-2 16,1-1 2-16,3-2-3 0,1-3 3 0,3-4-7 0,1-2-34 0,1-5-60 31,2-2 9-31,1-3-24 0,0-3 7 0,4-4-34 16,1-3-16-16,2-3-14 0,4-4-140 0</inkml:trace>
  <inkml:trace contextRef="#ctx0" brushRef="#br0" timeOffset="6559.51">5685 2308 2293 0,'0'0'207'16,"0"-1"-103"-16,-1 1 102 0,0-1-324 0,1 1 34 0,0 0 0 15,-1 0 57-15,1 0 0 0,0 1 6 0,-9 18 5 16,4-15 7-16,5 6 0 0,-1 0 4 0,0 2 23 15,0 3 4-15,-1-1 7 0,1 3-5 0,1 2 5 0,-1 2-5 16,0 1 0-16,1 1-2 0,-1 2-2 0,-2 1-1 16,2 2 1-16,-2 3-2 0,-1-1-5 15,0 1-2-15,0-1-3 0,0-5 2 0,2 0-1 0,-2-3-4 0,3-1 2 16,-1-2-3-16,0-3 1 0,2-3-13 16,-3-1-7-16,2-4-6 0,1-8-43 0,0 1-39 15,0-1-6-15,0 0-13 0,-1 0-32 0,1 0 25 0,0 0-19 16,-11-12 14-16,10 1-79 0,1-2-360 0</inkml:trace>
  <inkml:trace contextRef="#ctx0" brushRef="#br0" timeOffset="7122.71">5715 2261 2788 0,'0'0'41'0,"0"0"-94"16,0 0-3-16,1 0-22 16,17 7 51-16,-10-4 14 0,2 1 5 0,0 0 1 15,1 0 3-15,3 1 3 0,-1 0-2 0,0-2 3 16,1 0 1-16,-1 1-1 0,0-3 3 0,1 1-3 0,2 1 2 0,-3-2 7 16,1 2-2-16,-3-2 4 15,-1 1 2-15,-2 0 4 0,0 2-1 0,-2-1 2 16,-6-3-5-16,1 0-3 0,-1 0 0 0,0 1-2 0,1-1 1 15,11 18-7-15,-12-18-2 0,0 0-2 0,-10 17-13 0,4-11 3 0,-3 2 1 16,0-1-1 0,-1-2 0-16,-1 1 2 0,-2-1-2 0,-1 0 1 15,0-2-2-15,1 1 4 0,-1-1 1 0,1 0 1 16,-1-1 5-16,-1-1 6 0,0 0-3 0,0 0 7 16,1 0-1-16,1-1-6 0,1 1 3 0,1 0-4 0,0-1 3 0,2 2-6 15,-1-1 3-15,2 1-3 0,1-1 3 16,1 0 5-16,0 0-5 0,6-1 3 0,0 0-3 15,0 0-7-15,0 0 3 0,-1 0-3 0,1 0 4 16,0 1 0-16,0-1 0 0,-1 17-1 0,1-17 4 16,1 1 4-16,11 16 1 0,-6-10 1 0,-1 1 1 0,2 1 7 15,0 0 0-15,2 1 3 16,-1-1 1-16,1 3-1 0,1 1 0 0,-1 1-1 16,1 0-3-16,-1 0 6 0,1 0 2 0,1 0 1 15,-2 0 1-15,0-1-10 0,1 1-4 0,-3-2-2 0,1 0-5 0,0-1 1 16,-1-1 3-1,1-1-2-15,-2 0 1 0,1-3-1 0,0 1-3 0,1-3 1 16,1 0-2-16,-1 0-6 0,-1-1-1 0,1-2-5 16,-8-1-36-16,0 0-16 0,0 0-7 0,20-4-1 15,-20 4-16-15,0 0-54 0,0-1 1 0,0 1-25 16,10-16-54-16,-10 15-246 0</inkml:trace>
  <inkml:trace contextRef="#ctx0" brushRef="#br0" timeOffset="7458.36">5932 2498 2391 0,'0'0'411'0,"0"0"-366"0,0 0 17 0,0 0-91 0,0 0-62 0,0 0 58 16,0 0-5-16,16 7 23 0,-16-7 2 0,1 0 7 15,19 9 0-15,-19-9 2 0,15 4 4 0,-7-2 6 0,0 0 8 16,1 0 3-16,0-1 52 0,0 0-4 16,0-1 0-1,2 1-5-15,-1-1-37 0,3 0-9 0,-1 0-3 16,2 0-1-16,-1 0-4 0,-1 0-1 0,-1 0-1 0,0-1-1 16,-3-1-3-16,1 3-1 0,-2-2 0 0,-1-1 0 15,1 3 5-15,-8-1 0 0,0 0 1 0,1 0-5 16,-1 0-19-16,0 0-55 0,1 0 0 0,-1 0-21 15,1 0-29-15,0-1-25 0,-1 1-3 0,0-1-10 16,8-15-15-16,-8 16-18 0,0-1-12 0,-4-18-11 0,3 10-132 16</inkml:trace>
  <inkml:trace contextRef="#ctx0" brushRef="#br0" timeOffset="7943.95">6208 2326 1924 0,'0'0'221'0,"0"0"-170"0,0 0-1 0,0 0-46 0,16 6 46 0,-16-6 2 16,15 8-7 0,-6-4 1-16,-1 2-21 0,0 1 16 0,2-2 3 15,0 3 2-15,1-2-7 0,2 0 4 0,0 1 3 16,1-1 2-16,0 1 5 0,-2-1-9 0,0 1-5 0,0-1-1 0,-2 1-14 16,0-1-5-16,-1 0-2 0,-2-1 0 15,-1 2-4-15,-1-1-1 0,-1 2 0 0,-1-2 0 16,0 0-5-16,-1 1-2 0,-1-2 1 0,-1 2-2 15,0-7 7-15,0 0-6 0,-5 17 0 0,5-17-3 0,0 0 8 16,-12 18-10-16,5-13 5 0,0 2-6 0,-2-1 5 16,-1 0-10-16,0-1 3 0,-3 1-6 0,1 0 2 15,-3-2 3-15,0 1 3 0,-1-1 1 0,3 1 7 16,1-1-5-16,1 1 1 0,3 1-3 0,0-2-4 0,1 1 3 16,0-1 1-16,1 1 0 0,0-1 6 0,2 0-7 15,4-4 2 1,0 1-4-16,0-1 3 0,0 1-1 0,-6 17 0 15,6-18 0-15,0 1 3 0,0-1-4 0,0 0 2 0,13 19-4 0,-13-19 5 0,1 0-5 16,-1 0 4 0,21 15-5-16,-21-15 5 0,0 0-1 0,23 11-2 0,-13-8 3 15,1 1-6-15,2 1 4 0,0-2-3 16,-1 1 4-16,1-1-11 0,-2 1 12 0,-1-1-6 16,-1 0 6-16,0-1-9 0,0 0-35 0,-1 0 2 0,0-2-17 15,-1 1-22-15,-1-2-24 0,1-2-3 0,-1 0-9 16,0-2-44-16,2-1-53 0,-2-2-6 0,0-2-27 15,2-2-153-15</inkml:trace>
  <inkml:trace contextRef="#ctx0" brushRef="#br0" timeOffset="8355.79">6512 2440 2753 0,'0'0'48'0,"0"0"-89"0,0 1-7 0,-9 20-14 16,7-11 57-16,1 2 4 0,-3 0 2 0,3 1 0 0,0 3-2 0,0-3 1 31,0 2-2-31,-1 1 2 0,2-2 3 0,-1 2 2 0,1-2 3 16,0-1-1-16,0-1 6 0,1-1 6 0,0 0-8 16,1-2 6-16,1-1-11 0,1-3 1 0,1 0 10 15,0-3-5-15,2 0 11 0,1-1-10 0,0-2-3 0,3 0-2 16,2-2-8-16,-2-2 2 0,2-1-3 0,0-1 3 15,-2-1-1-15,-1-2-1 0,1 0 0 0,-2-1 0 16,0 1 0-16,1-3 3 0,-2 2 3 0,-1 0-2 16,-1-2 5-16,-2 2 0 0,1-2-2 0,-2 2 0 0,-1-1-5 15,1 0 3-15,-2 1-2 0,-1-1 2 16,0 1-6-16,-1-1 1 16,-1 1-2-16,0 0 2 0,-1 2 0 0,0 0 6 0,-2 1-4 0,-1 0 4 0,-1 2-9 15,0 1-2-15,-2 1-1 0,0 1-1 0,0 1 5 0,1 1-12 16,-1 1 12-16,0 0-11 0,-1 1 10 15,1 1-7-15,0 0 0 0,0 1-2 0,-1 0-2 16,2 0-31 0,-1 1-8-16,2 0-10 0,0 0-47 0,1 0-39 0,3 1-6 15,3-5-18-15,0 0-68 0,0 0-183 16</inkml:trace>
  <inkml:trace contextRef="#ctx0" brushRef="#br0" timeOffset="8806.06">6804 2414 2500 0,'0'0'150'0,"0"0"-154"16,0 0-20-16,0 1-27 0,4 18 39 0,-4-19 7 0,0 16 1 0,0-6 2 15,0 0-5-15,-1 1 8 0,0 1-1 0,1-2 3 16,-2 2-1-16,2-2 6 0,-2-1 6 0,2 3 0 0,-1-1 25 0,1 2-5 15,0-1 2-15,0 1-4 0,0-1-6 0,0 1-7 16,1-1-1-16,1 0-2 0,-2-2-5 0,2 0-4 31,-1-1 1-31,1-2-1 0,-2-7 6 0,0 0 7 16,1 1-4-16,0-1 4 0,15 18 1 0,-16-18-7 16,0 0 3-16,1 0-5 0,19-9-10 0,-20 9 3 15,1 0 0-15,16-15 3 0,-9 7 0 0,-1-1 3 0,0 0-4 0,-1-1 4 0,1-1-4 16,-2 0 5-16,1-1-1 0,-1-1 0 0,-1-1 3 15,1 1-3-15,-2-2-1 0,1 1-1 16,0 1-2-16,-3-2-7 0,2 1 5 0,-3-2-5 16,1 0-3-16,0 0 0 0,-1 0-4 0,-2 2 3 15,2 2 1-15,-4 1 5 16,0 1-2-16,-1 0 0 0,-1 3-14 0,0 0-9 0,-3 2-1 0,0 2-3 16,-1 0-8-16,-1 3 4 0,0 1-1 0,0 1-1 0,0 1-46 15,-1 2-66 1,-1 0-19-16,-1 3-19 0,0 0-111 0</inkml:trace>
  <inkml:trace contextRef="#ctx0" brushRef="#br0" timeOffset="9437.34">5440 2891 255 0,'0'0'959'0,"0"0"-403"0,0 0 500 16,0 0-1123-16,0 0 2 0,0 0-29 0,0 1 58 0,20 11 23 0,-11-8-7 0,1 0 11 0,-1-4 11 0,6 3 6 0,2-1 2 0,1 0 17 16,-1-1 15-16,0-1 2 0,2 1 6 0,0 0 17 15,1-1-6-15,1 1-8 0,2-1 1 0,0 1-16 0,2 0-5 16,0 0 0-16,1 0-4 0,-1-1-9 15,-1 0-2-15,3 1 3 0,0 0-4 0,2 0-4 0,1-1-2 16,1 0 0-16,-1 1 0 0,-2-1 9 0,1 0 1 16,2 1-3-16,1-2 2 0,1 1-2 0,1 0-4 15,-2 0 0-15,-3 0-3 0,1-1-6 0,0 0 6 16,1 0-1-16,1 0 1 0,-2 0 0 16,-2 1-3-16,-2-1 0 0,-1 0-1 0,0 3 4 15,1-2-7-15,2 0 4 0,-1 1-6 16,1-2 5-16,-1 1-5 0,-3 0 0 0,-1 0-1 0,0 1 2 0,-1-1-3 0,0 1 1 0,0-2-1 15,0 1 0-15,-1-1 1 0,-2 0-2 0,-2 1 1 16,-1 1-1-16,-1-1 0 0,-1-1 3 0,0 0-2 31,-2 1 0-31,-1 0-3 0,-1 0-1 0,0 0 0 16,-3 0 4-16,0 0-41 0,1 1 3 0,-1 0-21 16,-1-1-20-16,-6 0-16 0,1 0-2 0,0 0-8 0,-1 0-24 0,0 0-14 0,0 0 8 15,0 0-7-15,0 0 17 16,0-1-10-16,0 1 0 0,-17-11-4 0,6 8-11 15,-1 2-133-15</inkml:trace>
  <inkml:trace contextRef="#ctx0" brushRef="#br0" timeOffset="10079.74">6400 2975 2412 0,'0'0'119'0,"0"0"274"16,0 0-530-16,0 0 41 0,0 0-10 0,0-1 34 0,0 1 70 16,0-1 0-16,0 1 2 0,0 0-1 15,0 0 1-15,0 0 7 0,0 0 2 0,0 0 6 0,0 0 27 0,0 0 13 16,0 0-5-16,-1 1 4 0,0-1-25 15,-9 16-14-15,10-16 0 0,0 1-6 0,0-1-6 0,-8 21 1 16,5-13-2-16,0 2 2 0,0-1-3 16,0 2-4-16,0 0 2 0,0 2-4 0,0 2 8 0,-2-1 7 15,1 2-2-15,0 1 4 0,1 2 1 0,0-1-4 16,1 1 4-16,0 0-4 0,1 0 4 0,0 1-7 16,0 0 2-16,1-2-3 15,0-1-4-15,2-1 6 0,0-1 2 0,1 0 1 0,1-1 7 0,0-2-3 0,1-1-4 16,0-1 2-16,0 0 1 0,0-1-5 15,1-1 5-15,0-1-5 0,0-1-4 0,0-2 0 16,0 0-4-16,1-3 2 0,-1-1-6 0,1-1 2 0,0-1 1 0,0-2-1 31,-1-1 0-31,1 0 8 0,1-2 1 0,-1-1 4 16,1-1-6-16,0 1-1 0,-1 0-3 0,2-1 2 0,-3-1-4 0,3 1-2 16,-2-2 0-16,0 1-1 0,-1-1 3 0,0-1 2 15,0 1-1-15,0-1 1 0,-1 1-4 0,0 0 3 16,-2 0 7-16,-1 1-1 0,0 0 4 15,-1 1 1-15,0 1-4 0,-3-1 3 16,0 1-3-16,-1 1 4 0,-1 0-1 0,1 1 2 16,-3 2-5-16,0 0-6 0,0 1 1 0,-3 0-2 0,-1 0 5 0,-1 1-2 15,-1 2 1-15,-2 1-1 16,0 1-2-16,-1-1 3 0,0 1-2 0,2 0 2 16,-1 1 4-16,2 1-15 0,-1 1 4 0,-1 3-9 15,1-1 5-15,-1 1-3 0,1 0-5 0,1-1 1 0,2 0-21 0,1-2-17 16,3 1-3-16,0 0-8 0,0-2-48 0,6-4-78 0,0 0-28 15,-1 0-37-15,1 0-322 0</inkml:trace>
  <inkml:trace contextRef="#ctx0" brushRef="#br0" timeOffset="11216.71">7302 2684 1782 0,'0'0'202'15,"0"0"9"-15,0 0-12 0,0 0-162 0,0 0-77 0,0-1 31 16,-1 1 1-16,0 0 9 0,1 0 3 0,0 0-2 15,0 1 3-15,0-1-1 0,0 1 10 0,3 15 5 16,-3-16 3-16,0 0 2 0,0 1 12 0,16 12 7 16,-16-13-5-16,16 8 4 0,-7-5-11 0,1 1-3 15,1-2-1-15,1 1-1 16,-1 2-6-16,1-1-5 0,2 2 5 0,-1-1-5 0,1-2-2 0,-1 3-2 0,0-1-3 16,-1-1 2-16,-1 2-1 0,0-1-2 0,-2-1 4 0,0 1-3 15,-1 0 2-15,0-1-3 0,-1 0 0 16,-2 1-1-16,0-1-6 0,-5-4 6 0,0 0-5 0,1 0 6 15,0 1-7-15,11 18-1 0,-12-19 0 0,0 0 0 32,0 19 1-32,-4-11 0 0,0 0 0 0,-2 3 1 15,0 0 3-15,-3 0-2 0,0 4 3 0,-1-3-2 16,-2 1 3-16,0 0 8 0,-1 1-2 0,1 0 3 0,-2 0-2 16,1 1-5-16,0-2 4 0,0-1-5 0,2 1 2 15,0-1 2-15,4 0 0 0,-1-1 1 0,-1 0-10 16,3 0 5-16,0-1-5 0,1-2 6 0,1 0-6 0,1-1-34 15,3-7-3-15,0 1-15 0,0-1-45 0,-6 16-60 16,6-16-7-16,0 0-24 0,0 0-94 0,0 0-414 16</inkml:trace>
  <inkml:trace contextRef="#ctx0" brushRef="#br0" timeOffset="11940.49">7973 2332 2346 0,'0'0'99'0,"0"0"-56"0,0 0-10 0,0 0-59 0,1 0-22 0,-1 0 44 16,21-6 2-16,-21 6 6 0,0 0 2 0,18 3-6 0,-18-3 2 15,1 0-2-15,23 4 13 0,-17-4-3 0,1 3 2 16,-1-2-1-16,-1-1 30 0,1 0 9 0,0 0 3 15,1 0-3 1,1 0-13-16,-1 2-5 0,1-1-3 0,-1 0-1 16,0 2-16-16,-1-1-7 0,1 1-1 0,-1 1-2 15,-2-1-2-15,0 2-1 0,-1 0 0 0,-1-1 0 16,-3-4 4-16,0 1 2 0,0-1-5 0,5 19 3 16,-5-19-2-16,0 1 2 0,-1-1 5 0,-10 18-3 15,11-18 8-15,-10 13-7 0,3-6-2 0,-1-1-3 0,-1 1-4 16,-2 0 4-16,-1 2 0 0,1-1 2 0,-1 0-5 0,0 1 8 15,2-2-3-15,-1 1 7 0,3-1-10 0,0 0 1 16,-1-2 4-16,1 0-1 16,0-1 11-16,0 2-10 0,2 0 3 0,0 0-5 0,0 0-5 0,0-2 7 15,0 2-4-15,1-1 7 0,0 0-3 0,1 1 2 16,0 0-1-16,1-2 1 0,3-4-1 0,0 1 2 16,0-1-2-16,0 1 2 0,-6 16-9 0,6-17 2 0,0 0 1 15,0 0 1 1,0 1 6-16,1-1-4 0,16 16 3 0,-17-16-3 15,1 0 1-15,20 6-3 0,-12-4-1 0,1-1 1 16,-1 0 2-16,2-1 2 0,-1 0-1 0,0 0 1 0,1 1-2 0,1-1-2 0,-2-1 1 16,2 1-1-1,-1 0-3-15,1-1 1 0,0 0 0 0,-1 1 3 16,1-1 3-16,-4 0-7 0,1 1 0 0,-2-1 0 16,0 0 3-16,-1 1-4 0,-6 0-3 0,0 0-4 15,0 0-30-15,17-4-64 0,-17 4 6 0,0 0-27 16,0 0-12-16,0 0-22 0,0-1-12 0,12-18-6 0,-12 19-77 15,4-16-226-15</inkml:trace>
  <inkml:trace contextRef="#ctx0" brushRef="#br0" timeOffset="12388.49">8300 2359 2768 0,'0'0'33'0,"0"0"-76"0,0 0 5 16,0 1-20-16,0-1 54 0,-8 21-5 0,6-14 4 16,-1 2-4-16,2 2 5 0,-1-2 7 0,0 2-3 0,0 1 6 15,-1-2 2-15,2 1-2 0,-1 0 2 16,-1-1-3 0,3 0-3-16,0 1 10 0,0-1-3 0,1 0 4 15,0 2-6-15,0-2-3 0,2 1-1 0,0-1 1 0,2-2 5 16,-1 0-3-16,1-1 2 0,1 0-3 15,-1-1 6-15,2-2-4 0,0-1 4 0,1-1-4 0,0-1 1 16,1-1-1-16,-1-1 1 0,1-1-1 0,0 0-5 16,-1-2 8-16,0 0-4 0,0 0 6 0,-1-1-4 0,1-2 2 15,-1 2 3-15,-1-3 0 0,0 1 4 0,-1-1 9 16,1-1-5-16,-3 1 6 0,2-1-14 0,-1 1-4 16,-1-1 3-16,-1 0-2 0,0-1 10 0,-2 0-10 0,1 0 5 31,-1-2-6-31,-2 0 5 0,1 0-4 0,-1-1-5 15,0 1 1-15,-1 1-16 0,1 1 3 0,0 1-2 0,-1 2 3 0,0 2-4 0,1 0-6 0,-1 1 0 16,3 4-2-16,0 0 7 0,-1-1-14 0,1 1 1 31,-19-8-9-31,19 8-36 0,0 0-31 0,0 0-8 16,0 0-8-16,-19 6-38 0,19-6-28 0,0 0-12 16,-1 0-10-16,1 0-81 0</inkml:trace>
  <inkml:trace contextRef="#ctx0" brushRef="#br0" timeOffset="13139.47">8796 2378 2449 0,'4'-3'257'0,"-4"3"-217"0,1 0-6 0,0-1-61 0,16-11 11 0,-17 12 20 16,1 0-6-16,-1 0 7 0,0-1-21 0,14-15 5 15,-14 16 1-15,0-1 4 0,0-16 17 0,0 17 19 16,0-1 2-16,-5-17 5 16,5 18-2-16,-6-16-10 0,3 5-2 15,-2 1-2-15,0 0-18 0,0-1 11 0,-2 1-8 16,0-1 8-16,-1 2-18 0,-2-2-5 0,0 2 0 0,-2 1-2 16,1 0-2-16,-2 1 1 0,1 1 2 0,0 1-1 15,-1 0 2-15,2 2 9 0,0 0-4 0,0 2 7 16,1 1-3-16,1 1-3 0,-1 0 0 0,2 2-2 15,0 1-1-15,1 0-3 0,1 0-2 0,0 2 0 16,2 0-7-16,0 1 9 16,2-1-5-16,0 2 7 0,1-1 1 0,1 1-3 0,0 0 3 0,1 0-4 15,2 0 3-15,1 0-2 0,-1 1 1 0,2-1-2 0,0 0-1 16,1 0 3-16,1 0-3 0,1 0 4 0,0 0 1 0,2 0 4 16,1 0 0-16,-1 0 0 0,2 1-5 0,1 1 6 15,-2-1-4 1,2 0 4-16,-1 0 1 0,1-1 0 15,0-1 4-15,0 0-4 0,-2 0 0 0,0 0 0 0,-1-1 1 0,-1 0-1 0,-1-1 5 0,-1 1-4 32,-1-1 3-32,-1 0-3 0,1 1-1 0,-3-1 4 0,0 1-5 15,-1 0 4-15,0-1-10 0,-1 2-2 0,-1-2 0 16,0 1 0-16,0-6 3 0,0 1-5 0,-7 16 4 16,7-17-3-16,0 0 13 0,-1 1-3 0,-20 19 0 15,13-14-1-15,0 1 1 0,-3-3-1 0,0 1 0 16,-1-1-1-16,-2-2-3 0,0 0 4 0,1 0-1 0,-2 0 2 15,2 0 0-15,1-1 0 0,-2-1 1 0,1 0 0 0,1-2 4 16,1 0 3-16,-1-2-1 0,2 0 3 0,1 0 1 16,1-1-2-16,1 0 5 0,2-1-3 15,0 1 6-15,2-1 0 0,0 0-4 0,1-1 2 0,0-1-9 16,2 1-5-16,2-1 0 0,0-2-1 0,3 0-4 16,0-1 7-1,1 0 0-15,2-1 3 0,0 0-4 0,1 0 7 0,0-1-2 0,2 1 2 0,0-1-4 0,-1 1-1 16,3 0-2-16,-1-1 0 0,1 3-13 0,0 0 4 31,0 1-1-31,-1 3 3 0,-1-1 5 0,-1 1-4 0,1 2-1 16,-4-1-2-16,1 3-3 0,-2 0-17 15,-6 2-2-15,1 0-8 0,-1 0-27 0,18-4-22 16,-18 4-12-16,0 0-5 0,1 0-47 0,-1 0-57 0,1 0-14 16,-1 0-46-16,0 0-394 0</inkml:trace>
  <inkml:trace contextRef="#ctx0" brushRef="#br0" timeOffset="13459.76">8887 2367 2406 0,'0'0'411'0,"0"0"-371"0,0 0 42 0,0 0-131 0,0 0-9 0,16 6 48 16,-16-6-6-16,1 0 17 0,18 12-9 0,-19-12 4 15,1 1 4-15,22 10 0 0,-13-7 10 0,1-1 0 16,1-1 3 0,0 0 0-16,0-1 26 0,-1-1-2 15,0 1-3-15,0-1-1 0,-1 0-22 0,0 0-4 16,0 0-1-16,-1 0-1 0,-1-1-5 0,-1 0 3 16,1 1 0-16,-2-1 2 0,0 0-3 0,2 1-2 0,-3-1 1 15,2 0-1-15,-1 1-4 0,-6 0 0 16,0 0-4-16,1 0 1 0,0 0-32 0,16-5-42 0,-17 5-10 15,0 0-12-15,0 0-42 0,0 0-29 0,0-1-7 0,0 1-11 16,1-1-59-16</inkml:trace>
  <inkml:trace contextRef="#ctx0" brushRef="#br0" timeOffset="14010.85">9264 2217 2323 0,'0'0'140'0,"0"0"382"0,0 0-625 0,0 0 20 16,0-1-6-16,0 1 21 0,0 0 57 0,0 0-14 15,0 0 7-15,1 0-10 0,17 8 17 0,-18-8 13 0,0 1-1 16,20 11 5-16,-20-12 6 0,0 0 18 0,23 7 1 15,-15-4 6-15,3 1 5 0,-1-1-5 16,0 1 0-16,0 0-4 0,1 0-16 0,0-1-8 0,2 1-3 16,-1 1-1-16,-1-2-5 0,1 3-3 0,-1-1 3 0,-2 1-3 15,-1-2 7-15,-3 1-4 0,0 0 2 0,0-1-2 16,-3 2-1-16,-2-6 2 16,0 1-4-16,2 16 3 0,-2-17-8 0,0 0 0 0,-9 20 3 0,2-11-2 15,-1 0 3-15,-3 0-6 0,-1-1 4 0,-2 1-3 16,0-1 12-16,-2 1-2 15,1-1-3-15,-1 0 2 0,2 0 0 16,0 0 1-16,1-1 4 0,0-1-2 0,3 0-1 0,-1-1 4 16,2 1-3-16,0-2 4 0,1 1-5 0,0 0 4 15,3-2 1-15,-2 1-1 0,2-1-2 0,5-3 2 16,0 0-1-16,0 0 1 0,0 0-2 0,-1 1-1 0,-7 15 0 16,8-16 0-16,0 0-6 0,0 0 4 15,1 0-1-15,16 7 2 0,-17-7 0 0,16 6-1 16,-7-5-1-16,2 2 0 0,1-1 0 0,0 0-2 15,2 1 2-15,-1 0-2 0,0 0 2 0,0 0-1 0,-1 0-3 16,2-1 2-16,-1 0 1 0,0-1-11 0,-1 2-13 16,-2-2-1-16,0-1-64 0,0 0-20 0,-2-1-3 15,0-1-6-15,1-1-19 0,-3-1-58 0,1-2-14 0,1 0-35 16,-1-3-273-16</inkml:trace>
  <inkml:trace contextRef="#ctx0" brushRef="#br0" timeOffset="14439.52">9624 2289 2491 0,'0'0'112'0,"0"0"229"16,0 0-420-16,0 0 44 15,-5 19-11-15,4-9 27 0,1 1 13 0,-3 2-1 16,0 2 3-16,-1-1-2 0,-1 2 6 0,2-2 8 15,0 0-4-15,1-1 5 0,0 0-13 0,0-2 15 0,1 0-7 16,0-1 10-16,1-1-9 0,1-3 4 16,1 1 6-16,0-1-2 0,1-2 1 0,-3-4-1 0,0 0-5 15,0 0 2-15,19 9-5 0,-18-9 0 0,-1 0 0 0,23-1-1 16,-13-1-2-16,0-2-1 0,2-1-1 0,-3-2 0 16,1 0-1-16,0 0 2 0,-1-1 2 0,1 1 1 15,-1 0 3-15,-1-1 1 0,-1 0 0 0,1 0 1 16,-3 0 0-16,1 0-6 15,-2 0 2-15,1 1-2 0,-2-1 4 0,-1 1-4 16,0-2-2-16,0-1 0 0,-1 1 0 0,1 0 4 16,-1 0-4-16,0 0 2 0,-1 1-14 0,-1 0 8 15,0 1-3-15,-3 1 4 0,0-2-3 0,-3 1-13 16,0 0 7-16,0 2-9 0,-1 1 17 0,-1 0-2 16,0 0 4-16,1 1-4 0,0 2-2 0,0 0-31 15,1 1-6-15,1 0-10 0,-1 0-38 0,2 0-35 16,-2 2-6-16,2-1-15 0,-1 0-62 0,6-1-97 15,0 0-98-15</inkml:trace>
  <inkml:trace contextRef="#ctx0" brushRef="#br0" timeOffset="14890.83">9929 2301 3055 0,'0'0'38'0,"0"0"-120"0,0 0 5 0,0 1-28 0,8 17 97 31,-8-17-4-31,1 15 1 0,-2-4-1 0,-2 0-6 0,2-1 12 16,-2 0-1-16,1-1 6 0,-1 0 4 0,0 0 4 15,1 1 1-15,0-1 2 0,0-1 3 16,0 1-3-16,1-1 0 0,0 0-1 0,1 1 4 0,0-1-4 15,0 0-1-15,1-2 0 0,0 0-3 0,1-3-2 16,1 2 5-16,-3-6-3 0,0 1 13 0,0-1-8 16,0 0 2-16,19 11-4 0,-19-11 4 0,0 0-6 0,19-3-2 15,-19 3-1-15,17-5 2 0,-8 2-1 0,2-1 3 0,0-2-3 16,-2-1 0-16,2 0 5 0,0 1 0 0,-1-1 1 16,0-1-3-16,-1 0 6 0,-1-1-4 15,0 0 5-15,0 0-8 0,0-1-1 0,-1 0-3 0,-2 0 2 16,1 0-4-16,-1-2 7 0,-1 1-4 0,0-1 4 15,-1 1-17-15,-1-1 9 0,-2 0 1 0,0 3 2 16,0 0-2-16,-4 2-8 0,-1 1-1 0,-1-1-3 31,-3 0-18-31,-1 0 4 0,-1 1-7 0,-2 1 7 0,-1 1 3 16,1 2-31-16,-2 0-9 0,1 0-13 16,1 1-71-16,-2-1-33 0,1 1-12 0,-1 1-15 0,0-2-130 0</inkml:trace>
  <inkml:trace contextRef="#ctx0" brushRef="#br0" timeOffset="15682.8">7955 2775 1776 0,'0'0'499'15,"0"0"-223"-15,-1 0 254 16,1 0-616-16,-1 0 24 0,1 0-6 0,0 0 55 0,-1 0-1 15,1 0 7-15,0 0-18 0,0 1 5 16,1-1 1-16,16 14 4 0,-7-12 26 0,0 0 25 0,1-1 5 0,1 0 6 0,2 0 10 16,-1-1-18-1,2 0 2-15,0 0-6 0,3 0 1 0,1 1-10 16,2-1 3-16,1 0-6 0,1-2-10 0,1 2-4 16,2-2-7-16,1 0 4 0,2 0-6 0,3 1-2 15,1-2 3-15,-1 1-1 0,2 1 0 0,-3-1 4 16,2 1-6-16,1 0 7 0,0-1 9 0,2 2-3 15,0-3 8-15,-1 1-8 0,1-1 4 16,1-1-5-16,2 4 1 0,0-3-3 0,1 3-2 0,-1-2-2 16,-1 0-2-16,4-1 1 0,-1 1-1 0,0 1-2 0,-2 0 2 15,0 0-2-15,1-1-2 0,0 0 2 0,1 0 3 16,-2 2 1-16,-2-2-3 0,0 0-1 0,1 2 0 16,0-3 0-16,1 2 6 0,-4-1-1 0,-1 1-5 0,-1 1 4 15,1-2-4-15,1 0 2 0,-1 0 0 0,0 0 1 16,-2 0 1-1,-3 0-4-15,0 0 3 0,0 0-3 0,-1 0 8 0,0-1-4 16,-2 1-1-16,-3 0 0 0,0 2-1 16,-3 0 1-16,1 0-2 0,-1-1 2 0,-2 0 3 15,2 0-4-15,-2-1 1 0,2 2-2 0,-2 0 2 16,-1-1-3-16,-2 0 2 0,-2 1-4 0,-1-1 5 0,-1 2-8 16,-1-1-4-16,-2-1-4 0,-1 0-29 0,-1-1-14 15,-6 2-6-15,0 0-4 0,0 0-40 0,1 0-63 16,-1 0-2-16,1-1-25 0,-1 1-60 0,0-1-167 15</inkml:trace>
  <inkml:trace contextRef="#ctx0" brushRef="#br0" timeOffset="16322.92">9321 2728 1625 0,'0'0'275'0,"0"0"-225"16,0 0 43-16,0 0-131 0,0 0-1 0,0 0 42 0,0 0 0 0,0 1 14 15,-1-1-5-15,-8 19-3 0,9-19-2 0,0 0 2 16,0 0 12-16,-9 20 17 16,9-20 7-16,0 1 3 0,-6 15 15 0,6-16-9 0,0 0 1 15,-8 17-5-15,8-17-12 0,0 0-3 0,-8 22-2 16,5-13 1-16,-1 1-13 0,1 1-6 0,-1 0 0 0,0 2-1 16,0 0 12-1,-2 0 1-15,1 2 0 0,0 1-1 0,-1 0-4 0,2 1-5 0,-1 0-2 16,1 0-1-16,0 2-3 0,2-1-4 0,0-2 5 0,1-1-5 15,1 0-4-15,0-2 5 0,2-1-4 0,1 0 6 16,0-3 13 0,1-1-6-16,0 0 2 0,2-2-5 0,-1 0 4 15,0-2-3-15,2 1 0 0,0-3-1 0,-1-2-2 16,1-1 7-16,1 0-3 0,0-1 3 0,1-1-19 16,1-3 0-16,0-1-4 0,-1 0 4 0,1-1-5 15,1 0 5-15,-2-1 1 0,1 0 2 0,-1-2-4 0,0 0 1 16,0 0 2-16,0 0 1 0,-1 1 6 0,-1-1-4 15,-2 1 5-15,0-1-3 0,-2 1 5 0,1-1-2 0,-1-1-4 16,-1 2 2-16,-2 0-8 0,0 1 2 16,0 4 2-16,-2-1 1 0,0-1-1 0,-1 0-1 15,-2 1 2-15,-2-1-1 0,-1 2 3 0,-3 0-15 16,2 2 4-16,-3 0-7 0,1 2 12 16,2 1-3-16,-4-2 0 0,3 2-4 0,0 1-12 0,0 0-7 0,0 0-4 15,1 1-1-15,1 0-21 0,2 0-39 0,0 0 3 16,1-1-17-16,5-1-29 0,-1 0-68 0,1 0-25 0,0 0-32 15,-1 0-279-15</inkml:trace>
  <inkml:trace contextRef="#ctx0" brushRef="#br0" timeOffset="17559.04">10341 2157 2153 0,'0'0'97'0,"0"0"-46"0,0 0-3 0,0 0-54 16,0 0-27-16,1 0 20 0,18 5-3 0,-19-5 6 15,12 12 10-15,-4-5 3 0,1 2-1 0,3 1 1 16,-1 0 3-16,-1 1 6 16,0 1 6-16,0 0-2 15,0 2 8-15,-1 1 7 0,1 0-4 0,-1 1 4 0,0 1-13 16,0 2-8-16,0 2 5 0,0 2-5 0,-2-1 5 16,-2 2-9-16,0 0 0 0,-2-1-1 0,0 2 4 0,-1 1-2 15,-2 1 3-15,-1 2-3 0,-2 0 1 0,-1 0-4 16,-3 1 0-16,-1 0-2 0,0-1 3 0,-1 2 4 0,-3 0-3 0,0 0 3 15,-1 0-6-15,-2-2 3 16,0 1 6-16,-1 0-2 0,-1-1 0 0,1 0 1 16,-1-1-8-16,-1 0 7 0,-1-1 2 0,0-1-3 0,0-2 5 15,-1 0-3-15,1-1 11 0,0 0-3 0,1-1-2 16,0-2 0-16,1-2-15 0,3-1 2 0,0-2 2 16,1-2 0-16,0-1 0 0,2-1-3 0,1-2-4 0,0-2 1 15,3-2-12-15,-1-1-67 0,1-1 3 0,7-3-30 16,0 0-25-16,0 0-99 0,-17-3-33 0</inkml:trace>
  <inkml:trace contextRef="#ctx0" brushRef="#br0" timeOffset="18705.59">3687 3749 2433 0,'0'0'136'0,"0"0"-57"0,0 0-15 0,1 0-78 0,17 1-52 0,-8 2 58 16,1 0-2-16,3 0 12 0,-1 0 1 0,-6-3-3 0,8 3 3 31,0 0-3-31,-1-1-3 0,-1 0 7 0,-2-1-1 16,1 0 5-16,-3-1-4 0,2 1 1 0,-2-2-4 15,-1 1 4-15,0-2 4 0,-1 0-2 0,1 0 0 16,-1 0-1-16,0 1-4 0,-7 1 0 0,0 0 0 0,0 0-2 15,17-9-34-15,-17 9-116 0,0 0-2 0,0 0-49 16,1 0-122-16</inkml:trace>
  <inkml:trace contextRef="#ctx0" brushRef="#br0" timeOffset="18973.93">3648 3956 2322 0,'0'0'149'16,"0"0"396"-16,-1 0-561 0,1 0-52 0,0 0 20 0,0 0-25 0,0 0 60 15,14 10 3 1,-5-7 0-16,3 0 1 0,2-1 3 0,0 0-6 0,2-1 7 0,-1 0-6 0,0-1 9 0,0-1 2 31,1-1 0-31,-1 0 1 0,-1 0 0 0,1-1 1 0,-2 0-1 0,-1-1 2 16,1 0-2-16,0-1 5 0,0 1-6 0,1-1 4 15,-2-1-16-15,1 0 6 0,1 1-23 0,-2-1 8 16,-1 0-106-16,0-1-62 0,0 0-21 0,-1 0-25 16,-2-1-195-16</inkml:trace>
  <inkml:trace contextRef="#ctx0" brushRef="#br0" timeOffset="19279.78">4239 3608 2367 0,'0'0'405'0,"0"0"-342"16,0 0 32-16,-1 0-102 0,1 1-40 0,-11 20 22 16,10-9-3-16,0 3 13 0,0 1 12 0,-1 2 6 0,2 0 0 15,-2 1 3-15,1 2-1 0,0 1-8 0,0 0 2 16,-1 2-3-16,1 1 4 0,0 0 7 0,0 2-2 15,-1 3 3-15,0-1-2 0,0 4-4 0,0 1 2 0,0 2-3 16,-1 0 2-16,1 1 0 0,-1 0-1 0,1-1 1 16,1-3-3-16,-1-2 6 0,1-4-4 0,-1-3 4 0,1-2-7 15,-1-6-4-15,1-2-12 0,0-4-1 0,0-2-75 16,1-8-43-16,0 0-16 0,0 0-14 0,0 0-106 16,0 0-63-16,-1 0-230 0</inkml:trace>
  <inkml:trace contextRef="#ctx0" brushRef="#br0" timeOffset="19625.88">4184 3591 2066 0,'0'0'464'0,"0"0"-388"0,0 0-79 15,0 0-53-15,12 3-18 0,-2 2 53 0,2 1-5 0,2 1 21 16,1 1 1-16,0 4 2 0,-1-1 1 0,1 1 0 16,0-1 4-16,1-2-2 0,1 1 3 0,-2 0-3 15,0-2 2-15,-3 0-1 0,1-1 1 0,-3 0 0 16,-2 0 9-16,-1-2 11 0,-2 1 5 0,0-1 1 16,-2-1 4-16,-3-4-9 0,0 1-2 0,0-1-1 15,7 18-6-15,-7-18-1 0,0 0-3 0,0 1 2 0,-5 18-1 16,5-19-8-16,-9 12 2 0,3-5-5 0,-2 0-3 15,0 0-21 1,-2-1 2-16,-3 1-10 0,-1-1-8 0,-2 0-6 0,0 1-3 0,0-2 2 0,0 0 7 0,2 0-6 31,1-2-5-31,1 0-6 0,1 0-66 0,1-2-157 16,0 0-66-16</inkml:trace>
  <inkml:trace contextRef="#ctx0" brushRef="#br0" timeOffset="19961.59">4642 3575 2553 0,'0'0'150'0,"0"0"-125"15,0 0-21-15,0 0-24 0,0 0-15 0,0 0 8 0,0 0 5 0,4 18-1 0,-6-10 14 16,-1 3 3-16,-2 1 0 0,-2 1 0 15,-1 3 4-15,-3-1 10 0,-1 0 6 0,1 1 3 0,-3-1 11 16,2 1 17-16,0 1-13 0,1 1 13 0,2 0-35 16,0 3-1-16,0 1-3 0,0 3 1 0,2 2-2 0,-1 3-5 31,1 1 2-31,3 3-3 0,0 0 2 0,4 3-2 0,0-1-2 16,4-2-2-16,-1-1 1 0,4-4 3 15,1-3-3-15,2-4 1 0,-1-3-15 0,4-3 0 0,-2-3 0 16,2-4 0-16,-1-3-5 0,1-3-47 0,-2 0-7 15,-1-3-17-15,0 0-40 0,0-4-22 16,0-3-25-16,-1-3-19 0,0-3-290 0</inkml:trace>
  <inkml:trace contextRef="#ctx0" brushRef="#br0" timeOffset="20228.8">4755 3610 2939 0,'0'0'93'0,"0"0"37"0,0 0-181 0,0 0-3 16,7 9 5-16,0 0 2 0,0 3 43 0,0 2 4 16,1 2-4-16,1 2 3 0,-2 1-1 0,1 0 2 15,-1 3 5-15,-1-2-1 0,-1 0 0 0,0-2 3 16,-1-2 0-16,0 0 0 0,-1-2-6 0,0-1 4 15,0-2-5-15,-1-1 6 0,-1-2-6 0,2-1-30 0,-3-7-8 16,0 0-13-16,0 1-63 0,0-1-74 16,0 0-1-16,1 1-27 0,-1-1-4 0,0 0-173 0</inkml:trace>
  <inkml:trace contextRef="#ctx0" brushRef="#br0" timeOffset="20693.08">5070 3618 1194 0,'0'0'184'0,"0"0"703"0,0 0-864 0,0 0 4 0,0 0-6 0,0 0 5 0,0 1-7 16,3 19-1-16,-6-11-1 0,-1 0 0 0,-1 2 1 15,-2 2 2 1,0-2 3-16,-3 3-2 0,0-1 1 0,-4 0 1 16,3 0-2-16,-3 0 1 0,3-1-4 0,0 0-9 15,1-3-1-15,0 2-3 0,0-2 3 0,1-2-14 16,-2 0-2-16,2-2-7 0,0-1-18 0,0-2 4 15,0 1-1-15,2-2 2 0,0-1-11 0,1 0-24 16,6 0 0-16,0 0-8 0,-1 0-1 0,0 0 1 0,-16-6 10 16,17 6-2-16,0 0 43 0,0 0 11 0,-1 0 3 15,1 0 2-15,0 0 4 0,0-1-1 0,0 1-3 16,0 0 1-16,0 0-2 0,0 0 9 0,0 0 0 16,0 0 5-16,0 1 11 0,0-1 9 0,5 22 1 0,-3-14 2 15,-1 1 8-15,1 2-6 0,-1-1 7 0,1 2-6 0,0 1 11 31,0 1 6-31,-1 1-3 0,1 1 4 0,-1 0-7 0,0 2-11 0,0-1 2 0,0 2-5 16,0 1 1-16,-1 1-4 0,0 1-1 0,-1-1-2 16,0 1-12-16,0-1 1 0,0 1-1 0,0-1 1 15,0 0-9 1,-1-1 2-16,1 0-3 0,-1-1 3 16,0-1-4-16,0-1-2 0,0-1 0 0,-1-2 0 0,2-2 7 0,-1-1-8 15,0-2 2-15,0-2-6 0,2-7-39 0,0 1-58 16,0-1-9-16,0 1-18 0,-1-1-55 0,1 1-66 15,0-1-32-15</inkml:trace>
  <inkml:trace contextRef="#ctx0" brushRef="#br0" timeOffset="21159.29">5169 3890 1429 0,'0'0'216'0,"0"0"283"0,0 0 212 0,0 0-646 0,0 0-141 0,0 1 20 15,0-1 3-15,17 18 11 0,-17-18 31 0,1 1 2 16,16 13-1-16,-17-14 3 0,15 9 12 0,-7-5-3 15,-1-1 5-15,0 0-4 0,-1 0 6 0,0-1 4 16,1 1 2-16,-1-1 2 0,0 1 18 0,0-1-9 16,1 1-1-16,-1-1-5 0,1 0-16 0,-1 1-3 15,1 0 5-15,0-1-4 0,0 2 7 0,-1-2-7 0,-1 2 0 16,-2 0-1-16,1 0 3 16,-4-4 3-16,0 0 1 0,0 1 1 0,6 17 7 0,-6-18 2 0,0 0 1 15,-3 18 0-15,3-18-4 0,0 0 0 0,-11 21 0 0,7-11 0 31,-2-1-2-31,-1-1-2 0,1 1-2 0,0-1 1 16,-1 1-3-16,1-1 0 0,-1 0-2 0,0 1 1 0,0-1-6 0,-1 1 2 0,-2-1-2 16,1 0 3-16,-2 0-2 15,1 1-1-15,1-1 1 0,0 0-1 0,1 0-2 16,-1-1-11-16,1 1-6 0,0-2-1 0,1 1-22 16,0-2-38-16,2 0 2 0,5-5-19 0,-1 0-38 15,0 0-45-15,1 0-21 0,0 1-13 0,0-1-127 0</inkml:trace>
  <inkml:trace contextRef="#ctx0" brushRef="#br0" timeOffset="23121.69">5848 3478 1535 0,'0'0'88'0,"0"0"187"0,0 0-272 0,0 0-7 0,-1 0-4 0,1 0 2 16,0 0 12-16,-1 0 2 0,0 0 5 0,1 0-4 16,0 1 2-16,-1-1 1 0,-12 18 1 0,13-18 2 31,0 1 28-31,0-1 16 0,-9 17-3 0,9-17 5 16,0 0-18-16,0 1-12 0,-8 19 2 0,8-20-5 15,0 1 2-15,-10 18-16 0,10-19 1 0,0 0-7 16,-11 22 2-16,8-13 7 0,-2-2-5 0,2 1 5 0,-2 1-8 15,2-2-2-15,-1 2 1 0,-1 0-2 0,2-1 1 16,0 1-6-16,0-1 4 0,1 0-4 0,0-2 3 0,0 0 1 16,0 0-3-16,1-1 3 0,1-5 4 0,0 1-6 15,0-1 8-15,5 17-6 0,-5-17 15 0,0 0-12 16,1 1 1-16,18 10-5 16,-11-9-6-16,1 0 2 0,0 0-2 0,2-2 2 0,0 1 2 15,1-1-3-15,1-1-1 0,0 1 0 0,0-1-2 0,2-1 4 0,-1 1 0 16,1-2 1-1,-1 0-1-15,0-1 3 0,-2 1-1 0,-1 0 2 16,0 0-2-16,-1 0-4 0,-1 0 2 0,-1 0-3 0,-1 0 3 0,-1 1-28 0,-6 2-9 16,1 0-9-1,0-1-40-15,16-8-11 0,-17 9-11 0,0 0-4 16,0 0-65-16,0 0-85 0,0-1-73 0</inkml:trace>
  <inkml:trace contextRef="#ctx0" brushRef="#br0" timeOffset="23399.86">5961 3500 2140 0,'0'0'427'0,"0"0"-354"15,0 0-15-15,0 0-104 0,-1 1-25 0,-6 18 42 16,7-10 0-16,-1 3 16 0,0 2 7 0,-1 1 5 15,0 0-4-15,0-1 5 0,-2 0 6 0,0 0-5 0,0 0 7 16,0 1-5-16,-1 0 5 16,1 0 0-16,0-1-2 15,0 1 2-15,-1-2-6 0,0 1 0 0,1-2-4 0,1 1 1 16,0-2-10-16,2 1-57 0,-1-1-3 0,-1-3-28 16,1 1-89-16,0-2-107 0,-1 0-64 0</inkml:trace>
  <inkml:trace contextRef="#ctx0" brushRef="#br0" timeOffset="23722.78">5588 3908 2759 0,'0'0'94'0,"0"0"78"15,0 0-244-15,0 0-24 0,0 0 12 0,15 11-6 0,-5-8 73 16,1 0 0-16,1 0 1 0,2-1-1 0,2-1-2 0,1-1 14 0,2-1 0 31,0-2 7-31,-2 0 32 0,2 1 25 0,-1-1-1 16,-1 1 8-16,1 0-14 0,-1-2-23 0,1 2-4 16,-1-1-7-16,3-1-17 0,-1 1 2 0,0 0 1 0,-1 0 0 15,-1 0-3-15,-1 0 0 0,-2 1 1 0,-2 0-1 16,-1 0 6-16,-2 1-9 0,0-1-2 0,-2 2-3 15,-1-1-1-15,-6 1-46 0,1 0-2 0,-1 0-20 16,1 0-49-16,15-4-13 0,-16 4-5 0,0 0-4 16,0 0-32-16,0 0-21 0,0 0-49 0</inkml:trace>
  <inkml:trace contextRef="#ctx0" brushRef="#br0" timeOffset="24274.22">5673 4028 2096 0,'0'0'354'0,"0"0"-206"0,0 0 46 0,0 0-162 15,0 0-92-15,1 0 23 0,13 13-11 0,-4-7 20 16,-1-4 13-16,2-1 0 0,1 1 12 0,1-1-7 16,1 0 29-16,0-1-7 0,0-1 2 0,0-1-4 15,-1 0 9-15,-3 1 7 0,1 0 2 0,-2 0 0 16,-1 0-10-16,0 1 4 0,-1-1-8 15,-1 1 7-15,1-1-8 0,-7 1-3 0,0 0 2 0,1 0-3 16,15-2 2-16,-16 2-8 0,0 0-4 0,0 0-4 16,0 0-33-16,0 0-5 0,0 1 2 0,-1-1 0 15,1 1 27-15,-23 16-2 0,14-13 3 0,-1-1-4 0,-1 2 0 16,-1 0 9-16,0 0 2 0,-1 2 3 0,0-1 9 16,1 1 7-16,1-1-6 0,1 0 6 0,0-1-13 0,2 1 0 15,1 0-1-15,0-1-1 0,2 1-6 0,0-1 4 31,1-1 0-31,4-4 2 0,0 1-6 0,0-1-5 0,0 1-2 0,0-1 1 0,0 17 7 0,0-17 1 16,0 0 2-16,0 0-1 0,21 6 5 0,-21-6-2 16,0 0 3-1,23 3-1-15,-14-3 6 0,1 0 6 0,-1 0-3 16,1 0 4-16,0 0-5 0,0 0-4 0,-1 1-4 16,0 0 2-16,-1 1-6 0,-1-1 14 0,-1 1-6 15,-6-2 10-15,1 0-6 0,-1 0 5 0,17 11 3 16,-17-11-1-16,0 0 12 0,0 0 3 0,0 0-2 0,1 18 2 15,-1-18-12-15,0 0-12 0,-13 18 4 0,6-9-7 16,0 0 4-16,-1 0 3 0,-2 3-7 0,-1 0 5 16,-1 1-9-16,-2-1 0 0,0 0 1 0,0-3 0 0,0 1-10 0,1-1-30 15,0-1-3-15,1-2-9 16,-1-1-26-16,1-1-17 16,2-3-7-16,0 0-8 0,2-2-76 0,1-2-131 0,0-2-146 0</inkml:trace>
  <inkml:trace contextRef="#ctx0" brushRef="#br0" timeOffset="24632.85">6171 3715 2839 0,'0'0'88'0,"0"0"40"15,0 0-165-15,19 19 14 0,-10-9 1 0,3 1 6 16,-2 2 16-16,0 0 0 0,0 1-2 0,-1-1 2 16,-1 1 1-16,0 1 0 0,1-1 1 0,-2 1 0 15,0-1 3-15,-2-2 7 0,-1 1 0 0,1-1 2 16,0 0 0-16,0 0 0 0,0 0-3 16,0 1 3-16,1-1-3 0,-2 1 8 0,0 1-3 0,-1-1 3 0,0 0-14 15,-1 1-3-15,1 1 4 16,-3 2-4-16,0 0 8 0,-2 2-2 0,-3-1 3 15,-1 1 0-15,-2 0 6 0,1 0-7 0,-2-2-1 16,0 0-1-16,0-1-1 0,-1-1 3 0,0 0-2 16,0 1 1-16,-2-2-7 0,1 0-9 15,-2-1-3-15,0-2-5 0,1 0-29 0,-1-3-44 16,-1 0-7-16,0-3-12 0,-1 0-36 0,1-2 3 16,-1-1-6-16,3-3 0 0,1 0-62 0,3-3-166 0</inkml:trace>
  <inkml:trace contextRef="#ctx0" brushRef="#br0" timeOffset="24940.14">6692 3801 3066 0,'0'0'95'0,"0"0"51"0,1 0-196 0,23 8 9 16,-12-5 1-16,3 2 6 0,1 1 33 0,2-3-11 0,-1 1 8 16,1 0-8-16,0 0 4 0,-2-2 11 0,1 1-4 15,-2-3 6-15,1 0-7 0,-2-2 10 16,1 1-4-16,-1-1 7 0,0 1-3 0,0-2-5 16,1 1 2-16,-1-1-3 0,-1 0 0 0,-1 2-4 15,0 0-2-15,-1-2-4 0,0 1-35 0,-2-1-86 0,-2 1 1 16,-1-1-35-16,-6 3-49 0,1 0-60 0,0 0-21 0,-1 0-46 15,0-1-452-15</inkml:trace>
  <inkml:trace contextRef="#ctx0" brushRef="#br0" timeOffset="25227.88">6708 4045 3325 0,'0'0'21'0,"0"0"-63"0,1 1 7 16,14 13-20-16,-6-10 47 0,4 0 3 0,2-2-2 15,4 0 0-15,2-2-6 0,0 0 27 0,3-1-3 16,-1-3 11-16,0 1-7 0,1-1 22 0,-2-1-6 16,1 1 13-16,-1 0 5 0,2-1-16 15,-1 2 3-15,0-1-11 0,-2 1-14 0,-2-1-8 16,1 1-2-16,-2 1-1 0,-1-2-6 0,-2 1-1 0,0 0-2 15,0 0 1-15,0 1-18 0,-1 0-50 0,-1-1-4 0,-2-1-21 16,-1 1-55-16,-3-1-51 16,0-1-9-16,-2 0-23 0,1-2-123 0</inkml:trace>
  <inkml:trace contextRef="#ctx0" brushRef="#br0" timeOffset="25723.68">7871 3516 2955 0,'0'0'116'15,"0"0"-86"-15,0 0-11 0,0 0-77 16,0 1-14-16,-11 16 65 0,10-6 1 0,0 1 4 15,-2 1-8-15,1 0 8 0,-1 0 1 0,1 1 2 0,-1 0 6 16,0 0 0-16,0 1 4 16,0 1-2-16,0 1 20 0,-1 0 3 0,0 0-2 15,1 3 2-15,-2 1-17 0,1 1 4 16,0 1-3-16,-1 2 3 0,1 1-6 0,0 2-10 0,-4 1 5 16,3 0-7-16,-3 0 5 0,1-1-3 0,1-1 0 15,0 0-1-15,0-1 0 0,2-3 2 0,-1 0-4 16,1-4 2-16,1-2 1 0,0-2-2 0,2-3 5 0,-1-3-6 15,2-9-12-15,0 1-35 0,0-1-6 0,0 1-14 16,-3 15-74-16,3-16-14 0,0 0-18 0,0-1 2 16,8-17-81-16,-4 8-169 0</inkml:trace>
  <inkml:trace contextRef="#ctx0" brushRef="#br0" timeOffset="26007.01">7930 3733 3272 0,'0'0'6'0,"0"0"-56"16,0 0 6-16,15 9-17 0,-6-5 50 0,2 2 3 0,1-1-1 16,1 0 0-16,2-1-8 0,0 0 6 0,2-1 4 15,2-2 0-15,2 0 14 0,0-1 25 0,1 0-1 16,-1 0 11-16,-2-1 5 0,-1 0-12 0,-2 0-2 15,0-1-5-15,-1 1-9 0,1-1-13 0,0 1 3 0,-3 0-8 0,2 0-2 16,-1 0 3-16,-1-1-2 0,1 0 3 0,-1 0-3 0,-1 0-5 16,-2 1-7-16,-1 0-4 15,-1-1-50-15,-1 0-22 0,-1 0-6 0,0-1-5 16,-1 0-27-16,0 0-52 0,0-1-10 0,1 0-22 16,-1 0-122-16</inkml:trace>
  <inkml:trace contextRef="#ctx0" brushRef="#br0" timeOffset="26608.28">8767 3645 2544 0,'0'0'149'15,"-1"0"367"-15,1 0-595 0,-1 0-35 0,-18 10 13 0,19-10-7 16,-8 14 103-16,2-5 5 0,0 0 1 0,0 0 0 16,0 0-4-16,2 0 9 0,0 0-3 0,0 0 7 15,-1 0 11-15,1 1 22 0,-1 0-2 0,1 1 8 16,0 1-5-16,0 1-5 0,3 1 2 0,-2 0-4 16,1 0-3-16,0 1-8 0,0 1-2 0,1 1-2 15,1 2-9-15,1 0-2 16,1 1-3-16,0 0 1 0,1 0-1 0,-1-3 0 0,3 0 2 0,0-2-3 0,1-1-7 15,3 0 5-15,-3-1-3 0,2-2 3 0,1 0-1 0,0-3 15 16,3-1 0-16,1-2 7 0,0-1 4 0,0-2-14 16,1-1-4-16,-1-1-4 0,2-1-9 0,-2-2-6 15,1-2 7 1,1 0-6-16,-1-3 0 0,1-1 5 0,-2-1-7 0,1-1 7 16,0-1-3-16,0 0 0 15,1-1 2-15,0-1-1 0,-1-1 0 0,0-2 1 16,-2-1-1-16,0-1 0 0,-1 0 0 0,-1 0-3 0,0-2 6 15,-1-1-5-15,-1-1 3 0,-2 1 0 0,1 0-4 16,-2 0 4-16,0 1 2 0,0 1-1 0,-2 1 2 16,-3 2-1-16,2 1 3 0,-3 0-6 0,-1 0 1 0,0 1-4 15,-2 0 2-15,-1 2 3 0,-1-1-1 0,-3 3 2 16,-2 0 4-16,-1-1-6 0,-1 2-2 0,-3 0-3 16,-2 2-2-16,0 1-1 15,-4 2 3-15,1 1-3 0,0 1 4 0,0 1-4 0,1 1-1 0,1 2-2 0,2 0-18 16,1 1 9-16,0 1-6 0,1 0 7 0,1 0-9 15,1 1-21-15,2 0 1 0,0 1-11 0,1-1-25 16,0 1-37 0,2 0-14-16,1 0-9 0,0 1-65 0,2-2-113 15,1 1-117-15</inkml:trace>
  <inkml:trace contextRef="#ctx0" brushRef="#br0" timeOffset="27039.46">8928 3358 3156 0,'0'0'53'0,"0"0"-148"15,0 1 19-15,-3 18-47 0,3-10 124 0,0 4-3 16,0 1 9-16,-4 1-8 0,1 1 5 0,1-1-2 31,-1 2 2-31,2-1-2 0,-4 0 9 0,1 1 9 0,0 1-2 0,0 0 7 16,1 1 4-16,0 3-11 15,-1 2 8-15,0 1-8 0,0 3 12 0,-1 2-11 16,1 2-2-16,1 1-2 0,-1 3 0 0,0 0-6 16,0 0 4-16,1 1-5 0,-1-1-4 0,1-3 7 0,0 0-5 15,0-2 6-15,1-1 2 0,0-1-3 0,0-2 1 16,0-2-3-16,1-2-9 0,-2-1 13 0,2-2-8 15,-1-1 8-15,-1-2-15 0,0 1 2 0,0 0 5 16,1-1-1-16,0-2 12 0,-1-1-12 0,0-1 3 16,0-2-7-16,1-1 4 0,1-1-11 0,0-1-5 15,0-2-4-15,1-6-18 0,0 0-26 0,0 1 2 16,0-1-10-16,0 0 0 0,0 1-30 16,0-1-1-16,0 1-15 0,0-1-54 0,0 0-35 15,8-4-26-15,-4-6-6 0,1-2-132 0</inkml:trace>
  <inkml:trace contextRef="#ctx0" brushRef="#br0" timeOffset="27491.19">9416 3526 2333 0,'0'0'24'0,"-1"0"-20"16,1 0-5-16,0 1-2 0,-17 17 5 0,13-11-1 0,-1 3 8 15,-1 0-5-15,1 2 19 0,0 1 6 0,0-1 0 16,-1 2 2-16,0 0-2 0,0 3 22 0,-1 0-5 0,0 2 11 16,-1 0 0-16,1 1-1 15,-1 2-2-15,-1 1-1 0,1 1-12 0,0 2-4 16,1 2-4-16,0 2-2 0,1 1-15 0,0 2-5 16,0-2-1-16,1 1-1 0,1 0-2 0,1 0 0 15,0-1 1-15,2 0-2 0,-1-1 0 0,2-3 3 16,0-1 3-16,2-1-2 0,1-3 2 0,0-1-2 15,1-2-3-15,0-5 1 0,1-1-10 0,0-3-13 0,0-2-3 0,-1-2-3 16,1-1-24-16,-5-5-14 16,0 0-2-16,16 6-5 0,-16-6-23 0,1 0-34 15,22-6-11-15,-14 0-11 0,1-1-71 0,1-4-185 0</inkml:trace>
  <inkml:trace contextRef="#ctx0" brushRef="#br0" timeOffset="28178.51">9776 3355 2125 0,'0'0'104'0,"0"0"203"0,0 0-333 16,0 0 6-16,0 1-1 0,0-1 6 0,0 1 15 15,4 18-4-15,-4-19 3 0,0 0-4 0,0 1 11 0,1 19-2 16,-1-20 7-16,0 0-4 0,0 0 13 0,0 1-6 0,-7 17 0 15,7-18-1-15,0 0 7 0,-1 1-4 0,-10 19 7 16,11-20-5-16,-1 0 11 0,-12 19-21 16,8-11 2-16,0 2-9 0,-1-2 5 0,-1 2 2 15,1 0 1-15,0 1-1 0,0 0-8 0,0 0 14 16,1 0-7-16,1 1 11 0,-1-2 0 0,2 0 4 0,0-1 3 16,1-1-1-16,0 0 0 0,2 0-11 0,0-8 4 15,0 1-5-15,0-1 13 0,5 18-10 0,-5-18 1 16,0 1-6-1,0-1-13-15,19 15 1 0,-18-15-2 0,-1 0 2 16,24 5 8-16,-14-5-2 0,1 1 2 0,-1-1-2 16,2 0 1-16,1-1-9 0,-1 0 0 0,0 0-3 0,-1-1 7 15,1 0-5-15,1 0 4 0,-1 1-4 16,1-1 5-16,-2 0-7 0,-2-1-1 0,1 1-5 16,-1 0-37-16,-1 1 3 0,-1 0-6 0,-1 0 6 15,0-1-11-15,-6 2-10 0,0 0-6 0,0 0-2 16,1 0-30-16,16-12-79 0,-17 12-4 0,0 0-38 0,0 0-137 0</inkml:trace>
  <inkml:trace contextRef="#ctx0" brushRef="#br0" timeOffset="28474.4">9896 3412 2833 0,'0'0'146'0,"0"0"-181"0,0 1-9 0,0 18-43 31,0-12 58-31,1 4 15 0,-1 1 4 0,-1 1 2 16,0 0 1-16,0 0 6 0,-1 0-1 0,-1 0 2 0,1 1 2 15,-1-2 12-15,0 1-3 0,0 0 5 16,0-1-5-16,-1 0 9 0,1 1-2 0,-1 2 4 0,1 0-14 15,-1 0-5-15,1-2-1 0,1 0-1 0,-1-1-1 0,1-2-22 16,1 1-12-16,-1-3-6 0,1 0-78 0,0-2-23 0,1-6-16 16,0 1-5-16,0-1-84 0,0 1-214 15</inkml:trace>
  <inkml:trace contextRef="#ctx0" brushRef="#br0" timeOffset="28843.68">9486 3824 3560 0,'0'0'-89'0,"0"0"-36"0,0 1 5 0,0-1-3 0,10 17 87 16,-4-11 7-16,2 0-2 0,1 0 0 0,2-1-10 15,2 0 47-15,3-2 3 0,1-1 17 0,-1 0 34 0,3-2 0 16,2 1 2-16,1 1-2 0,1-2-8 0,2 1-23 0,-1-1-1 0,1 1-9 31,1-1-2-31,1 0-12 0,1 1 5 0,2 0-7 0,-1 1-1 0,-1-1 3 16,0 0-7-16,-1 1 4 0,-2-1-4 0,2 1 1 0,-1 0 1 16,0 0 0-16,0-1-4 0,-2 1 4 15,-2 0 1-15,-2 1 2 0,-3-1-4 0,-1 0-8 16,0 0-1-16,-3-1-4 0,0 1-20 0,-2-1-46 15,-4-1-7-15,1 0-16 16,-3 0-56-16,-5 0-13 0,1 0-14 0,0 0 0 0,-1 0-72 0,0 0-191 0</inkml:trace>
  <inkml:trace contextRef="#ctx0" brushRef="#br0" timeOffset="29472.12">9533 3994 3306 0,'0'0'68'0,"0"0"32"0,0 0-260 0,0 0 48 16,0 1 9-16,18 14 17 0,-7-9 60 0,2 0-16 15,1-2 9-15,2-1-8 0,3-1 41 0,2-1 21 0,0 2 3 16,-2-3 6-16,1 2 21 0,-3 0 8 15,3-3-5-15,-3 2 2 0,1-1-27 16,-1 0-6-16,-2 1-5 0,1 0 1 16,1 0-5-16,-2 1-9 0,2-1 1 0,-4 1-5 0,-1-1 1 0,-2 2-1 0,-1-2 4 15,-2 0-5 1,-7-1 3-16,0 0-3 0,1 1-1 0,-1-1-1 16,16 14-9-16,-16-14 5 0,0 0-2 0,0 0 2 15,0 1-14-15,0-1-14 0,-10 16-1 0,10-16-3 16,-14 8 2-16,4-3 16 0,-1-2 1 0,-2 0 6 15,-1-1 13-15,0 0 7 0,0 1 0 0,2 0 3 16,0-1-3-16,3 0-5 0,-1 0-1 0,0 0-1 0,4 1 1 16,-2-1 11-16,2-1-4 0,0 1 5 0,6-2-4 0,-1 0 0 15,1 0 8-15,0 0-6 0,-1 0 10 16,0 0-15-16,1 0-5 0,-1 1-1 16,1-1-9-16,0 0 7 0,0 1-3 0,0-1 3 0,0 1-16 15,20 13 12-15,-13-10-1 0,1-1 5 16,1 0 2-16,-1 0-6 0,0 1 3 0,0 0-4 0,1-1 7 15,1 1-4-15,0 0 1 0,-1 0 0 16,0 1 9-16,-1-1-2 0,0 1 2 0,-1 0-3 0,0 0 13 0,-2 0 2 16,0 1 2-16,0 0-2 0,-3 1-2 0,1 0-2 15,-3 1 0-15,0-1 1 0,0 1-2 16,-3 0-7-16,0 1 1 0,-2 1-3 0,-2 0-4 0,-1-1-2 16,-1 1-2-16,-3-2-1 15,0 0-1-15,0-1 5 0,-2 1-1 0,2-1 2 16,0-1-6-16,1-1 7 0,2 0-1 0,-2-2 3 15,-1-1-9-15,2 1-47 0,-2-2 2 0,2-1-22 16,0-1-44-16,1-1-28 0,0-1-11 0,0-2-8 16,0-2-84-16,2-3-329 0</inkml:trace>
  <inkml:trace contextRef="#ctx0" brushRef="#br0" timeOffset="29875.96">10469 3539 2746 0,'8'2'472'0,"2"1"-415"0,-3 1 13 15,3 2-93 1,0 2-72-16,3 4 64 0,3 1 0 0,-2 0 21 15,-2 2 5-15,-1-2-7 0,-2 1 1 0,-1 0-2 16,0-1 14-16,1 0 12 0,-3-2-2 0,0 0 4 16,-1 0-6-16,2 1 23 0,-1 0-5 0,-1 2 10 0,1 0-10 15,-1 2-11-15,-1 2 2 0,-1-1-6 0,0 1-9 16,-1 1 1-16,-2 1 0 0,0 3 2 0,0 0-2 0,-2 1-2 16,-2 1-1-16,-1 0 1 0,0 2 5 0,-1 0 14 15,0 1-1-15,-1 0 6 0,-1 1 7 0,1-1-8 16,-3 0 1-16,2-1-5 0,-1-1-10 0,1-3-5 15,-2 0-2 1,0-1-1-16,-1 0-4 0,0-3-2 0,1-1-6 16,-2-3-1-16,0-1-39 0,-1-4-40 0,0 0-4 15,0-2-14-15,1-2-36 0,-1 0-18 0,-2-3-13 16,0-4-8-16,-2-2-109 0,-1-4 981 0</inkml:trace>
  <inkml:trace contextRef="#ctx0" brushRef="#br0" timeOffset="31955.66">895 6345 530 0,'0'0'300'0,"0"0"158"0,0 0 6 0,-1 0-374 15,1 0-49-15,-1 0-40 0,1 0 0 0,0 0-8 16,-1 0-10-16,0 0 4 0,1 0 0 0,-1 0 4 0,1 0 13 16,0 1-6-16,-15 18 5 0,14-10-5 15,0 0 13-15,-1 1 9 0,0-1 0 0,0 1 3 0,0 1 1 16,-1 0 5-16,1 1 1 0,-1 2 1 0,1 0 7 0,-1 1-6 31,2 1-2-31,-2 0-1 0,1 0-14 0,-1 2 2 16,0 2-4-16,2 2 3 0,0 0-15 0,-1 2 11 15,2 1-3-15,-2 1 4 0,1 0-8 0,-1 0-1 16,1 2-2-16,-1 0 1 0,1-1-1 0,-1-1 5 16,2-1 0-16,-1-1 1 0,1 0 5 0,-1-2-6 15,-1 1 1-15,2-3-4 0,-1 0-2 0,1 0 2 0,0-3 3 16,0 0-2-16,-2-2 2 0,0-1 0 0,1-2-2 0,1-2 1 15,-1-1-19-15,1-3-62 0,0-6-4 16,0 0-24-16,0 1-65 0,0-1-108 0,0 1-110 0</inkml:trace>
  <inkml:trace contextRef="#ctx0" brushRef="#br0" timeOffset="32430.08">880 6459 1266 0,'0'0'60'0,"0"0"97"16,0 0-142-16,0 0-7 0,0 0 3 0,0 0-2 0,0 0 21 0,0 0-9 15,0 0 0-15,0 0-5 0,0 0-11 16,0 0 1-16,0 0 3 0,1 0-1 0,18-6-1 16,-19 6 18-16,0 0-5 0,17-3 10 0,-16 3 4 15,-1 0-1-15,23-4 0 0,-13 3-1 16,-1 0-3-16,1 0-4 0,0-1 3 0,0 0-4 16,1 2-6-16,-2 1-6 0,3 1 1 0,-4-1-3 15,0 3-1-15,0 0 19 16,-2-1-3-16,-2 2 9 0,-4-5 3 0,0 1 15 0,6 15-3 0,-6-16 6 0,-4 16-14 15,-1-7 3-15,0 2-3 0,-3 1 3 0,-1 0 6 16,1 1 1-16,-3 0 3 0,1 1-2 0,1 1-1 0,-2-1-10 31,1-2-4-31,0 1-1 0,-1-3-19 0,1 1-4 16,-1-1-4-16,1 0 0 0,-1-1-8 0,0-1 1 16,1-1 0-16,0-1-1 0,1 1-7 0,0-2-71 15,1 0-3-15,1-1-27 0,0-1-31 0,1-1-20 16,6-2-8-16,0 0-10 0,-1 0-96 0</inkml:trace>
  <inkml:trace contextRef="#ctx0" brushRef="#br0" timeOffset="32838.75">1403 6392 2086 0,'-7'0'80'0,"-1"0"59"15,1 1-119-15,1 0-12 16,-1 1 6-16,1 0-7 0,0 1 8 0,-1 1-8 15,-1 1-3-15,-1 3-2 0,0 1-7 0,-1 2 7 0,0 0-3 16,1 2 6-16,-3-1 2 0,2 3 12 16,0 0 6-16,0 0 1 0,2 2 18 0,-1 0-11 0,2 2 5 15,1 1-7-15,1 1 6 0,-1 1-19 0,2 1 5 16,0 3-10-16,1 0 3 0,2 2-15 0,0 3 1 0,2 2-3 16,1-1-3-16,2 2 3 0,0-2-2 0,3 0 2 15,0-1-2-15,4-3 3 0,-1 0-1 0,3-2-2 16,2 0-31-16,0-3-19 0,3-2-10 0,0-2-3 15,0-2-49-15,2-3-79 0,1-2-16 0,1-5-46 16,2-1-309-16</inkml:trace>
  <inkml:trace contextRef="#ctx0" brushRef="#br0" timeOffset="33888.96">2885 6298 1854 0,'0'0'229'0,"0"0"-154"16,0 0-14-16,0 0-39 0,0 0-18 0,0 0 5 15,0 0 1-15,6 17 1 0,-6-17-4 16,4 15-1-16,-2-6 3 0,0 1 0 0,0 1 29 0,0 2 14 16,-2-1 4-16,2 3 2 0,-1-1 10 0,-1 0-2 15,0 1-3-15,0 2 0 0,0-1-19 0,0 2-5 16,0 0-3-16,0 2 1 0,-1 1-4 0,0 2-5 16,0 2 2-16,0 0-4 15,1 1-11-15,-1 0-10 0,-1-1 0 0,2 2-3 0,-2 0-2 16,1-1 5-16,1-1-1 0,-2 0 2 0,2-3-4 0,-1-1-1 0,0 1 1 15,0-4 1-15,1 0 0 0,-1-2-9 0,0-3-2 0,0-2-3 16,-1-1-13 0,1-3-36-16,1-7-5 0,0 0-14 15,0 0-53-15,0 1-38 0,0-1 0 0,0 0-10 16,0 0 9-16,-4-10-11 0,4-2 0 0,1-4-17 16,-1-3-141-16</inkml:trace>
  <inkml:trace contextRef="#ctx0" brushRef="#br0" timeOffset="34423.94">2933 6291 927 0,'0'0'1166'0,"0"0"-826"16,0 0-176-16,0 0-107 0,0 0-68 0,0 0 0 16,0 0-6-16,0 0 5 0,0 0-5 0,0 0 1 0,1 0-3 15,-1 1 2-15,21 14-4 0,-21-15 13 0,13 11 2 16,-5-6 4-16,0 1 10 0,0-1-1 15,1 0 3-15,1 0-2 0,1 0 5 0,0 0 1 0,0 0-4 0,-1-1 4 32,1 1-7-32,-2-1 2 0,1 1 1 0,-1-1 0 15,-2 0-4-15,1 1 3 0,-2-1-2 0,0 2 3 0,-1-2-5 0,0 1 2 16,-5-5 0-16,0 1 0 16,0-1 0-16,8 19 1 0,-8-19-1 0,0 0 3 15,0 1 17-15,-9 20-20 0,4-14 9 0,-1 0-14 0,-1 1 7 16,0-2-6-16,-2 2 2 0,-1-2-3 15,-1 0 3-15,-2 0-3 0,-2 0 0 0,1 0-1 0,-1-1-7 0,0 1 3 0,1-1-3 16,0 0 5-16,1 0 1 0,0 0 0 16,1 0 0-16,1 0-2 0,1 1-4 0,0-1-2 15,1 0 1-15,2 0-1 16,2 0 1-16,0-1 3 0,5-4-1 0,0 0 2 0,-1 1 3 16,1-1 1-16,-7 19 3 0,7-19-1 15,0 1 4-15,0-1-3 0,0 0-1 0,13 21 1 0,-13-21 3 0,1 0 8 16,17 16-7-16,-10-10 7 0,1 0-7 0,0 1 2 0,0 0 7 15,1 1-3-15,0 0 15 0,1 1-12 0,1 1 5 16,-2 2-8 0,2 0 9-16,1-1-7 0,-1 2 0 0,3-1-3 15,-2 0-2-15,0 1 1 0,0 1-2 0,-1-1 2 16,0 1-10-16,-3-2 5 0,1-1-1 0,0 1 2 16,-1-3-4-16,-1 1 5 0,-2-1-3 0,1-1 3 15,-2 0-14-15,0-2-29 0,-1 0-3 0,-4-6-11 16,0 0-40-16,1 1-74 0,-1-1-5 0,12 16-29 0,-12-16-82 15,0 0-175-15</inkml:trace>
  <inkml:trace contextRef="#ctx0" brushRef="#br0" timeOffset="34971.87">3507 6552 2156 0,'0'0'98'0,"0"0"91"0,0 0-147 0,0 0-25 0,0 0 1 16,0 0-7-16,0 0 9 0,-1 0-8 0,0 0 2 15,1 0-4-15,-18-7 4 16,18 7 8-16,-1 0 2 0,0 0 3 0,-17 3 13 16,18-3 6-16,0 0-1 0,-20 6 2 0,19-6-15 0,1 0-6 15,-21 10-3-15,21-10-1 0,-14 10-7 0,6-5-7 16,0 0 1-16,1 1-4 0,-1 0 0 0,0 0-2 16,1 1-1-16,0-1 0 0,0 1 0 0,0-2 2 15,0 1-1-15,2 0 1 16,-1-1-4-16,0 1 0 0,1 0-5 0,0 0 1 0,2-1-3 0,-1 2 7 15,1-2 1-15,1 1 3 0,2-6 3 0,0 0-4 16,0 1 1-16,-3 17-2 16,3-18 4-16,0 1-2 0,0-1 0 0,10 17-1 15,-10-17 4-15,0 0-7 0,0 1 4 0,22 18-4 0,-15-12 6 0,2-1 2 0,-1 1-3 32,1 1 3-32,1-2 4 0,-2 1-6 0,2-1 6 0,-1 0-6 0,1 0 10 15,0 0-6-15,-2-1 2 0,1 0-4 16,-1-1 6-16,0 1-5 0,0 0 1 0,1-2-3 15,-2 0-3-15,1 0-13 0,-1-1 0 0,-2 0-9 16,-5-2-27-16,1 0-55 0,-1 0-16 0,18 7-17 0,-18-7-95 0,0 0-146 16,1 0-129-16</inkml:trace>
  <inkml:trace contextRef="#ctx0" brushRef="#br0" timeOffset="35638.87">3648 6497 2617 0,'0'0'104'0,"0"0"102"0,0 0-213 15,0 0-25-15,0 0 5 0,1 0-9 0,-1 0 25 16,20 9 3-16,-10-6 2 0,-2 0 1 0,1 0 4 0,2 0 1 15,-2-1 1-15,1 0 0 0,0 1 3 0,-2 0 4 16,0 0 0-16,1 1 3 0,-2 0 8 0,0 0 6 16,0 1 2-16,-1-1 1 0,1 1 1 0,-1 0-10 0,-1 1-1 31,-1-1-2-31,-1 1-5 0,0 0-5 0,-2 2 2 16,0-1-3-16,0 0 5 0,-1 1-7 0,-1 0 2 15,-1 1-4-15,-1 1-1 0,-1-1 0 0,-1-1 0 0,-1 0 0 16,-1 1 10-16,0-1-8 0,-1 1 4 0,0 0-5 15,-1-1-1-15,-1 0 0 0,1 0 0 0,-2-1 2 16,-1 0 11-16,1-1-6 0,0 1 1 0,2 0-2 16,-1 0-1-16,1 1 0 0,2-2-2 0,0 1 1 15,0 1-4-15,1-2 1 0,0 0-1 0,3-1 1 0,3-5-2 16,0 1 3-16,-1-1 0 0,-9 17 2 0,10-17 2 16,0 0-4-16,0 0 1 0,0 1-3 0,0-1 2 0,9 19 14 15,-9-19 0-15,1 0 5 0,16 11 2 0,-8-8-11 16,-1 2 6-16,2-2-8 0,-1-1 4 0,0 1-2 15,3-1-3-15,-3 1 1 0,2 1-3 0,1-1-4 16,-2 1 0-16,0-2-1 0,0-1-4 0,-2 1-19 16,1-1-2-16,1-1-8 0,-2 0-24 0,0 0-16 15,1 0-8 1,-2-2-4-16,1 0-45 0,0-1-66 0,0-1-5 16,-1-2-26-16,0-2-67 0,0-2-303 0</inkml:trace>
  <inkml:trace contextRef="#ctx0" brushRef="#br0" timeOffset="36138.1">4000 6574 2805 0,'0'0'219'16,"0"0"-142"-16,0 0-27 0,0 1-27 0,-17 11-44 0,17-12-1 15,0 0-3-15,0 1 0 0,-8 19-17 0,6-12 14 16,-1 1 3-16,2 0 6 0,-1 1 19 15,0-2 13-15,0 1 4 0,0 0 5 0,-1 1 14 16,2 2-4-16,-1 0-1 0,0-1 0 16,2 0 9-16,0-1-13 0,0 0 0 15,0-1-7-15,2 0-17 0,0 0 0 0,0 0-3 0,0-1 1 0,1-1 0 0,1 0-1 0,-1 0 1 32,1-1-3-32,0 0 2 0,-4-6 0 0,1 0 2 15,-1 1-2-15,16 10-4 0,-16-11 2 0,1 0-2 16,0 0 3-16,16 2-1 0,-17-2-1 0,0 0 1 0,20-6 0 15,-14 1 11-15,3 0 4 0,-2-1-1 0,1-1-1 16,0 1-9-16,-2-2 10 0,1 1-5 0,0-2 5 16,0 1-12-16,0-1 1 0,-2-1 0 0,-1 0 2 15,1-1 5-15,-1 2-4 0,-1-2 3 0,1 0-3 16,-2 1 2-16,-1 1 9 0,0-1-6 0,0 2 8 16,-1-2-3-16,-2 0 3 0,0-1-3 0,-1 0 0 0,-1 0-14 15,1-1 2-15,-2 0 2 16,-1 0 0-16,1 1-2 0,0 1-9 0,1 1 2 0,-2 0-5 0,0 2 3 0,0 1-5 15,-1 1-1 1,1 0-2-16,-1 2 2 0,-2-1-1 0,1 1-3 16,-1 1 0-16,0 1-11 0,0 1-28 15,0 0 9-15,0 0-16 0,1 0-3 0,0 1-41 16,1 1-2-16,2-1-17 0,5-1-43 0,0 0-50 16,-1 0-20-16,1 0-25 0,-1 0-229 0</inkml:trace>
  <inkml:trace contextRef="#ctx0" brushRef="#br0" timeOffset="36655.47">4197 6395 2992 0,'0'0'93'0,"0"1"-14"15,0-1-84-15,13 22-8 0,-6-16 2 0,1 3-1 16,2-3 13-16,0 1-3 16,1 0 2-16,0 0-1 0,2-1 4 0,0 0 1 0,-1 0 4 0,0-1-1 0,0 1 14 0,-1-1 16 15,1 1 1-15,0 0 6 0,-1 0 6 16,-2-1-9-16,1 1-3 0,-2 0-2 0,1 0-12 0,-2 1-6 16,-1 0-3-16,0 0 0 0,-2 0-11 0,1 1-3 31,-2 1-1-31,0 0 0 0,-2 1 0 0,-1 0-7 15,-2 1 4-15,-1-1-7 0,-1 1 3 0,-2 1 8 0,-1 2-2 16,-3 1 3-16,0 1-2 0,-1-1 1 0,-3 2 5 16,-1-1-4-16,2 1 1 0,-1-1-1 15,2 1-1-15,1 0 1 0,1-1 4 0,0-2-4 16,1 1 0-16,1-2-1 0,1 0-1 0,1-1 5 16,0-1-2-16,2-1 3 0,0 0-6 0,3-2 4 0,-1-1 3 15,3-1 0-15,1 0-1 0,-2-6 5 0,0 0-4 0,1 1 4 16,17 15-7-16,-18-16 6 0,15 7 0 0,-7-4 2 0,-1 0 3 15,1 0 1-15,2-1-4 0,-1 0 4 0,4 1-5 16,-2-1-7-16,1 0 5 0,0-1-7 0,0 0-2 0,-1 0-4 16,1 1-2-16,-4-1 1 0,1 0-4 0,-1 1-13 15,-3-2-3-15,2 1-4 0,-7-1-19 0,0 0-36 32,1 0-3-32,-1 0-14 0,17 3-47 0,-17-3-26 15,0 0-13-15,0 0-6 0,0 0-60 0,1 0-213 16</inkml:trace>
  <inkml:trace contextRef="#ctx0" brushRef="#br0" timeOffset="37644.47">2651 6472 1066 0,'-1'0'623'0,"1"0"550"16,-18 5-1121 0,18-5-21-16,0 0-24 0,0 0-14 15,-19 8-4-15,19-8 0 0,-1 0-23 0,1 0 6 0,-21 14-2 0,13-8 5 16,1 0 17-16,-2-2 10 0,0 2 5 0,1-1 3 15,0 1 16-15,-2-1 0 0,3 1 3 0,-3-1-1 16,1 1 10-16,0 0 1 0,0 0-4 0,1 0 2 0,-1 1-11 0,1-1-14 16,0 0 3-16,0 1-6 15,1 0-6-15,0 0-4 0,1-1-2 0,0 1-1 16,2 1 1-16,-1-3-3 0,1 2-1 0,4-7 0 16,0 0-1-16,-1 1-6 0,-8 17 4 0,9-18-3 0,0 1 13 15,1 18 0-15,-1-19 2 0,0 0-1 0,1 0 4 0,16 21 1 16,-9-14-3-16,2-1 1 0,1 1-6 0,4-1 9 31,1 0-1-31,2-1 4 0,0 1-3 0,0-1 3 0,0-1-1 0,0 0 1 0,0 0-10 0,0-2-8 16,-1 1-2-16,0-3-2 0,-2 1-12 0,-2-1-19 31,0 0-6-31,-2-1-4 0,-1-2-28 0,-2 1-41 0,0 0-3 16,-1-1-17-16,-2 1-64 0,-5 2-201 15</inkml:trace>
  <inkml:trace contextRef="#ctx0" brushRef="#br0" timeOffset="38125.58">1638 6541 2554 0,'-5'0'281'0,"-3"1"-198"0,2 0 22 0,0-1-87 16,6 0-22-16,0 0-5 0,-1 0-3 0,1 1-1 16,-18 10-18-16,18-11 2 0,0 0-5 15,-9 17 4-15,5-9 7 0,1 0 19 0,-1 1 4 0,0 2 5 0,-1-2 15 16,1 3 3-1,1-1-1-15,-2 0 1 0,0 1-5 0,2 1 4 0,-1 1-7 0,1 1 5 16,-1 0-14-16,0-1-6 0,2 2 0 0,-1-1-2 16,1 1 0-16,1 0-2 15,0 2-1-15,1-2-7 0,0 0-61 0,1-2-88 0,1-1-15 0,0-2-29 16,2-1-109-16,-1-1-290 16</inkml:trace>
  <inkml:trace contextRef="#ctx0" brushRef="#br0" timeOffset="38875.85">1924 6555 2154 0,'0'0'89'16,"0"0"90"-16,0 0-166 0,0 0-4 0,0-1 4 0,0 1-2 0,0-18 21 0,0 18-6 15,0-1 4-15,5-15-4 0,-5 16 8 0,0 0-3 16,1-19 0-16,-1 18 0 0,0 1 4 0,-6-20 1 31,6 19 3-31,0 1-3 0,-12-21 8 0,7 13 18 16,1 1-6-16,0 1 8 0,0 0-18 0,-1 0-14 0,1 0-1 15,-3 0-6-15,2 0-12 0,-1 0-13 16,0 1 7-16,1-1-8 0,-2 1 4 0,1 1-6 0,1 0-2 16,0 2-2-16,5 2-4 0,-1 0 0 0,1 0 0 0,-20-6 0 15,20 6-4-15,0 0-1 0,-16 3-8 0,16-3 3 16,0 0-18-16,-17 12-3 0,11-6-2 0,-1 2-2 16,1 3-16-16,-2 1 17 0,0 1 1 0,1 2 8 15,-1 1 21-15,2 3 3 0,0-1 4 0,2 0-2 16,0-1 8-16,0-2-2 0,1 1 1 0,3-2-1 0,0-1 0 15,0-2 1-15,3-2 1 0,1-1 1 0,-2-2-1 16,3-2-3-16,2 0 4 0,-1-3-1 0,2 1 5 16,2-1 1-1,-1-1 0-15,1-4 2 0,1-2-3 0,-1 0 0 16,1-1 0-16,1-1 0 0,-1 0 8 0,0-4 0 16,0 1-4-16,0 0 2 0,-1-1-2 0,2 1 0 15,-3 0 2-15,-1-1-1 0,2 1-1 0,-3 1 7 16,0 0-3-16,0 1 3 0,-2 2-3 0,0 0 2 15,-5 7-4-15,0 0 2 0,0-1-5 0,1 1 2 0,-1-1 0 16,0 1-1-16,1-1-7 0,-1 1 0 0,1 0 2 0,-1 0-2 16,0 0 6-16,0 0 1 0,-4 10 2 0,-1-1-1 15,0 1 0-15,0 1 6 0,-2 1-7 0,2 2 6 16,0 1-4-16,2 1-5 0,-2 3 5 0,0 0-5 16,0 2 8-16,1-1 0 0,0 3-3 0,0 0 0 15,1 2-7-15,-1 2-2 0,-1 1 6 0,2-1-4 16,-2 1 2-16,2-1 4 0,-1 0-6 0,1 0 6 0,-1-1-8 15,2-1 0-15,-1-1 3 0,0-2 0 0,1-3-1 16,1-2 3-16,-1-1-6 0,1-4 0 0,1-1-41 16,0-3-52-16,0-8-7 0,0 0-18 0,0 1-67 0,0-1-113 15,0 1-22-15</inkml:trace>
  <inkml:trace contextRef="#ctx0" brushRef="#br0" timeOffset="39338.94">2094 6391 2966 0,'0'0'172'0,"0"0"-145"15,-1 1-23-15,-8 15-23 0,9-16-7 0,0 16 5 16,1-5-1-16,0 1 3 0,0 1 4 0,0 1 2 15,0 1 4-15,-1 0-2 0,2-1 9 0,-2-1 2 16,0 1 2-16,1-2 0 0,-1 0 0 0,0-1 7 0,0-1-5 0,1 1 6 16,-1-3-3-16,0 0 8 15,1 0 3-15,-1-8 1 0,0 0-7 0,3 16-5 0,-3-16-4 0,0 1 2 0,0-1-3 0,7 19-7 32,-7-19 5-32,0 1-6 0,14 16 11 0,-14-17-3 15,0 0-4-15,0 1 1 0,17 15 1 0,-17-16 0 16,1 0 7-16,-1 0-5 0,20 17 1 0,-20-17 0 15,0 0-4-15,0 1 3 0,20 15 2 0,-20-16-1 16,0 1 1-16,0-1-1 0,17 18 0 0,-17-18 2 16,0 1 0-16,0-1 1 0,11 21 0 0,-11-21 1 0,0 0 1 0,0 0-1 15,1 21-1-15,-1-21-1 0,0 1-1 0,-4 19 1 16,4-19 6-16,-8 14-7 0,4-6 1 16,-3-1-2-16,1 0-2 0,-2 0-1 0,1-1-1 0,-2 1-1 15,0-1-2-15,0 1-26 0,-2 0-1 0,0-1-11 16,0-1-29-16,-3 1-29 0,0-2-7 0,-1 0-9 15,-1 0-40-15,0-1-51 16,0-1-8-16,0-2-20 0,-1 0-83 16</inkml:trace>
  <inkml:trace contextRef="#ctx0" brushRef="#br0" timeOffset="39622.1">2045 6438 2742 0,'0'0'227'0,"0"0"-175"15,0 0-30-15,0 0-26 0,1 0 2 0,-1 0-2 0,1 0 4 16,19-2-4-16,-20 2 2 0,1 0 2 0,-1 0-1 16,20 7 1-16,-20-7-2 0,1 0 7 0,-1 0-3 0,20 6 7 15,-20-6 17-15,0 0 8 0,1 0 6 0,18 2-1 16,-19-2 5-1,1 0-17-15,20-3 1 0,-21 3-8 0,17-2-15 0,-9 1 6 0,1 0-2 0,0 1 2 16,0-2-7-16,-1 1 0 0,-1-1-2 0,1 0 0 16,-1 1-17-1,1 0-77-15,-1 0-12 0,-1-1-33 0,-1 1-155 16,0-1 813-16</inkml:trace>
  <inkml:trace contextRef="#ctx0" brushRef="#br0" timeOffset="40669.9">4668 6271 1893 0,'-7'-3'197'0,"1"1"-54"16,6 2 90-16,0 0-171 0,-1 0-19 0,1 0-31 0,0 0-13 15,-1 0-5-15,1 0 0 0,0 0-16 0,0 0-6 16,0 0 4-16,0 0-4 0,9 9 9 0,-1-1 16 0,0 3-3 16,1 1 7-16,-1 3 1 0,0 1 8 15,-1 3-3-15,0 1 5 0,0 1 2 0,-1 0 5 16,-1 0 1-16,0 3 1 0,0 0-4 0,-2-1 5 15,1 2 3-15,-1-1 0 0,0 2 5 0,0-1 3 16,1 2-7-16,-3 2 5 0,1 0-13 0,-2 3-9 16,-2 0 7-16,-1-1-7 15,0 0 4-15,-2 1-7 0,0-1-3 0,-2 1 1 16,1-2 5-16,-1-1-2 0,-2-2-1 0,2-3-3 16,-2-1-8-16,0-3 6 0,1 0 1 0,-1-2 0 15,1-2-19-15,0-3-49 0,0-1-8 0,2-3-18 16,-1-2-87-16,2-2-149 0,-1-1-74 0</inkml:trace>
  <inkml:trace contextRef="#ctx0" brushRef="#br0" timeOffset="40939.72">4847 6672 2779 0,'0'0'114'0,"0"0"138"0,0 0-246 0,0 0-53 0,0 0 15 16,0 0-26-16,18-3 48 0,-9 4 6 0,2-1 4 15,0 1-2-15,0-1 2 0,2 0 0 0,-2 1-8 16,0 0 2 0,0-1-35-16,-2 0 16 0,0 1-2 0,-2 0 8 15,1-1 8-15,-2 0-13 0,-6 0 1 0,0 0-7 16,0 0-19-16,1 0-17 0,17-4-10 0,-18 4-6 15,0 0-67-15,0 0-106 0,0 0-32 0</inkml:trace>
  <inkml:trace contextRef="#ctx0" brushRef="#br0" timeOffset="41173.64">4857 6870 2259 0,'0'0'385'0,"0"0"-238"0,0 0 23 0,0 0-105 0,0 0-91 16,1 0 18-16,15 8-4 0,-7-7 11 0,3 1 0 15,0-1 1-15,1 0-6 0,-1-1 5 0,3-1-1 0,-1-1-1 0,0 0 4 32,1-2-4-32,0 1-20 0,-1-1-22 0,0 0 1 0,0-1-8 15,-4-2-10-15,1 1-8 0,-2-1-12 0,-1 0-3 16,1 1-92-16,-2-2-84 0,1-1-37 0</inkml:trace>
  <inkml:trace contextRef="#ctx0" brushRef="#br0" timeOffset="41488.58">5296 6413 2949 0,'0'0'97'16,"0"0"30"-16,-1 0-151 0,-7 17-28 0,8-17 11 15,2 18-11-15,0-5 45 0,1 2-7 0,0 4 3 16,0 1-4-16,0 2 8 0,0 0-1 0,1 1-2 16,0 0 2-16,0 2 2 0,-1 0 21 0,2 2 0 15,-2 1 8-15,-1 0 2 0,1 1-5 0,-1-1-5 0,0 0 1 16,-1-3-11-16,1-1-1 0,0 1 0 0,-1-2-1 15,1-1-3-15,-2-2 5 0,1-3-5 0,-1-2 3 16,0-3-10-16,0-1-56 0,-1-3-4 0,-1-1-26 16,2-7-79-16,0 0-45 0,0 1-3 0,0-1-16 0,0 0-32 0</inkml:trace>
  <inkml:trace contextRef="#ctx0" brushRef="#br0" timeOffset="41807.91">5332 6353 2021 0,'0'0'342'0,"0"0"-185"0,0 0 22 0,0 0-109 0,0 0-117 0,0 0 20 0,0 0-4 16,0 0 14-16,17 14 18 0,-8-8-7 31,1 2-1-31,2-1-3 0,2 0 4 0,0 0 2 0,2-1 2 16,0 0 0-16,0-2 3 0,1 2 0 0,-2 0 0 15,1-1-1-15,-3-1 2 0,-2 0 2 0,0 0 1 0,-1 1 1 16,-1-2 7-16,-2-1 23 0,-1 2-7 0,-1-1 11 0,-5-3-21 16,0 1-2-16,0-1-2 0,9 17 2 0,-9-17 1 0,0 1-11 15,-3 18 2-15,-1-10-4 0,-1 2 1 0,-1-2-4 16,-1 3 2-16,0 0-4 0,-2-1-4 0,-1 2-16 16,-1 1-5-16,-1-1-4 0,-1 2-29 0,-1-2-4 15,-2 1 2-15,1-1-1 0,1 1 6 0,1-2-62 16,0-1-26-16,3 0-26 0,-2-2-232 15</inkml:trace>
  <inkml:trace contextRef="#ctx0" brushRef="#br0" timeOffset="42171.78">5917 6437 2696 0,'-8'2'204'0,"1"2"-127"16,-3-1-19-16,2 1-31 0,1 2-45 0,0 0-6 15,-1 4 0-15,-1 2-1 0,-1 2-2 0,-1 3-2 16,0 3 1-16,0 1-1 0,1 2 6 0,-1 0 23 16,2 1 1-16,2 3 10 0,1 0 20 0,0 2 5 15,2 2-1-15,1 0 2 0,1 2-11 0,3 0 1 32,0 3-10-32,3 1 4 0,2 0-23 0,1 2-1 0,1-3 1 0,4 0-1 15,1-1-5-15,2-2-106 0,3-1-8 16,3-2-47-16,4-3-144 0</inkml:trace>
  <inkml:trace contextRef="#ctx0" brushRef="#br0" timeOffset="43454.7">7918 6442 1959 0,'0'0'126'0,"0"0"1"16,0 0-2-16,0 0-68 0,-1 0-43 0,1 0-6 0,-1 1-4 15,1-1 5-15,-16 12-9 0,16-12 4 16,0 0 4-16,0 1 1 0,-6 16 2 0,6-17 21 0,0 1-2 0,-3 20 10 15,2-12 12 1,-1 0-10-16,0 0 3 0,1 1-7 0,1 1-10 0,-2 1-10 0,2 0-3 0,0 2-1 16,-2 1-6-16,1 1-7 0,1 1 0 15,0 1-1-15,-2 1 2 0,0 1-1 0,0 1 0 0,0-2 1 16,1 1 1 0,0 0-3-16,1-2 3 0,-1-1-3 0,0-1 4 15,-1-3-3-15,1 0 3 0,-1-2-4 0,2-3-4 16,0-8-53-16,0 1-4 0,0-1-21 0,0 1-48 0,0-1-26 15,0 1 1-15,0-1-10 0,-1 1-10 0,1-1-114 16,-7-4-97-16</inkml:trace>
  <inkml:trace contextRef="#ctx0" brushRef="#br0" timeOffset="44079.28">7871 6500 2160 0,'0'0'124'0,"0"0"-97"0,0 0-13 0,0 0-21 0,0-1-13 16,0 1 11-16,0-1 1 0,19-9 3 0,-19 10-8 0,15-3 10 0,-5 1-6 0,0 0 8 15,0-1 3-15,0 1 8 0,1 0 0 0,0 0 3 16,-1 2-5-16,0 0-1 16,1 0 0-16,-1 0 0 0,-1 0 2 0,1 1-4 15,0 1 0-15,-1 1-2 0,0 0 0 0,-2 0 11 16,-1-1-6-16,0 1 7 0,-2 1-8 16,-4-4 1-16,0 0 4 0,0 1-2 0,0-1 8 0,10 19-8 15,-10-19 4-15,0 0-6 0,0 1-4 0,-6 16 3 0,6-17-5 16,-12 12 6-16,4-5-6 0,-1 0 4 0,2 0-6 15,-2 1 4-15,0 0-10 0,-1 0 6 0,-2-1 0 0,1 1 1 16,-1-2-5-16,0 2 3 0,0-3-1 0,-1 1 1 31,1 1-6-31,-2-2 3 0,1 0 1 0,-1-1 1 0,1-1 5 16,1 0-7-16,2 1 0 0,-2 0-4 0,3 0-4 0,1-1 6 16,0 0-3-16,3 0 5 15,-1-1 4-15,6-2 1 0,-1 0 6 0,1 0-3 16,-1 0 12-16,1 1 2 0,0-1-4 0,0 1 4 0,-1-1 3 15,0 0-15-15,1 1 5 0,0-1-9 16,0 1 3-16,0-1 0 0,0 1-2 0,15 16 3 0,-15-17 1 16,0 0-1-16,22 10 7 0,-14-6-5 0,1 1 12 0,0 0-2 15,0 1 3-15,0 0-3 0,0 0 6 0,1 2-10 0,-1 0-3 16,1 1-2-16,-1-1-4 0,1 0-1 0,-1 1 0 16,0-1 0-16,0 2 1 0,0-1-5 0,1 1 3 15,0-2-3-15,-2-1 3 0,0 2-2 0,1-2 0 16,-2 0-2-16,1 1-15 0,-3-3-26 0,-5-5-3 15,0 0-10-15,1 1-29 0,0-1-41 0,-1 1-3 16,18 7-19 0,-18-8-70-16,0 0-355 0</inkml:trace>
  <inkml:trace contextRef="#ctx0" brushRef="#br0" timeOffset="44422.65">8074 6672 1458 0,'0'0'244'0,"0"0"926"0,0 0-1125 0,0 0-44 16,0 0-3-16,0 0-14 0,0 0-4 0,0 0 13 16,0 0 3-16,1 0 1 0,16 8-2 0,-17-8 14 15,0 0 5-15,20 4 4 0,-20-4 19 0,1 0 17 16,22-3 0-16,-23 3 7 0,1 0 4 0,21-2-16 0,-22 2-1 15,1 0-6 1,22-3-16-16,-22 3-11 0,-1 0-2 0,23-4-3 16,-23 4-5-16,0 0-3 0,21-2 2 0,-21 2-1 15,1 0-3-15,18-1 1 0,-19 1-6 0,1 0 2 0,-1 0-23 0,17-5-22 0,-17 5-5 16,1 0-9-16,-1 0-46 0,1 0-35 0,0 0-3 16,-1 0-9-1,0-1-9-15,0 1-55 0,13-16-22 0,-13 16-45 16,1-14-435-16</inkml:trace>
  <inkml:trace contextRef="#ctx0" brushRef="#br0" timeOffset="44923.48">8277 6488 2079 0,'0'0'173'0,"0"0"402"0,0 0-490 0,0 0-66 15,0 0-2-15,0 0-19 0,0 0-2 0,0 1-5 16,0-1 0-16,17 14-3 0,-17-14-5 0,15 7 17 15,-6-4-5-15,-1 0 9 0,1-1 12 0,0 1 18 0,-1-1 3 0,1 1 4 32,0 0 14-32,-1-1 0 0,0 1 0 0,0 0-1 0,-1 0-8 0,1 0-22 0,-1 1 6 15,-1-1-12 1,0 0-4-16,1 0-7 0,-1 0-3 0,-1 0 0 16,-5-3-2-16,0 0 0 0,1 1 1 0,-1-1-2 15,14 18-7-15,-14-18-5 0,0 0-3 0,2 17 1 16,-2-17 0-16,0 1 5 0,-6 17-2 0,6-18 2 0,-1 1-3 15,-12 16-7-15,7-11 0 0,-2-2-3 0,1 2 6 0,-1-2-1 16,-2 0 5-16,0 4-5 0,0-2 6 16,0 1 8-16,0-1-2 0,0 0 5 0,-1-1-1 0,1 2-4 15,0-1-1-15,1-1-2 0,0 1-2 0,2 0 7 16,0 0-3-16,2-1 3 0,0-1-14 0,1 0 11 16,4-4-2-16,0 0 6 0,0 1 4 0,0-1 8 15,0 1 1-15,-4 16 2 0,4-17 3 0,0 0-11 0,0 0 5 16,1 1-6-16,16 10 10 0,-17-11-5 0,0 0-1 15,20 7-1-15,-20-7 1 0,16 5-3 16,-6-2 2-16,0-1-1 0,0 0 0 0,0 0-7 16,0-1 2-16,-1 0-2 0,2 0 4 0,-1 0-6 0,1 0-1 15,-1-1-4-15,1-1-13 0,-1 0-29 0,0-1-6 32,0 0-11-32,0 0-42 0,-1-1-27 0,-3-1 0 0,4-1-12 15,-1 1-22-15,-1-2-59 0,2 0-4 16,-1-2-33-16,-1 0-188 0</inkml:trace>
  <inkml:trace contextRef="#ctx0" brushRef="#br0" timeOffset="45569.91">8606 6541 1589 0,'0'0'518'15,"0"0"-329"-15,0 0-52 0,0 0-65 0,-1 0-59 0,1 0-13 16,0 1 0-16,-1-1-4 0,1 1-8 0,-15 18 0 15,15-19 2-15,0 1 0 0,-6 18 8 0,4-10 3 16,1 1 0-16,-1 0 5 0,0 1 7 0,0 0 16 16,0-1 0-16,0 3 6 0,0 1 7 0,0 0-15 15,1 0-1-15,0-1-6 0,1-2-9 0,0-1-4 32,1 0-1-32,2-3-2 0,-2 0-11 0,-1-7 5 0,0 0-2 15,0 1 2-15,1-1-7 0,0 1-1 0,16 9 1 16,-17-10-1-16,0 0 6 0,16-13 2 0,-10 7 1 15,2-2-1-15,-2-1 4 0,0-2 0 0,2-1-2 16,-3-2 0-16,1-1-8 0,-1 2 6 0,0-1-4 0,0 0 4 16,-1 3-2-16,-1-3 7 0,-1 1-3 0,-2 1 5 15,1-1-5-15,-1 2 11 0,-1 1-1 0,1 2 2 16,-3 0-7-16,0 0 9 0,-1 2-4 0,1-1 4 16,-1 3-22-16,1-1-3 0,3 5-7 0,0 0 2 0,-1-1-23 15,-15-11-18-15,16 12-3 0,-1 0-8 0,-18-2-35 0,18 2-23 16,1 0-10-1,-21 8-9-15,21-8-76 0,-1 0-369 0</inkml:trace>
  <inkml:trace contextRef="#ctx0" brushRef="#br0" timeOffset="45990.35">8758 6502 1956 0,'0'0'327'0,"0"0"-98"0,0 0 68 15,0 0-224-15,0 1-90 0,-4 15-13 0,4-16 3 0,1 15-4 16,0-6 13-16,0 2-2 0,-1 0 0 0,1 1 0 16,0 1 11-16,-1-1 9 0,1 2-1 0,0-1 3 15,-1-1 5-15,2 0 15 0,-1-2-3 0,2 1 7 0,-2 0-6 16,2-1 0-16,-1 1-4 0,1-3 2 0,0 0-7 0,-1-2-7 15,-2-6 2-15,0 1-4 16,1-1 6-16,-1 1-5 0,1-1-3 0,15 13-1 0,-16-13-11 0,1 0-1 16,-1 0 5-1,16-10-3-15,-11 4 7 0,1-1 9 0,0-2-1 16,-1-2 4-16,1-1 3 0,0-2-3 0,-1 1 3 16,0 0-2-16,0 0-3 0,0 0 4 15,-2-3 0-15,0 3 3 0,-1-1 4 0,0 1-7 0,0 1-1 16,-2 0-1-16,0 0 2 0,-3 2-10 0,1-1 4 0,0 0-5 15,-3 1 1-15,1 0-5 0,0 1-2 16,-2 1-2-16,0 0-15 0,2 2-10 0,-2 1-1 0,0 1-3 16,-1 1 1-16,-2 3-35 0,0 0-7 0,-2 2-17 15,-2 0-88-15,-1 3-97 0,-2 2-36 0</inkml:trace>
  <inkml:trace contextRef="#ctx0" brushRef="#br0" timeOffset="46562.66">7634 7056 2831 0,'0'0'44'16,"0"0"-66"-16,17-1 8 15,-6-1-26-15,3 0 39 0,4-1 8 0,0-1 2 0,1 0 1 0,2-3-10 0,1 0-2 16,0-1 3 0,1 0-2-16,-1 1 7 0,1 0-6 15,1 1 1-15,0 0-2 0,0 1 4 0,-2 0 28 16,0 1-6-16,1 1 15 0,1 0 5 0,1 1 2 16,1 1 1-16,1-1-1 0,3 0-12 0,-1 1-8 0,2-1-3 15,1 2-2-15,0-1-15 0,3-1-2 16,0 0-2-16,1 0 1 0,-1 0-4 0,-2 2 5 0,0-2-2 15,-1 0 2-15,0 1-5 0,-2-1 4 0,1 1-1 16,-3 1 3-16,0-1-6 0,0 1 1 0,0 0 3 0,0 0-1 16,2 0 4-16,-1-1 0 0,0 1-6 0,-2 0 4 15,-1 0-1-15,0 0 1 0,-2 0-2 0,-1 1 0 16,-1-1-2-16,0 0-2 0,-1 0 6 0,-2 1-5 16,-2-1 7-16,-2 0-17 15,-2 0-5-15,-2 0-5 0,-1 0-33 0,-1 0-22 16,-2 0-7-16,-7 0-6 0,0 0-37 0,1 0-59 0,-1 0 5 0,0 0-26 15,1 0-15-15,-1 0-201 0</inkml:trace>
  <inkml:trace contextRef="#ctx0" brushRef="#br0" timeOffset="47117.58">8543 6977 2809 0,'0'0'72'0,"-1"0"-60"0,0 0-6 0,1 0-14 16,0 0-18-16,-17 6 5 0,17-6-3 0,0 0 3 15,-1 0 2-15,1 1 20 0,0-1 1 0,-18 21 6 16,14-15-6-16,-1 2 10 0,0 1-1 0,1 1 6 15,0 1 4-15,0 2-11 16,1 2 4-16,-1 1-6 0,0 1 2 0,0 1-7 0,0 0-1 0,0 2-2 0,1 0 3 16,1 1-3-16,-1 0 0 0,2 0 0 0,0 0-2 15,1-2 0-15,1-1 1 0,1-1-1 16,1 0-3-16,1-2-2 0,1 1-1 0,0-3 1 0,0-2 5 0,-1-2 5 31,0-2 1-31,1-1 2 0,0-3-7 0,2 0-3 16,-2-2-1-16,4-1 1 0,-2 0 0 0,0-2 6 15,2 0-2-15,-1-3 4 0,-1 0 2 0,0-1-4 16,1-2 8-16,-1 0-6 0,-1-2 11 0,1 0-6 0,0 0-1 0,-1-2-2 16,0 0 6-16,0-2 2 0,-1 1 1 15,-1 1-1-15,-1 0-1 0,0 2 11 0,-1 0-4 16,-1 2 6-16,-1-1-6 0,0 1-3 0,-2 1-1 0,0-1-1 16,-1 2-3-16,-1-1-8 0,0 1 1 0,-1 0-3 0,0 0-2 15,-2 1-2-15,1 1 2 0,-3 0-1 16,1 2 0-16,-1-1-7 0,-2 1 2 0,1 1-4 0,0 1 1 15,-3 1-18-15,3 1-6 0,0 1-2 0,1 0-17 16,1 0-10-16,0 1 1 0,1 0-7 0,1 0-23 16,2-1-56-16,4-3-9 0,-1 0-24 0,0 1-100 15</inkml:trace>
  <inkml:trace contextRef="#ctx0" brushRef="#br0" timeOffset="47730.73">9354 6755 1982 0,'0'0'331'0,"0"0"-55"16,0 0 54-16,0 0-199 0,0 0-119 0,0 0-9 15,0 0-3-15,0 0-1 0,0 1-11 0,0-1-9 16,0 1 0-16,0-1-1 0,-8 17 22 0,8-17 16 16,-1 0 5-16,1 0 1 0,-1 1 6 0,-19 17-2 15,14-12-3-15,-1 1 2 0,-1 0 4 0,2 0-8 0,-2 1 2 16,0 0-6-16,0 2-17 0,-1-2 3 0,1 2-3 0,-2-1 3 16,0 1-3-16,0 0-2 0,-1 0 1 15,0 1-2-15,2 0 0 0,0 0 1 0,0 0 0 0,3-1 0 16,-1 0 7-16,2-1-3 0,0 0 1 0,3-1-2 15,-1-1-3-15,3 1 2 0,-1-1-2 0,0-1 2 16,2 0-8-16,0-1 8 0,3 2-1 0,2-1 3 16,0 1-8-1,3 0 3-15,-1 1-3 0,2-2 3 0,2 1 5 0,1-2 2 16,-1 2 3-16,1 0-3 0,1 0 4 0,-2 0-5 16,1-1 2-16,-1 0-2 0,1 0 13 15,0-1-10-15,1 0 2 0,0 0-6 0,0 0-6 16,-1 1 6-16,1 0-1 0,-2-1 5 0,-1 1-4 15,-1-2 0-15,0 1-2 0,-2-1 0 0,0 1-17 0,-2-1-16 16,0 0-8-16,0 0-2 0,-6-4-42 0,0 0-52 16,0 1-13-16,1-1-19 0,15 10-98 0,-16-10-166 15</inkml:trace>
  <inkml:trace contextRef="#ctx0" brushRef="#br0" timeOffset="48804.53">9576 6438 2131 0,'0'0'192'0,"0"0"27"0,0 0 4 0,0 0-76 15,0 0-95-15,0 0-52 0,0 0-1 0,0 0-18 16,0 0 0-16,0 0 5 0,0 0-4 16,1 0 16-16,18 5 5 0,-19-5-3 0,1 0 5 0,21 5-2 15,-14-3 0 1,2 0 5-16,0 2-1 0,1-1 13 0,-2 0-7 0,2 2 2 0,-2-1-5 0,-1 0-2 15,0 1-3-15,1 0 1 0,-2 1-2 0,0 0 3 16,-1 0-5-16,-1 0-1 0,-1 1-1 0,-1-1-3 0,0 2 0 31,-1-1-8-31,-2 0 4 0,0 0-23 0,-3 1 9 16,-1 0 7-16,0 1-1 0,-2 0 8 0,-1 1-7 0,-2 0 1 16,-1 0-2-16,1 1 14 0,-3-1-1 15,2 0-2-15,-3-1 2 0,1-1-1 0,-1 2 3 16,1 0-2-16,0 0 2 0,3 0 5 0,0-1-6 15,1 0 3-15,1-1-4 0,0-1-3 0,1-1 4 0,1 0-9 16,2-1 6-16,3-5-16 0,0 0 7 0,0 1 6 0,0-1 0 16,-1 17 25-16,1-17-12 0,0 0 2 0,18 9-6 15,-9-5 1-15,3-1-7 16,3 1 1-16,2 1-4 0,1-1 3 0,-1 0 1 16,2 0-1-16,-2-2-6 0,1 1-74 0,-1-2-15 0,0 0-19 0,0-2 9 0,-1 0-36 15,3-1-70-15,-1-2-6 0,2-3-51 0,-2-1-344 16</inkml:trace>
  <inkml:trace contextRef="#ctx0" brushRef="#br0" timeOffset="49194.92">9925 6510 2576 0,'0'0'137'15,"0"0"236"-15,-1 0-349 0,1 0-31 0,-17 18-7 0,17-18-8 16,0 1-8-16,-9 19 0 0,6-11 1 16,1 1-2-16,0 1-10 0,1 2 18 0,0-2 0 15,1 2 9-15,0-1 18 0,0-2-2 0,1 1 8 0,1 0-5 16,0 0 20-16,1-1-5 0,0 1-3 0,1-3-1 16,0 1-9-16,0-2-4 0,1-1 3 0,0-1-2 0,0-1 5 15,1-1-13-15,0-2-1 0,1-1-4 16,0 0 7-16,1-2-5 0,0-1 8 0,0-2-6 15,1-1 6-15,-2 0 7 0,1-2 3 0,-1-1 1 16,-1 1 5-16,0-2 2 0,-3 0-3 0,1 1 3 0,0 1-6 16,-2-2 3-16,1 0-2 0,-3 0 3 0,1-1-4 0,-1 2 6 31,0-1-7-31,-1 1 6 0,-2 1-16 0,1 0-7 16,-2 1-3-16,1 1-3 0,-1 1-8 0,-1 1-10 15,-1 0-3-15,-2 1-5 0,0 0-39 0,-2 2-11 0,1 0-16 16,-2 1 3-16,0 1-48 0,0 0-55 15,1 1-15-15,0 1-35 0,0 0-268 0</inkml:trace>
  <inkml:trace contextRef="#ctx0" brushRef="#br0" timeOffset="49638.16">10056 6412 3229 0,'0'0'60'0,"0"0"-70"0,1 0-5 16,20 8-17-16,-11-4 20 0,1 1 3 15,1 1 3-15,-1-1-2 0,0-1 4 0,-1 1-1 16,0 0 5-16,0 0-1 0,0 0 3 0,-1 0 3 16,0 1 0-16,-1 0 2 0,1 0 15 0,-1 0 1 15,0 1-1-15,1-1 1 0,-3 2-13 0,-2-2 3 16,1 1-6-16,-3-1 4 0,1 0-13 0,0 1 3 15,-3-1-1-15,1 1 1 0,-2 1-13 0,-1 0 0 16,1 1 1-16,-3 1 1 0,0 0 8 0,-3-1-1 16,0 1-4-16,-1 0 2 0,-1-1 0 0,1 2 8 0,-2-3-3 0,3 2 5 15,-2-3-10-15,3 0 8 0,0 0-2 16,0-1 4-16,1 1-9 0,1-2 2 0,4-5 2 16,0 0 0-16,0 1 0 0,0-1-14 0,-12 19 3 0,12-19-6 0,0 0-6 15,0 0 15-15,0 0 1 0,0 0 7 16,0 1 9-16,0-1-9 0,0 1 1 0,0-1-1 15,18 15 1-15,-18-15 0 0,17 2-2 0,-7-1 1 16,0-1 2-16,1 1-14 16,1-1 1-16,-1 0-9 0,-1 0-27 0,0-1-28 15,1 1-6-15,-2-2-8 0,1 0-29 0,-1 0-24 16,0 0-2-16,0-1-9 0,0-1-31 0,0-1-88 0,1-2-78 0</inkml:trace>
  <inkml:trace contextRef="#ctx0" brushRef="#br0" timeOffset="49904.05">10345 6534 2513 0,'0'0'135'15,"0"0"264"-15,0 0-386 0,0 0-40 0,0 0 3 16,0 1-16-16,23 10 5 0,-13-10 17 0,2 0-5 15,1 0 10-15,2-1 4 0,0 0 24 0,1-1 7 0,0 0 7 16,-3 1 28 0,1-1 11-16,-1 1-4 0,0 0 3 0,1 0-33 0,-2 0-12 0,-1 1-4 0,-2-1-2 15,1 1-12 1,-3-1-4-16,1 0-9 0,-3 0 0 0,-5 0-42 16,0 0-30-16,1 0-6 0,15 0-12 0,-16 0-59 0,0 0-48 15,0 0-18-15,0 0-16 0,0 0-146 0</inkml:trace>
  <inkml:trace contextRef="#ctx0" brushRef="#br0" timeOffset="51307.94">10747 6377 1832 0,'0'0'155'0,"0"0"33"0,0 0 1 16,0 0-58-16,0 0-72 0,0 0-48 0,0-1 4 15,0 1-6-15,0-1-6 0,0 1-5 0,0-1-2 16,0 1 1-16,0-1 10 0,0 1 4 0,0 0 4 0,1 0-2 0,18 0 0 16,-19 0-4-16,0 0-3 0,17 10 0 15,-17-10-1-15,0 0 1 0,17 14 2 0,-17-14-2 0,12 13-6 16,-6-8 6-16,0 1-4 0,-1-1 5 15,0 0-2-15,0 2 3 0,-1 1-2 0,0-1 2 16,-1 0-4-16,-2 0-4 0,0 0 3 0,-1 1-3 0,0 0-6 16,-2-1 5-16,-1 1-6 0,-1 0 5 0,-2 0-6 15,0 1-1-15,-3 0 6 0,-1 1-4 0,0-1 10 0,-2 1 1 32,-2 0 0-32,0 0 0 0,0 1-2 0,1-1 2 15,-1-1-4-15,1 1 4 0,1-2 1 0,0 0-2 16,1-1 2-16,1-1-3 0,1 2 0 0,1-2 8 0,1 2-1 15,2-3 3-15,5-5-3 0,-1 0 3 16,1 0-3-16,0 1 2 0,-1-1-8 0,0 1-2 0,-9 15 1 16,10-16-1-16,0 0-1 0,0 0 0 0,0 1 0 15,17 10-1-15,-17-11-8 0,17 7-9 0,-7-3 1 16,2 0-4-16,1 0 6 0,2 0 7 0,1 0-5 0,1 0 5 16,0 0 1-16,0 0-18 0,-1 0 7 0,0-1-12 15,-1 0-18-15,-1-1-50 0,0-1-7 0,0-1-22 16,1-2-103-16,-1-1-214 0</inkml:trace>
  <inkml:trace contextRef="#ctx0" brushRef="#br0" timeOffset="51754.73">10949 6502 2710 0,'0'0'119'0,"0"0"161"0,-1 1-279 0,1-1-17 16,-12 16-3-16,12-16-5 0,-6 14 5 0,3-4-18 0,-1-1 3 15,2 3-9-15,-1 1-2 0,2 1 35 0,2 0-3 16,-1-1 14-16,1 1 0 0,1-2 8 16,-1-1-4-16,1 1 6 0,1-1-1 0,0-1 1 0,1-1 2 0,2 0 0 15,0-2 3-15,0 0-4 0,0-2-3 0,1-1-1 16,0-1-9-16,0-1-26 0,2-1-3 0,-2-1-7 15,1-2 3-15,0-1 12 0,1-2 8 0,-1-1-1 16,0 0 11-16,-1-2 3 0,1-4 2 0,-1 2 1 16,0-2 6-16,1 1 11 0,-2 0-7 0,-1-3 7 15,1 1-14-15,-2 0 9 0,0-1-2 0,1 0 4 0,-2 1 6 16,-1-1-5-16,1 0-1 0,-3 0-2 16,0 1-6-1,0 0-8-15,-1 1 5 0,-1 1-5 0,0 2-1 0,-1 1-2 16,0 0-3-16,-2 3 2 0,1 0 0 0,-3 2 1 15,-1 0 0-15,-1 1 0 0,0 2 3 0,-3 1-9 16,1 3-1-16,-1 0-5 0,0 1-15 0,1 2-30 16,-1-1-5-16,1 1-12 0,0 0-63 0,1 2-84 15,0 0-25-15,2 0-50 0,1-1-420 0</inkml:trace>
  <inkml:trace contextRef="#ctx0" brushRef="#br0" timeOffset="52155.37">11260 6466 2574 0,'0'0'309'0,"0"0"-236"0,0 0-17 0,0 0-61 16,0 0-11-1,7 20-8-15,-7-11-5 0,0 3-3 0,-2-1-18 16,0 2 21-16,0 1 6 0,0-1 6 0,0 1 18 0,0 1 5 15,1-1-3-15,0 0 3 0,0 1 1 0,1-3 13 16,0 1-2-16,0 0 5 0,1-3-4 16,0-1-11-16,1 0 1 0,-1-3-5 0,1 1 6 0,-2-7-6 15,0 0 3-15,0 1-5 0,1-1-12 0,-1 1-5 16,17 13-4-16,-17-14 3 0,1 0 1 0,19-7 8 16,-9 1 2-16,-1-3 1 0,1-1 1 0,1-1 3 0,-1-2 0 15,2 2 2-15,0-2-2 0,-1-1 9 0,2 0-6 0,-3-2 7 16,0 1 6-16,-1 1-4 0,-1 0 8 0,-2 0-8 15,-1 1 11-15,-2 1-6 0,-1 0-3 0,0 1-1 16,-3 0-11-16,0 2 4 0,0 0-2 0,-3 2 2 16,0 0 1-16,-1 1-7 0,0 2-2 0,-3-1-4 15,0 2-15 1,-5 2-17-16,-1-2-1 0,-4 2-8 0,-3 0-34 16,-2 0-47-16,-1 1-4 0,-2 0-21 0,2 0-85 15,-1 2 973-15</inkml:trace>
  <inkml:trace contextRef="#ctx0" brushRef="#br0" timeOffset="52795.24">9819 6906 1147 0,'0'0'164'16,"-1"0"426"-16,0 0 219 0,1 0-655 0,-17 7-149 0,17-7-38 16,0 0 5-16,0 0-15 0,-1 1 7 0,1-1-12 0,0 1 4 0,0-1-3 15,0 1 39-15,0-1 23 0,0 0 5 0,0 1 8 16,0-1 26-16,0 1-6 16,16 10 4-16,-16-11-5 0,0 0-3 0,25 4 8 15,-14-2-9-15,2 0 9 0,1 1-7 0,2-2-5 0,1 2 1 16,1-1-4-16,3 1-2 0,3-1-12 15,1 1 4-15,3-1-8 16,2 1-4-16,2-2-2 0,2 1 0 0,-1-2 0 0,2 0-5 0,-2 0-3 0,1 0 4 0,2-1-3 31,0-1 0-31,0 0 3 0,0 0-4 0,-1-1 5 0,1 0 1 0,1-1-5 0,1 0 3 0,1 0-4 32,-1 0 3-32,0-1-8 0,1 2 5 0,0-1-5 15,0-1 6-15,-2 1-1 0,-1 0-4 0,-2 0 3 16,0 0-1-16,1 0-1 0,-1-1 2 0,-3 0-2 0,-1 2 0 15,-3-1 2-15,-2 2-4 0,2 0 1 0,0-2 0 16,0 3-1-16,1-2 2 0,-3 0-2 0,-1 2 3 0,-1 1-3 16,-1-1 3-16,-3 1-3 0,0-1 5 0,-2 0-7 15,1 0 4-15,-2 1-5 0,-1 1 2 0,0-1-1 16,-4 1-9-16,-2-1 3 0,-2-1-22 0,-7 1-31 0,1 0 1 16,0 0-16-1,-1 0-34-15,0 0-67 0,1 0-10 0,-1 0-23 0,1 0-54 0,-1 0-173 0</inkml:trace>
  <inkml:trace contextRef="#ctx0" brushRef="#br0" timeOffset="53388.03">10777 6971 1832 0,'0'0'421'0,"0"0"-292"0,0 0-15 16,0 0-84-16,-1 1-30 0,1-1 3 15,-12 19-5-15,12-19 3 0,-9 13-6 0,4-5 5 16,-2 2 0-16,0 1 2 0,-2 0 7 0,-1 3 1 0,2-1 0 16,-2 2 1-16,0 1 5 0,2 0 0 0,-2 1 4 15,1 1-3-15,1 1 10 0,-1 1-3 0,1 0-3 0,1 2 0 32,-1-1-14-32,1 2 5 0,1 1-3 0,0 0 2 0,1 2-7 15,1-1 3-15,1 0-3 0,1-2 3 0,0 0-4 16,2-3-1-16,-1 0 2 0,2-2-2 15,0-1 4-15,0-2 10 0,2-1 1 0,0-1 5 16,1-2 4-16,1-2-7 0,1-1-4 0,0-3-2 16,0-1-17-16,1-2-3 0,0-2-4 0,2-1 1 0,1-2-9 15,1-3 9-15,0-2 1 0,1-2 3 0,1-1 7 0,0 0 4 16,0-1-1-16,0 0 1 0,-3 0 1 0,1 0-1 16,-1 0 1-16,-1-1-1 0,-2 1 1 0,-2 1 10 15,-1 0 3-15,0 2 3 16,-3 0 18-16,1 1-4 0,-1 0 4 0,-1 1-5 15,-1 1-5-15,0 1-12 0,-1 0 0 0,2 5-6 16,0 0-6-16,-1 0-4 0,-15-12-5 0,15 12 1 0,-15-4-9 0,6 3 3 16,-1 0-3-16,-1 1 0 0,0 1-11 0,1 2-3 0,0 0-8 15,0 1 0 1,1 0-46-16,0 0-70 0,0 0-12 0,0 1-33 16,0 0-165-16</inkml:trace>
  <inkml:trace contextRef="#ctx0" brushRef="#br0" timeOffset="54359.84">7405 6808 2837 0,'0'0'152'15,"0"0"-10"-15,0 0 2 0,-1 0-80 0,1 0-46 0,0 0-24 16,-1 0-10-16,0 0 7 0,-15 5-3 0,16-5-5 15,0 0 9-15,0 0-8 0,-1 0 17 0,1 1-1 0,0-1 0 16,-14 18 0-16,14-18 6 0,-1 0 5 0,1 1 4 16,-18 13 0-16,18-14 9 0,0 0-6 0,-17 15-1 15,17-15-1-15,-13 14-7 0,5-8-3 16,1 2-2-16,-2 1 1 16,1-1 0-16,-1 1-3 0,-1 1 4 0,0 1-5 15,0 1-7-15,-2 0 3 0,0 0-2 0,-1 1 4 16,0-1 5-16,1 1-4 0,-1-1 0 0,1 1-2 0,0-1 2 0,0 0 6 0,2-1-3 15,0-1 3-15,1 0-11 16,0-3 8-16,2 2 2 0,1-1 4 0,0 1 2 0,2-1-11 16,0-2 4-16,2 1-5 0,-1 0-3 0,2-1-1 15,1-6-2-15,0 0 3 0,0 1 3 0,-1 18-3 16,1-19 4-16,0 0-3 0,1 0-1 0,13 20 5 16,-7-15-5-16,2 2 4 15,0-1-5-15,2 0 6 0,1 2-1 0,1-1 3 0,0 1-1 0,-2 0-10 16,1-2 3-16,1 1-6 15,0 0 2-15,1 0 2 0,1 0-3 0,-3 0 3 0,0 0-4 0,-2 0-13 16,1 0-16-16,-3 0-1 16,1-1-67-16,-2 0-48 0,-1-2-12 0,-6-4-22 15,0 0-145-15</inkml:trace>
  <inkml:trace contextRef="#ctx0" brushRef="#br0" timeOffset="55055.98">6104 6446 1556 0,'-6'0'143'0,"6"0"-79"0,0 0-2 0,-16 0-21 0,16 0 23 16,-1 0 3-16,1 0 3 0,-19-3-2 0,19 3 0 15,-1 0-2-15,1 0 0 0,0 0-1 0,-17 1-4 16,17-1-12-16,0 0-2 0,0 0-5 0,-1 0-14 16,0 1-16-16,-14 15-2 0,15-16-5 0,0 1-5 0,-5 22 6 15,3-12-4-15,0 0 4 0,-1 2-4 0,0 0 1 16,0 0 0-16,0 1-1 0,0 1-2 0,-1 2 0 16,1-2 0-16,0 3 0 0,0-2 0 0,1-1-8 15,0 2 0-15,1-1-7 0,1 0-44 0,0-1-150 0,1-1-12 0,2-3-69 16,-1-1-281-16</inkml:trace>
  <inkml:trace contextRef="#ctx0" brushRef="#br0" timeOffset="55770.93">6281 6533 1797 0,'0'0'305'0,"0"0"-211"15,0 0 35-15,0 0-116 0,0 0-62 0,0 0 6 16,0 0-3-16,17-7 7 0,-17 7 3 0,1 0 3 16,0 0 1-16,19-14 4 0,-20 14 26 0,0-1 36 15,11-15 2-15,-11 16 15 0,0 0 37 0,4-18 9 16,-4 18 1-16,0-1 1 0,0-19-10 15,0 20-34-15,0 0-1 0,-1-19-13 0,1 19-24 0,-3-15-6 0,1 7-3 16,1 1-1-16,-2 1 1 0,1 0-2 0,0-1 3 16,-1 0-1-16,1 2 4 0,-1-2 0 0,-1 2 1 15,-1-1-2-15,5 6-1 0,0 0 6 0,0-1-5 0,-1 1 4 32,-17-18-8-32,18 18 5 0,0 0 1 0,0 0 1 15,-1-1-1-15,-16-9-9 0,17 10 1 0,-1 0-5 16,1 0-1-16,-1 0-9 0,-17-1 3 0,18 1-5 15,-1 0 6-15,1 0-4 0,-19 8 2 0,19-8-1 0,0 1-1 16,-1-1-2-16,-17 23-2 0,13-14 2 0,0 0-2 16,0 1 9-16,0 2-2 0,0 1 4 0,1-1-1 0,2 0-1 15,-1 0 5-15,1-1-3 0,1 1-2 0,1-2-3 16,1-2-4-16,0 0 2 0,2-3-2 0,-1 0-1 16,-2-5 0-16,1 0-1 0,-1 1-6 0,1-1-23 15,20 10-2-15,-21-10-7 0,0 0 8 0,17-3 29 16,-17 3-2-16,0-1 10 0,18-10 0 0,-18 11 7 15,1-1 0-15,18-14 0 0,-19 15 3 16,0 0-2-16,0-1 1 0,18-18-2 0,-18 19-1 0,0-1 1 0,1 1 1 0,-1-1 2 16,15-16 9-1,-15 17 0-15,0 0 0 0,0 0-1 16,0 0-2-16,0 0 6 0,1 0 1 0,-1 0 4 0,1 0 17 16,0 0-5-16,-1 0-1 0,0 1-4 15,0-1-14-15,5 23-12 0,-8-15 3 0,2 3-4 16,0 2 2-16,-2 1 1 0,1 0 2 0,-2 0-1 0,1 2-1 15,0 0-1-15,0 1 0 0,1 0 0 0,-1 1 2 0,2 2 5 16,-2 0-4-16,1 0 5 0,0 1-6 0,0-2 2 16,0-1-3-16,0-2 2 0,1-1-1 15,0-1-6-15,1 0 2 0,0-4-4 0,0-1 4 16,0-9-29-16,0 1-1 0,0-1-16 0,0 1-56 0,2 15-59 16,-2-16-23-16,0 0-14 0,0 0-104 0</inkml:trace>
  <inkml:trace contextRef="#ctx0" brushRef="#br0" timeOffset="56236.93">6455 6390 2533 0,'0'0'110'0,"0"0"125"15,0 0-219-15,0 1-24 0,-5 18-2 0,5-11-8 16,0 2 7-16,1 2 1 0,0-1 3 0,-1 2-3 16,0-1-4-16,-1-1 11 0,1 1-3 0,-1-2 7 15,1 0 5-15,0-2 3 0,-2 0-3 0,2-1 3 0,0-1-7 16,0 0 2-16,1 0 1 0,0 0 1 0,-1 0 10 0,1 0-3 16,0 0-2-16,1 1-1 0,-1 0-11 0,1 0 1 15,1-2 1-15,-3-5 0 0,0 0-2 0,4 16-3 16,-4-16-1-16,0 1 0 0,8 16 1 0,-8-17-4 15,0 0 6-15,1 1-5 0,15 18 3 0,-16-19 4 16,0 1-3-16,16 16 5 0,-16-17 2 0,0 0 1 16,17 17 4-16,-17-17-3 0,0 1 0 0,13 15-1 15,-13-16-1-15,0 0 1 0,12 18 4 0,-12-18-5 0,0 0 1 32,0 0-3-32,4 19 4 0,-4-19 1 0,0 1 3 15,0-1-3-15,1 19-3 0,-1-19 5 0,0 0-1 0,0 1 4 16,-13 15 0-16,13-16-4 0,0 0-2 0,-1 1 0 15,-19 15-6-15,11-12-22 0,2-1-1 0,-2 0-8 16,-1-2 3-16,0 1-30 0,-1 0-2 0,-1-1-14 0,-1 0-33 0,-1-2-41 16,1 0-4-16,-4-2-24 0,2-1-131 0</inkml:trace>
  <inkml:trace contextRef="#ctx0" brushRef="#br0" timeOffset="56620.08">6455 6467 1902 0,'0'0'200'0,"0"0"-135"0,0 0-30 0,0 0-18 16,0 0-28-16,0 0 1 0,0 0-6 0,0 0 3 15,1 0-15-15,0 0 8 0,-1 0-1 0,0 0 6 16,1 0 15-16,-1 0 16 0,1 0 6 0,0 0 5 16,-1 0 37-16,0 0 9 0,0 0 1 0,1 0 0 15,0 0-6-15,-1 0-16 0,18-8-3 0,-18 8-5 16,0 0-16-16,0 0-16 0,0 0 7 0,0 0-10 0,17-5 10 16,-17 5-13-16,0 0 6 15,1 0-8-15,16-3-1 0,-17 3-3 0,1 0 0 0,0 0 0 0,-1 0 11 16,21 1-7-16,-21-1 2 0,0 0-3 0,17 1-3 0,-17-1 6 15,0 0-6-15,0 0 6 0,17 0-10 0,-17 0 3 16,0 0-3 0,0 0 2-16,0 0-11 0,1 0-20 0,-1 0-17 0,17 2-4 0,-17-2-88 0,0 0-71 31,0 0-11-31,1 0-31 0,0 1-129 0</inkml:trace>
  <inkml:trace contextRef="#ctx0" brushRef="#br0" timeOffset="56973.46">6592 6618 1297 0,'0'0'227'0,"0"0"841"0,0 0-996 16,0 0-55-16,0 0-4 0,0 0-16 0,0 0-18 0,0 0 19 15,0 0-1-15,0 0 5 0,1 0-3 16,15 6 6-16,-16-6 8 16,0 0 1-16,0 0 28 0,1 0 5 0,-1 0-2 0,1 0 4 0,16 0-1 0,-17 0 5 15,0 0 0-15,1 0 1 0,16 2-13 0,-17-2-2 32,1 0-9-32,19 0 4 0,-20 0-30 0,0 0 5 15,20 0-5-15,-20 0 5 0,1 0-6 0,16-4 0 16,-17 4 0-16,1 0 1 0,-1 0-6 0,19-4 2 0,-19 4-12 15,0 0 4-15,1 0-59 0,-1 0-40 0,0 0-8 0,1 0-14 16,-1 0-48-16,17-9 2 0,-17 9-13 16,0-1 4-16,0 1-64 0</inkml:trace>
  <inkml:trace contextRef="#ctx0" brushRef="#br0" timeOffset="57469.71">6783 6375 2723 0,'0'0'105'0,"0"0"64"0,0 0-141 0,0 1-36 15,0-1 5-15,0 1-15 0,7 15 13 0,-7-16-10 16,1 1 3-16,-1-1-6 0,21 18 5 0,-21-18 17 31,0 0-3-31,21 12 11 0,-21-12 3 0,0 1 10 0,18 10-5 16,-18-11 6-16,0 0-8 0,1 1 2 0,18 16-1 15,-19-17 0-15,0 1-10 0,11 17-3 0,-11-18 2 16,0 0-2-16,7 17-5 0,-7-17 5 0,0 0-5 0,4 19 5 16,-4-19-6-16,0 1 2 0,1 17 2 0,-1-18 0 15,0 1 5-15,-8 17-6 16,8-18 3-16,-1 0-5 0,-12 21 5 0,7-14-1 16,1 0-2-16,0 0 1 0,-1 1-2 0,1 0 3 0,0-1-4 0,0-1 2 15,1 1-5-15,-1 0-4 0,1-1 7 0,1 1-4 16,0 0 2-16,-1-1 0 0,2 1-5 0,0 0 4 0,0-1 2 15,0 0-2-15,0 0 2 0,1 0-2 0,1 0 2 16,0-6 1-16,0 1 0 0,0-1 0 0,1 17-6 0,-1-17 5 16,0 0-5-16,0 0 5 0,1 1-7 0,0-1-4 31,14 17 4-31,-15-17-3 0,1 0 7 0,15 8-13 16,-16-8 1-16,1 0-7 0,17 7-4 0,-18-7-2 0,1 0 3 15,17 5 1-15,-18-5 16 0,0 0-13 0,18 2-8 16,-18-2-3-16,1 0-44 0,17-3-23 15,-18 3 9-15,0 0-13 0,17-7 12 0,-17 7 18 16,0 0-6-16,17-12 10 0,-17 12-10 0,12-13-76 16,-6 5-7-16,1 0-42 0,1-2-218 0</inkml:trace>
  <inkml:trace contextRef="#ctx0" brushRef="#br0" timeOffset="57930.25">7053 6483 1529 0,'0'0'257'0,"0"0"14"16,0 0 5-16,0 0-82 0,-1 0-145 0,0 0-13 0,1 0-4 0,-1 0-1 16,-15 5-8-16,16-5-8 0,0 1-2 0,-1-1-3 15,-11 20-7-15,12-20 5 0,-8 16-5 0,4-8 4 0,1 2-4 0,-2 0 8 16,2 0 2-16,-1 1 1 0,1 0 10 0,0 1 13 31,0-1-7-31,1 1 8 0,0-2-7 0,-1-2-15 16,3 2 1-16,0-2-8 0,0 0-6 0,0-1-3 0,0 0 1 0,1-2-1 15,-1-5 3-15,0 1-11 16,0-1 3-16,0 0-8 0,9 18-3 0,-9-18-1 0,0 0-2 16,1 0 0-16,-1 0-3 0,17 4 14 0,-17-4-4 15,0 0 7-15,0 0-3 0,19-10 13 0,-19 10-2 0,0-1 7 16,17-14-4-16,-11 9-4 0,-1 0 1 0,0-1-3 16,0 1-2-16,0-1 3 0,-2 1 0 0,1-2 2 15,0 1 3-15,0 1-2 16,-1-2 0-16,-1 1-1 0,1-1 4 0,-1 0-5 15,0 0 7-15,-1 1-7 0,0 0 11 0,0-1-2 16,-1 2-2-16,0-1 1 0,0 1 2 0,-1-1-3 16,-1 1 4-16,1 0-4 0,-2-1 0 0,1 2-10 15,-1 0 1-15,-1 0-5 0,4 5 5 0,0 0-14 16,-1-1-1-16,1 1-7 0,-19-16-18 0,19 16 10 16,-1 0-4-16,1 0 4 0,-21-5-23 0,21 5-28 15,-1 0-1-15,-15 2-10 0,16-2-18 0,0 0-47 16,0 0-18-16,-20 6-21 0,20-6-165 0</inkml:trace>
  <inkml:trace contextRef="#ctx0" brushRef="#br0" timeOffset="58404.53">7178 6505 1920 0,'0'0'325'0,"0"0"-173"0,0 0 45 0,0 0-141 0,0 0-59 0,0 1-9 16,0-1-2-16,0 19 0 0,0-19 3 0,0 0-18 31,0 16 8-31,0-16-8 0,0 1 27 0,1 18 10 0,-1-18 1 16,1 15 3-16,-1-7-1 0,0 1 1 15,0-1 0-15,2 2 1 0,-2 0 10 0,1-1-2 16,-1 0 2-16,2-1-3 0,-1 0-9 0,1 0-7 16,2-2-3-16,-1 0-1 0,-3-7 3 0,0 0 6 0,1 0 3 15,-1 1-2-15,1-1-8 0,15 12-6 0,-16-12 2 16,1 0-1-16,0-1 22 0,16-10-6 0,-17 11 0 16,12-11-3-16,-6 2 0 0,0 0-7 0,-1-1 6 0,0 0-5 15,-1-1 3-15,0-1 4 0,-1-2-2 0,1 1 3 16,0-1-4-16,-2 2 6 15,1-1-2-15,-2 0 4 0,0 1 15 0,-1-1 2 16,-1 2 1-16,0-1-2 0,-1 1-18 0,-1 2-3 16,1 0-4-16,-1 2 2 0,0 0 2 0,-1 2-6 0,4 5 1 0,0-1-4 0,-1 1-19 15,-18-12 2 1,19 12-4-16,-15-2 4 0,5 2-17 0,2 2-29 16,-2-1-8-16,-1 1-10 0,2 1-59 0,-1 1-29 15,3 0-22-15,-3 2-13 0,1 0-188 0</inkml:trace>
  <inkml:trace contextRef="#ctx0" brushRef="#br0" timeOffset="59006.27">5998 6976 2506 0,'0'0'98'0,"0"0"69"0,0 0-158 16,0 0-25-1,1 0 3-15,14 4-8 0,-6-2 21 0,1-1-21 0,1 0 4 16,2 0-9-16,-1 0 7 0,3 0 19 0,-1-1-2 16,0 0 9-16,1 0 14 0,-2 1 13 0,0-1 2 15,0 1 3-15,0 0 8 0,1 0 6 0,-1-1-4 16,2 0 3-16,-1 0-13 0,1 0-10 0,0-1 0 15,2 0-6-15,1-1-13 16,2 1 0-16,3-2-3 0,-1 1 1 0,2-1-4 16,-1-1-3-16,0 1 1 0,-2 0-2 0,0 1 0 15,0 0 3-15,1 0 0 0,0 1 0 0,0-1-7 0,0 1 7 16,-1-1 0-16,0 1 3 16,-1 1-5-16,-1-1 8 0,1 0-2 0,-3 0 5 15,1 0-2-15,2 0-10 0,0-1 1 0,1 0-3 0,1 1 3 16,-2-1 1-16,0 0 0 0,-2 2 0 0,-1-2-2 0,-1 1 4 15,0 1-3-15,-1-1 4 0,-1 1-4 0,-2 1 1 16,2-1-1-16,-3 0 1 0,2 0-1 0,-1 1 0 16,-3-1-2-16,-1 1 0 0,0-1-21 15,-3 0-28-15,-5 0-1 0,1 0-12 16,-1 0-38-16,19 0-51 0,-19 0-12 0,0 0-16 0,0 0-78 0,0 0-123 16</inkml:trace>
  <inkml:trace contextRef="#ctx0" brushRef="#br0" timeOffset="59605.75">6696 7071 2546 0,'0'0'161'16,"0"0"-96"-16,0 0-10 0,-1 0-27 0,-17 4-41 0,18-4-1 15,0 0-6-15,0 0 3 0,-1 0-13 0,-18 7 14 16,19-7 5-16,-1 0 4 0,0 0 6 0,-19 16 17 16,14-10-2-16,0 2 11 0,0 1 1 0,-1 0 1 15,1 3-4-15,-1 0 3 0,0 1-16 16,1 2-6-16,-1-1-1 0,1 1-1 0,0 2-3 0,0 0 1 15,2 1-1-15,-1 1 1 0,2 0-6 0,-1 1 6 0,0 1-4 16,2 0 5-16,0-1-1 0,1-1-2 0,1-1 0 16,0-2-2-1,0-1-1-15,1-2 5 0,3-1-1 0,-1-3 1 16,0 0-1-16,0-2-1 0,0-2-1 0,2-1 0 16,-1-2-5-16,1 0-2 0,-5-2-2 0,1 0 1 15,16 1-7-15,-17-1 15 0,1 0-3 0,20-9 6 0,-14 5-8 16,0-2 5-16,-1-1-4 0,1 0 5 0,-1 0 11 15,0 0-2-15,0-1 3 0,-1-1-3 0,-1 0 4 16,-1 1 0-16,0 0 4 0,-1-1-2 0,0 2 10 0,0-1-6 16,-1 0 2-16,0 0-4 0,0 1 0 0,-1-1-3 15,-1-1 1-15,-1 2-2 0,0-1 0 0,0 1 5 16,-1 0 1-16,-2 0 3 0,1 1-1 0,-1 0-3 16,0 2 0-16,-1 0-1 0,-1 1-1 0,0 2-2 15,-1 1-1-15,0-1 0 16,0 0-5-16,-3 0-2 0,1 1-3 0,-3 3 1 0,3-1-4 0,0 2-3 15,1-2-3-15,1 0-1 0,0 1-22 0,3-1-14 0,0 2-8 16,5-4-4 0,-1 0-57-16,0 0-56 0,1 0-15 0,-1 1-21 0,-15 9-133 0</inkml:trace>
  <inkml:trace contextRef="#ctx0" brushRef="#br0" timeOffset="60436.04">11492 6100 2757 0,'0'0'182'0,"0"0"-26"0,1 0-4 0,15 3-81 16,-16-3-81-16,0 0-3 15,20 4-4-15,-20-4 7 0,14 10-6 0,-6-4-27 0,-1 0 14 16,1 2-15-16,0 0 38 0,-1 2 5 16,1 2-2-16,0 2 3 0,1 0-2 0,-1 3-2 0,2 1 3 15,0 3-2-15,-1 1 6 0,1 3 0 0,0 1 2 0,0 0 1 31,1 1 8-31,-2 1-3 0,1 0 0 0,0 3 0 0,-1 0-3 0,0 3-6 16,0 0 2-16,-1 1-3 0,-1-1-1 0,1 2 1 16,-2 1 2-16,-1 2 0 0,0 0-3 0,-1-1 7 15,-2 1-5-15,-1 2 8 0,-1 0-5 16,1 0 0-16,-2 0 1 0,0 0-1 0,-1 1 1 0,-1 0-8 16,-1-1 3-16,-2-1-3 0,-1-2 2 0,-1 1-4 15,-2 1-5-15,-2-2 1 0,-2 1-14 0,-2-5-54 16,-2-2-19-16,-3 0-24 0,-4 0-188 0</inkml:trace>
  <inkml:trace contextRef="#ctx0" brushRef="#br0" timeOffset="61445.38">603 7831 260 0,'-12'-1'546'0,"-1"0"-179"15,1-1 271 1,2 2-449-16,0 0-42 0,1 0-41 0,-2-1-58 0,4 3-4 0,7-2-8 0,0 0-29 0,-1 0-2 15,-15 6 2-15,16-6-4 0,0 0-3 0,0 0-11 16,0 0-3-16,0 0-3 16,0 1-7-16,0-1 17 0,13 16-2 0,-12-16 7 0,15 4 8 0,-7-4 5 31,-1 0 0-31,2 0 2 0,-1 0-2 0,1 0-7 16,1-1 2-16,1 1-4 0,0-1 0 0,0 1-1 15,0 0-4-15,1 0 2 0,-2 1-1 0,1 0-7 16,-3 1 5-16,0 0-15 0,-1 1-85 0,-1-1-115 0,0 1-41 0,-2-1-46 15,-5-2-408-15</inkml:trace>
  <inkml:trace contextRef="#ctx0" brushRef="#br0" timeOffset="61734.6">533 8105 2325 0,'0'0'292'0,"0"0"-228"0,0 0 3 0,0 0-78 0,0 0-22 15,0 1 35-15,0-1-5 0,0 1 15 0,0-1-10 0,22 14-2 16,-13-13 6 0,1-1-6-16,2-1 8 0,1 0 6 15,0-3-7-15,2 2 7 0,-1 0-1 0,0 0-5 16,-1 0 1-16,-3 1-3 0,0-1 0 0,0 1-4 0,-2-1 3 0,0 1-4 0,-1 1-1 15,0-1 0 1,-1 1 2-16,0 0 0 0,1 0 4 0,-1 0-32 16,-1 0-18-16,1 0-11 0,0 0-111 0,0-1-121 0,0 0-30 15</inkml:trace>
  <inkml:trace contextRef="#ctx0" brushRef="#br0" timeOffset="62821.55">1119 7537 1278 0,'-5'2'243'0,"-1"2"66"16,1-2 4-16,1 2-183 0,1 0-97 0,0 1-22 15,0 1-3-15,1 2-1 0,-1-1-4 0,-5 1-3 0,7 3 0 16,-1 1-2-16,0 1 2 0,1 0 1 0,-1 2 0 16,1 2 0-16,0 0 2 0,-2 3 1 0,1-1 4 0,-1 2-1 15,-2 1 10-15,0 1 21 0,0 3-1 0,0 0 8 16,1 0 8-16,0 1-16 0,0 0 0 0,0 3-6 16,0 0-5-16,0 1-13 0,2 1-1 0,-1-2-4 0,1 0-8 15,0-2 1-15,1-2 0 0,1-1 1 16,-3-3-3-16,3-1-5 0,0-1-3 0,0-5-5 0,-1-1-59 15,1-4-57-15,-1-1-14 0,1-9-17 0,0 0-79 16,0 0-172 0</inkml:trace>
  <inkml:trace contextRef="#ctx0" brushRef="#br0" timeOffset="63237.05">1052 7479 2243 0,'0'0'97'16,"0"0"120"-16,-1 0-205 0,0 0-24 0,1 0 0 0,-1 0-10 16,1 0-14-16,0 0 4 0,1 1 0 0,16 17 3 15,-9-13 11-15,4 1 6 0,0 0-6 0,1-1 6 0,0 1-2 16,0-2 2-16,0 0 1 0,0 0-1 0,-1 1-3 15,1 0 8-15,-3 0-2 0,2-2 5 0,-1 0 6 0,1-1 3 16,-2 1 8-16,1 1-5 0,-1-1 5 16,-1 0 6-16,-2-1-4 0,0 2 6 0,-7-4 5 0,1 0 3 15,-1 0 1-15,1 1 0 0,0-1 1 0,10 19 4 32,-11-19 1-32,0 1 2 0,0-1 5 0,-10 17-8 15,4-10-2-15,-2 0-3 0,-1 0-11 0,-1 1 5 16,1 0-8-16,0 1 5 0,0 1-11 0,0 1-5 15,-1 0 1-15,-2 0-3 0,0 1-6 0,-1-1 0 16,0 1-2-16,0 1 0 0,0 0-7 0,-1 1-30 16,1-1 3-16,1-1-15 0,1-2-31 0,2 0-41 0,0-1-6 15,2-1-18-15,2-1-77 0,1-1-109 0,4-6-153 0</inkml:trace>
  <inkml:trace contextRef="#ctx0" brushRef="#br0" timeOffset="63806.31">1550 7494 906 0,'0'0'987'0,"0"0"-668"0,0 0-121 0,-17 4-108 0,17-4-61 0,0 0-12 16,0 0 0-16,0 0-4 0,0 1 4 0,-20 16-14 31,20-17 5-31,0 0-8 0,-14 19 6 0,7-9-3 16,-1 3 2-16,0 1-2 0,0 1 1 0,1 1 26 15,-1 0 3-15,1 1 10 0,1 2 25 0,-1 1-20 0,1 1 2 16,0 2-9-16,1 0-18 0,-1 2-17 16,1 4-2-16,0 1-3 0,1 2-3 0,1 0 2 15,0 0 0-15,1 4 0 0,2 2-2 0,1 2 3 0,2 2-1 0,1-2 1 16,1-1-10-16,0 0 1 0,3-1-5 16,1-3 4-16,-1-1-4 0,4-4-19 0,-2-3-23 15,3-1-1-15,2-3-87 0,1-1-41 0,3-2-4 0,-2-3-27 16,3-2-150-16</inkml:trace>
  <inkml:trace contextRef="#ctx0" brushRef="#br0" timeOffset="65711.13">1812 7518 915 0,'-5'1'148'0,"0"1"94"0,5-2 49 0,0 0-157 0,0 0-78 16,-17 1-7-16,17-1-7 0,0 0 2 0,0 0-21 15,-1 0 7-15,0 0-6 0,1 0 7 0,-1 0-3 0,1 0-1 16,0 0-2-16,-1 0 0 0,1 0-10 0,-1 0 22 16,1 0-2-16,0 0 7 0,0 0-12 15,0 0 15-15,0 0-2 0,0 0 10 0,0 0 10 0,0 0 2 16,17 7-4-16,-17-7 1 0,0 0-19 0,18-3-5 15,-18 3 3-15,0 0-5 16,21-3-11-16,-20 3-5 0,-1 0-5 0,24-5 2 0,-15 4-10 0,1-2 3 16,-1 2-3-16,0-1 1 0,0 0-11 0,-1-1 5 15,1 1-3-15,0 1 4 0,0-2-2 0,-2 1 0 16,0 0 0-16,1 1-1 0,-3 0 1 0,0 0 3 16,-5 1 1-16,1 0-1 0,-1 0 1 0,1 0-5 15,17-4 1-15,-18 4-2 0,0 0-1 0,1 0-63 16,-1 0-6-1,1 0-26-15,0 0-77 0,16-8-57 0,-17 8-19 0,0-1-20 16,0 1-147-16</inkml:trace>
  <inkml:trace contextRef="#ctx0" brushRef="#br0" timeOffset="66209.53">2204 7250 2359 0,'0'0'138'0,"0"0"308"0,0 0-428 0,-1 0-17 15,1 1 0-15,0-1-6 0,-1 1-16 0,-5 17-5 16,6-18 0-16,0 1-1 0,4 16 8 0,-4-17 8 16,0 0 3-16,1 19 2 0,-1-18 11 0,0-1-3 15,-1 21 5-15,1-21-4 0,0 1 4 16,-4 18 17-16,4-19-2 0,0 1 9 0,-5 17 5 0,5-18-15 15,0 1-2-15,-6 16-4 16,6-17-8-16,0 1-7 0,-5 17 1 16,5-18-2-16,0 0-1 0,-4 19 2 0,4-19 1 0,0 1 0 15,-1 17 0-15,1-18-5 0,0 0-1 0,1 16-1 16,-1-16-3-16,0 1 5 0,0-1-6 0,7 18 6 16,-7-18-8-16,0 0-4 0,0 1 3 0,1-1-4 15,-1 1 1-15,21 15 14 0,-21-16-2 0,0 0 4 0,1 1-1 16,19 10-3-16,-20-11 0 0,0 0 0 15,18 9 1-15,-18-9 3 0,1 0-1 0,17 7 1 16,-18-7 2-16,1 0-2 0,15 5 0 0,-16-5 0 0,0 0 5 16,1 0-2-16,16 15 1 0,-17-15-2 15,0 0-2-15,0 1 8 0,0-1 4 0,10 19 1 0,-10-19 1 16,0 1-1-16,0-1-4 0,0 21 3 0,0-21-1 16,0 1-2-16,-7 17 1 0,7-18-2 0,-8 14-8 15,3-6-14-15,-2 0-7 0,0 0-4 16,0 0-37-16,-2-1-38 0,-1-1-5 0,-1 2-16 15,0-2-62-15,-3 0-68 0,0 1-20 16,0-3-57-16,-2 0-537 0</inkml:trace>
  <inkml:trace contextRef="#ctx0" brushRef="#br0" timeOffset="66521.84">2169 7282 2239 0,'0'0'166'0,"0"0"464"0,0 0-616 0,0 0-34 15,0 0 6-15,0 1-15 0,0-1 13 0,0 1-13 16,12 15-1-16,-12-16-4 0,15 7 9 0,-8-4 15 16,1 1 4-16,-1-2 3 0,1 1 3 15,-1 0 2-15,-1-1 4 0,1 1 1 0,-1-3 20 16,0 2 2-16,0-2-1 0,1 2 0 0,-1 0-9 15,0-1-15-15,-1 1 2 16,-5-2-6-16,1 0 2 0,16 1-3 0,-17-1 1 16,0 0-2-16,1 0 1 0,20 1-41 0,-21-1-9 0,0 0-17 15,0 0-59-15,18 4-16 0,-18-4 5 0,1 0-8 16,-1 0 0-16,1 0-51 0,15 9-23 0,-16-9-26 16,0 0-264-16</inkml:trace>
  <inkml:trace contextRef="#ctx0" brushRef="#br0" timeOffset="66991.83">1653 7869 2187 0,'0'0'93'0,"0"0"145"16,0 0-263-16,0 0 21 0,0 0-3 0,17 0 10 15,-9-1 10-15,5 0-9 0,0-1-2 0,3-1-2 16,2 0 0-16,0-1 7 0,0 1-2 0,0-1 3 0,1 1-7 15,-1 0 24-15,0 0-2 0,0 2 10 0,1-1 4 16,0 0 2-16,2 1 0 0,2-1 0 0,0 1-6 0,3-1-14 16,-1 0-1-16,0 1-5 0,-1-1-6 15,1 1-4-15,-1-1 2 0,4-1-3 0,1 1 2 16,-1-1-4-16,0 0 1 0,-2 0-2 0,-3 0 6 16,0 0-4-16,-1 0 0 0,3 2-1 0,-3 0 5 15,2 0-4 1,-1 1 3-16,-3-1-3 0,0 0 2 0,-1 0-2 15,-3-1 2-15,-2 2-3 0,-1-1-1 0,-2 0 1 16,1 1 0-16,0-2 0 0,-2 1-22 0,0 0-32 16,-3 0-12-16,0 1-6 0,-1-1-44 0,-6 1-49 0,1 0-10 0,-1 0-18 15,1 0-70-15,0 0-243 0</inkml:trace>
  <inkml:trace contextRef="#ctx0" brushRef="#br0" timeOffset="67503.75">2198 7914 2372 0,'-6'3'113'0,"0"0"176"0,0 0-261 0,0 0-21 15,6-3 6 1,-1 0-12-16,1 0 3 0,0 0-8 0,-17 11 0 16,17-11-3-16,0 1 1 0,-10 15 6 15,10-16-2-15,-7 13 3 0,3-4 5 0,0 1-1 16,-1 2 1-16,1 1-2 0,1 1-3 0,-1 1-3 16,1 1-1-16,0 0-1 0,0 2 0 0,2 0 4 15,0 1-6-15,1-1 5 0,0 3-8 0,1-2 6 16,0 2 0-16,2 1 1 0,-1-1-7 0,1 0 3 15,1-1 1-15,2-1-1 0,1 0-1 0,-2-3-2 16,1-2-4-16,0-2 1 0,2-2-22 0,0 0-22 16,0-4 7-16,1-3-8 0,-1-1 43 0,1-3 8 15,-1-1 6-15,1-2 1 0,-1-1 21 0,1-1-2 0,0-2 2 0,-1-2-3 0,0-1-4 16,-1-1 3-16,0-1 1 0,-2 0 1 0,-1 0 6 16,0 0-5-1,0-1 2-15,-2 0-3 0,0 1 6 0,-1 0 2 16,-1 1 1-16,0 1 0 0,-2 0 10 0,1 4 0 15,1 7 0-15,0-1 1 0,-1 1 5 0,1-1-11 16,-20-17-2-16,20 18-4 0,0 0-3 0,-22-2-35 16,12 3 2-16,1 0-17 0,-2 1-28 0,-1 2-21 0,0-1-1 15,-3 1-8-15,1 2-21 0,-1 1 34 0,2 0-4 16,0 0 14-16,2-2-16 0,3 0-116 0,0 0-31 0</inkml:trace>
  <inkml:trace contextRef="#ctx0" brushRef="#br0" timeOffset="69922.75">3064 7603 1447 0,'0'0'239'0,"-1"0"74"16,1 0 6-16,-19-2-179 0,19 2-94 0,0 0-37 0,0 0-6 15,-20 0 4 1,20 0-7-16,0 0 0 0,-1 0 0 0,1 0-1 0,-21 7 6 0,21-7-2 0,0 0 7 16,-17 12-5-1,17-12 17-15,-12 13 17 0,4-6-6 16,1 1 9-16,-1 0-8 0,0 1 4 0,0 1-2 0,0-1 2 15,-1 1-5-15,-1 1-6 0,2-1-2 0,-1 0-1 0,0-1-6 16,0 1-6-16,1-3-1 0,0 3-2 0,-1-1-4 16,1-1-1-16,0 1 4 0,1-1-3 15,1 1 4-15,0-1-3 0,1-1 1 0,1-1-1 16,0-1-4-16,4-5-1 0,0 0-1 0,0 0 0 16,0 1 2-16,0-1-2 0,-7 17-1 0,7-17-2 0,0 0-4 0,0 0 0 15,0 0 0-15,17 12 0 0,-10-9 7 0,3 1-5 16,0-1 3-16,1 1-4 0,2 0 4 0,0 1 1 15,1 0-1-15,1 0 2 0,-1 0-4 0,-1 1 4 16,1 0 0 0,-2 0 1-16,0-1 2 0,-1-1-1 15,0 1-1-15,-1-2 1 0,0 0-1 0,0 2 4 0,0-3-5 16,0 1 4-16,0 0-6 0,-1-2-1 0,0 2 1 0,-1-2-2 0,0-1-10 0,0 0-100 16,-1-2 7-1,-1-1-45-15,0-3-47 0,1-3-55 0,-1-3-19 0,1-3-34 16,0-2-306-16</inkml:trace>
  <inkml:trace contextRef="#ctx0" brushRef="#br0" timeOffset="70205.52">3282 7283 2531 0,'0'0'181'0,"0"0"-117"15,-1 0-18-15,0 0-28 0,1 1-39 0,0-1-2 16,0 1-2-16,-3 20 0 0,3-21 0 0,10 13 17 16,-4-5 2-16,0 1 5 0,0 0 5 0,0 1-2 15,0 1 5 1,0-1-2-16,1 0 19 0,-2 0-5 0,1-1 0 16,-1 1-3-16,1-2-8 0,-1 1-6 0,0 0 1 0,0 0-3 0,-1-1 2 15,0 0 0-15,1-1-2 16,-1 1 0-16,0-2-11 0,0 0-46 0,-2 1-6 15,1-2-20-15,-3-5-57 0,0 0-35 0,0 0-19 16,1 1-12-16,-1-1-136 0</inkml:trace>
  <inkml:trace contextRef="#ctx0" brushRef="#br0" timeOffset="70719.8">3561 7304 2505 0,'0'0'128'0,"0"0"152"0,-1 1-209 16,-12 15-52-16,13-16 3 0,0 0-22 0,0 1-7 16,-13 19-7-16,9-13-1 0,0 1-1 0,-1 1-6 15,-1 1 13-15,0-1-4 16,-1 0 8-16,-1 1 5 0,-1-1 4 0,1 0 2 16,-2 0 0-16,2-1 1 0,0 0 1 0,-1-1 2 15,4-1-2-15,-2-1-8 0,1-1-39 16,1 1-17-16,0-2-12 0,5-3-88 0,0 0-33 0,-1 0-2 0,-15 5-11 15,16-5-4-15,0 0 54 0,0 0-9 16,0 0 27-16,-1-1 14 0,0 1 58 0,-9-17 5 16,10 17 21-16,0 0 49 0,0-1 69 0,0 1-7 0,4-16 27 15,-4 16-13-15,0 0-8 0,0 0-4 0,0 0 1 16,0 0 2-16,1 0-44 0,-1 0 8 0,1 0-22 16,0 0 0-16,12 18 7 0,-10-10 3 0,-2 3 2 0,1 1 24 0,-1 1 10 15,0 1 4-15,0 1 0 0,0 1 10 16,1 2-18-16,-2-1 3 0,0 2-9 0,0 0-8 15,1 1 14-15,1 0-7 0,0 1 6 0,1 0-21 16,-1 0-10-16,-1 0-1 0,0 1-2 0,0 1-10 16,-1 0 15-16,2 1-7 0,0 0 8 0,-2 1-15 0,0 0 2 31,0 0 2-31,0-1-1 0,-1-1 3 0,1 0-7 16,-1 0 1-16,1 0-3 0,0-1-1 0,0-2-6 0,-1-1-1 15,0-2-2-15,0-3 0 0,0 1-3 16,1-4 1-16,0-1-1 0,0-2-6 0,0-8-23 15,0 0-1-15,0 1-11 0,0-1-48 0,2 17-47 16,-2-17-2-16,0 0-15 0,0 0-14 0,0 0 6 16,9-13-6-16,-6 5 3 0,2-2-42 0,1-4-215 0</inkml:trace>
  <inkml:trace contextRef="#ctx0" brushRef="#br0" timeOffset="71235.43">3782 7615 1844 0,'0'0'310'0,"0"0"-119"16,0 0 27-16,0 0-105 15,0 0-82-15,0 0-17 0,0 0-5 0,0 0-1 16,0 0-6-16,0 0 1 15,0 0 1-15,0 0 1 0,0 0 21 0,-1 1 29 16,1-1 0-16,-15 18 9 0,15-18 6 0,-12 10-11 0,6-4 0 16,-1 1-6-16,0 1-10 0,-1 0-17 0,1 1 4 15,-1 1-10-15,-3-2-5 0,4 1-3 16,-2 0-2-16,2 0 0 0,1 1-1 0,-1-2-9 0,1-1 4 0,1 1-4 16,-1-1 6-16,0 1-6 0,2-2 4 0,0 1-4 15,0 1 3-15,1-2-1 0,-1 0 2 0,0-1-2 16,4-5 2-16,0 0-1 0,-1 1-4 0,1-1 2 15,-9 19-2-15,9-19-5 0,0 0 0 0,0 0-2 16,0 1-15-16,3 16 5 0,-3-17 2 0,0 0 1 0,1 1 7 16,12 16 0-16,-13-17-1 0,1 1 3 0,14 16 5 15,-8-12 0-15,-1 2 2 0,1 0-1 0,-1 0 3 16,2-1 4-16,0 0-3 0,0-2 4 0,1 1-3 0,-1 1-4 31,0-1 1-31,0-1-2 0,0 0-2 0,-2-2 7 0,2 1-3 16,-2 2 4-16,1-3-12 0,-1 2 9 15,-6-4-4-15,1 0 5 0,-1 1-7 0,0-1 3 16,18 13-2-16,-18-13 2 0,0 0-3 0,0 0-70 0,0 0 4 16,1 1-31-16,0-1-46 0,-1 1-35 0,0-1-12 0,1 1-10 0,-1-1-74 15,1 0-140-15</inkml:trace>
  <inkml:trace contextRef="#ctx0" brushRef="#br0" timeOffset="72314.08">4210 7303 885 0,'0'0'729'0,"0"0"-279"16,0 0 369-16,0 0-727 0,-1 0-36 0,0 0-41 0,1 1-40 15,-1-1 4-15,1 1-7 0,0-1-2 0,-13 20 11 16,13-20 1-16,0 1 5 0,-3 18 17 0,3-19 1 16,-3 16 8-16,2-8 0 0,-1 1 44 15,-1 1-8-15,1 0 2 0,-1 0-7 16,1 1-15-16,-1-1-22 0,1 1 5 0,-1 1-10 16,0 1 5-16,1-1-11 0,0-1-2 0,0 0-5 0,1-1-28 0,-1-2-55 15,-1-1-3-15,1 1-22 16,0-2-51-16,2-6-71 0,0 0-21 0,0 1-34 0,0-1-262 0</inkml:trace>
  <inkml:trace contextRef="#ctx0" brushRef="#br0" timeOffset="72636.78">3995 7630 2685 0,'0'0'117'0,"0"1"95"16,0-1-186-16,-1 1-47 0,-10 15-4 0,11-16-12 15,0 0 2-15,0 0 6 0,1 0 1 0,15 10 3 0,-16-10 17 16,1 0 13-16,19 3 16 0,-19-3 1 0,15 0 52 16,-6 1-2-16,1-1 3 15,0 1-3-15,-1-1-8 0,2 0-29 0,-1 0-4 16,3 0-8-16,2 0-14 0,1 0-9 0,2 0 0 0,-3 0-1 0,0 0 1 0,0 0 2 15,-1 0 0-15,-1-1 0 0,0 0-9 0,-1 1 7 0,-1-1-3 16,0 1 3-16,0-1-1 16,-2 1 0-16,3-1-1 15,-2 0 2-15,1 0-4 0,-1 1-10 0,-1-1-16 0,-1 1-1 0,-1-1-74 0,-1-1-42 16,-1 1-3 0,-6 1-20-16,0 0-66 0,0 0-122 0,1 0-89 15</inkml:trace>
  <inkml:trace contextRef="#ctx0" brushRef="#br0" timeOffset="73272.39">4051 7866 2395 0,'0'0'320'15,"0"0"-224"-15,0 0-32 0,0 0-54 0,0 1-77 0,15 6 28 16,-6-7-5-16,3-2 17 0,1 0 14 0,2-1 5 16,2-2 2-16,0 0 2 0,-1-1 9 0,0 1 7 15,-3 0 11-15,0 1-3 0,-2 2 28 0,-1 1-3 16,0 1-5-16,-1 0 3 16,-1 0-7-16,-1 1-15 0,-1 0 6 0,-6-1-10 15,1 0-5-15,-1 0 0 0,0 1-5 16,18 10 4-16,-18-11-6 0,0 0 2 0,0 1-3 15,0-1 2-15,0 1-11 0,-7 20-13 0,7-21-1 16,-10 13-4-16,2-5-5 0,-2 1-1 0,0 0 4 0,-2 0-3 16,-1 1 8-16,0-1 14 0,1 0 1 0,0 0 4 15,1-2 9-15,0 1 2 0,0-1 0 0,2-1 1 0,2 2-7 16,0-4-2-16,2 2 1 0,-1-1-1 16,6-5-2-16,0 0-4 0,0 1-7 0,-1-1 2 0,1 0-4 15,0 1 6-15,-1-1-1 0,0 1 0 0,1-1-6 16,0 1 8-16,2 15 0 15,-2-16 4-15,1 0 2 0,16 2 7 0,-17-2-3 0,1 0 6 0,21 0-6 0,-22 0 4 16,17 1 0-16,-17-1 2 0,1 0 2 0,22 3 9 16,-23-3-6-16,0 0 5 0,19 4-11 0,-19-4 1 15,0 0 5-15,1 0-4 0,16 9 7 0,-17-9-6 16,0 0 8-16,0 1-6 0,0-1 10 0,6 20 1 16,-6-20-8-1,0 1 6-15,-7 18-5 0,3-10 3 0,-2 0-1 16,0 2 1-16,-1-1 1 0,-1 1 2 0,1 1 1 15,-2-1-1-15,0-2-14 0,-1 0 1 0,1 0-4 16,0-3 3-16,0 2-6 0,1-1-5 0,1 1-5 0,0-1-3 16,2-1-27-16,-1-1-17 0,0-2-2 0,1 1-8 15,-1-1-27-15,6-3-27 0,0 0-4 0,-1 0-7 16,1 0-14-16,-1 0-49 0,1 0-1 0,0 0-24 16,-1-1-71-16</inkml:trace>
  <inkml:trace contextRef="#ctx0" brushRef="#br0" timeOffset="74303">4476 7489 1156 0,'0'0'166'0,"0"0"467"16,0 0 218-16,0 0-638 0,0 0-145 0,-1 0-63 0,0 0-3 0,1 0-15 0,0 0 0 16,-1 0-14-16,0 0 3 0,1 0-8 0,0 0 4 15,-1 0 6-15,1 0 4 0,0 0 0 0,0 1 5 16,5 16 13-16,-5-17 0 0,8 15 5 0,-1-6 12 16,-2 1 5-16,1 3-2 0,-1 2 3 0,2 1-3 0,-1 2-8 31,0 1-2-31,2 2 0 0,-2 1-1 0,1 2 3 15,0 2 2-15,0-2 0 0,-1 2 12 0,0-1 9 16,-2 0 1-16,0 1 1 0,1 0-10 0,-3 2-7 0,1-1 3 16,-3 1-4-16,0 1-2 0,0-1 4 0,-4 1-6 15,0 1 4-15,-1-1-6 0,-2 0 0 16,2-2 0-16,-4 1 0 0,1-1 3 0,0-1-6 16,0-1 0-16,-1-2-2 0,1-1-6 0,-2-3-37 0,1 0 0 0,0-2-18 15,-1-2-36-15,-1-2-95 0,-1-2-15 0,0-1-40 16,-2-1-184-16</inkml:trace>
  <inkml:trace contextRef="#ctx0" brushRef="#br0" timeOffset="78762.38">4954 7792 7 0,'0'0'739'0,"-1"0"-283"0,-19-2 373 0,20 2-747 16,-1 0-19-16,1 0-34 0,-22-3-13 0,22 3 5 16,0 0-5-16,0 0-1 15,0 0-12-15,-1 0-3 0,0 0-1 0,1 0-8 16,-1 1 9-16,1-1 4 0,0 0 3 0,0 1 15 0,0-1 9 15,1 1-1-15,-1-1 2 0,20 15-6 0,-20-15-12 0,17 0 2 16,-7 0-4-16,0-1 1 0,2 0 3 0,0-1-3 16,1 1 3-16,0-1-3 0,0 0 1 0,1 0-7 15,-2-1 1-15,-2 0-20 0,0-1-70 0,0 2-5 0,-2 0-31 16,0 0-94-16,-1 1-152 16</inkml:trace>
  <inkml:trace contextRef="#ctx0" brushRef="#br0" timeOffset="79042.5">4900 7998 2589 0,'0'0'167'0,"0"0"-117"16,0 0-12-16,0 0-31 0,0 0-24 15,0 0 3-15,0 0 5 0,0 0-2 0,0 0 8 16,17 3 2-16,-8-4 1 0,1 0 1 0,-1-1 11 0,2-1-5 16,-1 0 2-16,1 1-2 0,0 0 5 0,-1 0 6 15,0 0-5-15,0-1 6 0,-1 0-8 0,0 1 6 16,-1 1-3-16,1 0 3 0,-1-1-10 0,0 0 3 16,0-1-4-16,1 0-1 0,-1 2-45 0,1-2-90 15,0 1-16-15,1-1-32 0,-1 0-134 0</inkml:trace>
  <inkml:trace contextRef="#ctx0" brushRef="#br0" timeOffset="79741.52">5413 7724 1830 0,'0'0'113'15,"-1"0"119"-15,0 0-131 0,-14 0-55 0,15 0-2 16,-1 0-16-16,0 0-11 0,1 0-12 0,-1 0-4 16,-16 6-1-16,17-6-4 0,0 0-2 0,0 0 4 0,-1 0-3 15,0 1 10-15,1-1-10 0,-18 20 5 16,18-20-7-16,0 0 10 0,-8 18 11 0,8-18-4 0,0 0 6 16,-7 22 0-16,5-13 9 0,0 0-2 0,1 0 3 31,0 1 1-31,-1 0-6 0,2 1 3 0,0 0-5 15,0 0 0-15,2 2-9 0,0-1 1 0,1 0-5 16,0 1-3-16,2 0 3 0,1-1-2 0,1 0 4 0,0-3-1 16,1 2-5-16,0 0 2 0,1-1-3 0,-1 0 3 15,4-2 4-15,-2 0-3 0,1-2 3 0,1 0-2 0,-2-3 7 16,3 0-2-16,-2-1 5 0,-1-1 1 0,0 0-4 0,0-2 5 16,0-1-6-16,-1 0 5 0,2-2 12 15,-1-1-6-15,0-1 8 0,0-1-11 0,-1-2-4 0,0-2-3 0,0 0-1 31,-1-3-10-31,0-1 1 0,-1 1 3 0,0-3-1 0,0 1-1 0,0-1-7 0,0 0 3 16,-1 0-3-16,0 0 0 0,-3-1 3 0,1 0-1 16,-3 1 3-16,1-1-1 0,-2 2 4 15,0 0 3-15,-3 3 0 16,1-1 10-16,-2 0-7 0,-1 1-2 0,0-1-2 16,-1 2-5-16,1 2-2 0,-2 0 3 0,1 2-3 0,0 0-1 15,-2 3-2-15,0 1-9 0,1 0 5 16,-1 1-16-16,0 3-8 0,-2 0 3 0,1 1-6 0,-1 2-5 15,-1 1 2-15,2 2-6 0,-1 1 5 0,2 0 1 16,0 0 9-16,0 0 2 0,2 0 1 16,-1 0-5-16,2-1-63 0,0 1 0 0,1-1-27 0,0-1-41 15,1 0-74-15,3-5-37 0</inkml:trace>
  <inkml:trace contextRef="#ctx0" brushRef="#br0" timeOffset="80174.64">5608 7409 2131 0,'0'0'120'0,"0"0"-80"0,0 0 0 0,0 0-30 15,0 0-17-15,-1 0-5 0,0 0 4 0,1 1-4 16,-1-1 8-16,1 0 10 0,-13 17 4 0,13-17 4 16,0 0 17-16,0 1 37 0,-9 21-2 0,6-14 14 15,0 0-1-15,0 2-10 0,0 2-5 0,-1-1-1 0,2 2-19 16,-2-2-8-16,0 2-2 0,0 2-3 0,1 1-15 0,-1 2 4 16,0-1-2-16,0 1 3 0,1 1-4 0,-2 1-5 15,1 1-1-15,1 1 0 0,-2 1 9 0,2-1-5 16,-2 3 4-16,1-1-5 0,1 1 3 0,-2 0-5 15,1 1-3-15,0-1-1 0,1 0-11 0,0 0 8 0,-1-1 1 16,0 0 3 0,1 0-3-16,0-2 0 0,1-1 0 0,-2-2 1 0,2-1-1 0,0-1-2 15,0-1-1-15,0-2 1 0,1-2-2 16,0-2-2-16,0 0 0 0,1-1-4 16,0 0-19-16,0-2-30 0,0-7-13 0,0 0-8 15,0 1-61-15,0-1-59 0,0 1 0 0,0-1-25 0,0 1-43 16,0-1-95-16,23 1-117 0</inkml:trace>
  <inkml:trace contextRef="#ctx0" brushRef="#br0" timeOffset="80596.1">5930 7536 1069 0,'0'0'1013'0,"0"0"-658"0,0 0-185 16,-1 0-53-16,-16-4-108 0,17 4-9 0,0 0 0 15,0 0-4-15,0 0-4 0,-17 3-8 0,17-3 0 0,-1 0-2 16,1 1 10-16,-21 15 8 0,21-16 11 0,-11 13-2 15,5-5 19-15,1 2 13 0,-2 1-7 32,2 0 10-32,0 2 0 0,-1 0-11 0,2 1-1 0,-1 3-5 15,0 0-13-15,0 3-11 0,1-1 3 0,-1 1-5 0,2 1 2 16,0 0-4-16,0 4 1 0,2 0-2 16,0 0 1-16,1 1 2 0,1 0-2 0,0 0 1 0,1-2 3 15,1 0-4-15,1-2 2 0,-1 0-3 0,1-1 5 16,1-1-2-16,0-2-1 0,0-1-3 0,0 0-38 0,0-3-53 15,0-1-7-15,-1-3-17 0,0-1-52 0,0-3-64 0,1 0-7 32,0-4-38-32,-5-2-218 0</inkml:trace>
  <inkml:trace contextRef="#ctx0" brushRef="#br0" timeOffset="81053.97">6132 7427 2071 0,'0'0'233'0,"0"0"-125"15,0 0-27-15,0 0-27 0,0 0-69 0,0 0-3 16,0 1 1-16,-6 16-1 0,6-17 3 0,0 0 3 16,2 19 2-16,-2-18 3 0,0-1 27 0,3 24 5 15,-3-14 11-15,0 0-5 16,0 1 22-16,0 1 2 0,0-1-6 0,0 2 3 16,-1-1-21-16,-1 0-17 0,2 1-1 0,-1-2-7 0,0 1-9 15,1-1 2-15,-2 0 2 0,2-2-3 0,0 1-40 16,0 0-78-16,-1-2-17 0,0 2-25 0,1-2-112 0</inkml:trace>
  <inkml:trace contextRef="#ctx0" brushRef="#br0" timeOffset="81443.56">5972 7776 1984 0,'0'0'156'0,"0"0"366"15,-1 0-435-15,1 0-77 0,0 0 11 0,-1 1-35 16,1-1-7-16,-1 1 0 0,1-1-4 0,0 1 3 16,-1-1-9-16,0 0 31 0,1 0-2 0,0 0 13 15,0 0 11-15,0 0 20 0,0 0 4 0,1 0 6 16,0 0 11-16,16 5-16 0,-17-5-4 0,1 0-3 0,16 0-11 15,-17 0 3-15,0 0-5 0,22 0 4 0,-13 0-12 16,0 0-1-16,1 0 0 0,0 0-2 0,0 0-7 0,0 0-3 31,2 0 4-31,0 0-3 0,-1 0 2 0,1 1-4 16,-2-1 0-16,1 1-2 0,-1 0 1 0,0 0 0 16,-1 1-4-16,1 0 2 0,-1 0-2 0,-1 0-11 0,0 0-5 15,-1 1-6-15,1-1-34 0,-3 1-24 0,1-1-4 16,-6-2-11-16,1 0-51 0,-1 0-44 0,17 9-19 15,-17-9-15-15,0 0-122 0</inkml:trace>
  <inkml:trace contextRef="#ctx0" brushRef="#br0" timeOffset="82102.23">6041 7979 2716 0,'0'0'170'0,"0"0"-97"15,0 0-20-15,0 0-23 16,0 0-56-16,0 0 7 16,0 0-4-16,0 0 4 0,0 0-15 0,0 0 17 15,0 0-1-15,1 0 8 0,-1 0 14 0,19 0 0 16,-19 0 5-16,0 0-3 0,1 0 9 0,16-3 1 15,-17 3-1-15,1 0 1 0,16 2 5 0,-17-2-5 0,1 0-4 16,20 1 0-16,-21-1-9 0,1 0 1 0,20 1 2 16,-21-1-2-16,1 0-2 0,18 4 0 0,-19-4 2 15,1 0-1-15,0 0-3 0,16 8 4 0,-17-8-4 16,0 0 5-16,0 0-4 0,1 0 0 0,-1 0 4 0,0 1-3 16,7 16 0-16,-7-17 0 0,0 0-2 0,0 1 1 15,0-1-1-15,-10 18 0 0,10-18-1 16,0 0-1-16,0 1-6 0,-13 16 2 0,13-17-2 15,-1 0 1-15,1 1-7 0,-21 20-2 0,13-15 5 0,0 0-3 0,0 1 8 16,0 0 2-16,1-1 0 16,1 0 1-16,0 0 6 0,2 0 7 0,0-1-3 0,4-5 3 0,0 0-10 0,0 1-4 31,-8 15 3-31,8-16-2 0,0 0 4 0,0 0-4 16,0 1-3-16,0-1 1 0,-1 19 3 0,1-19-1 15,0 0 3-15,1 0-2 0,-1 1 2 0,0-1 3 0,17 13-1 0,-17-13 2 16,1 0 5-16,-1 0-1 15,22 8-2-15,-22-8 0 0,0 0-3 0,18 5-2 16,-18-5 6-16,0 0-5 0,19 5 5 0,-19-5 1 0,1 0-3 0,17 6 2 16,-18-6-7-16,0 0 3 0,1 0-3 15,16 11 4-15,-17-11-2 0,0 0 7 0,0 0-3 0,0 1 3 16,9 16-11-16,-9-17 3 0,0 1 0 0,-1 16 2 16,1-17 1-16,0 1 5 0,-8 19-2 0,8-20 3 15,-9 15-9-15,5-7 2 0,-2 0-4 0,0 0 2 16,-1 0-2-16,-1-1-8 0,-1 0-1 0,0 0-4 15,-2 0-16-15,0 0 3 0,-1-2-4 0,1-1 2 16,1-1-27-16,2 1-65 0,0-1-7 0,-1-2-31 0,-1 0-143 16</inkml:trace>
  <inkml:trace contextRef="#ctx0" brushRef="#br0" timeOffset="82655.7">6358 7642 2104 0,'0'0'132'0,"0"0"-89"31,0 0 0-31,0 0-32 0,0 0-18 0,1 0 6 15,15 11 1-15,-16-11 2 0,0 0-1 0,18 7 6 16,-18-7 0-16,0 0 6 0,21 9 42 0,-21-9 31 16,1 0-3-16,19 10 9 0,-20-10-23 0,0 1-23 15,20 13 3-15,-13-7-10 0,1 0-15 0,-1 1 1 0,1 1-2 16,-3 0 2-16,2-2-4 0,-1 3 0 16,-2 0-2-16,3 2 1 0,1 1-7 0,-4-1 2 0,3 1 3 0,-2 1-1 15,0 0 6-15,0 1-3 0,-1 0 1 0,-1 2-1 16,1 0 6-16,-1 1-7 0,-1-1-1 0,-2-1-3 15,0 2-8-15,-2-1 4 16,1 1-6-16,-2 1 5 0,-3-2-9 0,1 1 1 16,-2 0 1-16,0 1-2 0,1 0-2 0,-4 0 0 0,0-2-2 0,0-1 1 15,0-1 1-15,0-2 3 0,0 0 1 0,0-3 1 0,0-1-5 16,3-1-50 0,-1-1 2-16,1-2-25 0,0 0-54 15,0-2-51-15,1-1-10 0,-1-1-18 0,7-1-78 0,0 0-358 16</inkml:trace>
  <inkml:trace contextRef="#ctx0" brushRef="#br0" timeOffset="82996.08">6739 7907 2710 0,'0'0'122'0,"0"0"-85"0,0 0 5 0,0 0-34 15,17 7-13-15,-17-7 6 0,1 0 1 0,21 0 2 16,-14 0-11-16,1 0 14 0,1 0-5 0,0-2 12 0,0 1 6 0,-1-1 9 16,0 0 1-16,0 0 2 0,-1 1-2 31,2 0 5-31,-1-1-5 0,0 1 4 0,3 1-14 0,-3-1 0 15,2 0-3-15,0 0 1 0,-2 0-14 0,2 1 6 16,-1-1-6-16,-2 0 5 0,1 0-12 0,0 0-2 16,-1 0-3-16,2 1-1 0,-3-1-40 0,-1 0-45 15,-6 1-11-15,1 0-18 0,-1 0-113 0,17-2-314 16</inkml:trace>
  <inkml:trace contextRef="#ctx0" brushRef="#br0" timeOffset="83880.38">7185 7812 1568 0,'0'0'452'0,"0"0"-132"16,0 0 211-16,0 1-396 0,0-1-47 0,-1 0-61 0,0 1-34 15,1-1-5-15,-13 19 2 16,13-19-10-16,0 0 2 0,0 1 2 0,-4 16 1 16,4-17 15-16,0 0 13 0,2 18-2 0,-2-17 5 0,1 15-3 15,-1-6 7-15,3 0-4 0,-1 2 3 0,2-1-3 16,0 2-1-16,1-1 2 0,2-1-3 0,1 2-13 0,0 0 4 15,0 0-1-15,1 0 2 0,2 0 1 0,0-2 3 16,0 1-5-16,0-3 5 0,0 0-3 0,-1-2 1 16,0 0 2-16,1-3-3 0,-1-1-11 0,-1 0-3 15,0-3-5-15,0 0 4 0,1-1 2 0,-1-2 7 32,1-1-1-32,0-2 2 0,-1 0-4 0,-1-2 2 0,1-1-1 0,1-1 1 15,0-1-3-15,-1-1 3 0,-2-1 0 16,0-2 0-16,-1 2-3 0,-2 0 2 0,0-2 5 15,-1 2-1-15,-1-2 13 0,-1 1-2 0,0 0-1 16,-1-2 0-16,-2 2-5 0,1-1 1 0,-2 1 2 0,-1 0-1 16,0 1 10-16,-1-1 7 0,0 0-1 0,-2 1 3 15,-1 0-3-15,-1 2-16 0,0 0-2 0,-1 2-5 16,0-2-4-16,-2 3-4 0,-1-1 1 0,0 1-1 16,0 2 3-16,0 2-1 0,2 2 4 0,-2 1-1 15,1 1 3-15,1 0-8 0,0 2-3 16,-1 1-3-16,0 1-3 0,1 0-15 0,-2 3 2 0,1 0-7 0,0 0 9 15,2 1-6-15,-1-1 5 0,2 1-5 0,1-2 6 0,0 1-28 16,2 0 5-16,1 0-15 0,0 0-12 16,3-1-14-16,2-6-5 0,0 0-5 0,0 1-55 0,-4 17-44 15,4-18-4-15,0 0-14 0,1 0-32 0</inkml:trace>
  <inkml:trace contextRef="#ctx0" brushRef="#br0" timeOffset="84552.85">7384 7508 2713 0,'0'0'130'0,"0"0"-96"0,-1 0 0 0,1 0-36 16,-1 1-33-16,1-1-37 0,0 1 2 0,-1-1-15 15,-13 16 5-15,14-16 48 0,0 0 0 0,0 0 18 0,0 0 19 0,0 0 26 16,-1 0 6 0,0 0 9-16,1 1 35 0,-1-1-12 15,-15 10 2-15,16-10-9 0,0 0-24 0,0 0-19 16,0 0-2-16,-1 0-5 0,1 1-10 0,0-1-1 16,-1 1-2-16,0-1 1 0,1 0 4 0,-1 1-4 15,1-1 0-15,0 1 0 0,-1-1 6 0,-9 17-3 16,10-17 3-16,0 0-4 0,0 0 2 0,0 0 3 15,0 0-1-15,0 0 0 0,0 0 1 0,0 0 9 0,0 1-3 16,0-1 6-16,0 1-7 0,0-1 2 0,-1 0 0 16,1 1-1-16,-8 15 0 0,8-16-4 0,0 0-3 15,0 0 1-15,0 0 3 0,0 1-8 0,0-1 4 16,0 1-5-16,-4 16 3 0,4-17 4 0,0 0-3 0,0 0 3 16,0 1-4-16,0-1 6 0,0 0-1 0,-3 17 2 15,3-17 1-15,0 1-1 0,0-1 2 0,-3 17-3 16,3-17-3-16,0 0 4 0,-3 17 1 0,3-17 0 15,0 1-2-15,-3 21-4 0,2-12 1 16,1 1-2-16,-1 1 2 0,0 0-6 0,1 0 4 0,0 0-3 0,0 1 4 16,-1 1 5-16,0 1 1 0,1 1 2 0,-1 0 0 0,1 2 1 15,-2 0 1-15,1 2 1 0,0 0 8 0,0 0 11 32,0 0-8-32,-1-2 7 0,2 1-21 0,-2-1 3 0,2 0-6 15,-2-1 5-15,2 0-16 0,-2-1 0 16,1 0 3-16,0 0-1 0,0-1 7 0,1-1 1 15,-2-1-4-15,2-1 3 0,-1 0-4 0,1-2 1 16,0-1 2-16,0 0 0 0,0-2 0 0,0-1 4 0,0 2-4 16,0-1 3-16,1-1-7 0,-1 1 4 0,0-1-2 0,0-6 2 15,0 0-6-15,0 1-1 0,4 15-1 16,-4-16 0-16,0 0-11 0,0 0 3 0,0 1-7 0,0-1 5 16,0 0-16-16,0 1-21 0,0-1-4 0,0 1-9 15,0-1-58-15,0 1-80 0,0-1-17 0,0 1-27 16,1-1-107-16,-1 0-425 0</inkml:trace>
  <inkml:trace contextRef="#ctx0" brushRef="#br0" timeOffset="85304.84">7693 7512 2227 0,'0'0'199'0,"0"0"454"16,0 0-504-16,0 0-119 0,-1 0 9 0,1 0-46 0,-1 0-11 0,1 0-13 16,0 0 6-16,-1 1-9 0,0-1-1 0,-12 16 20 15,13-16-8 1,0 1 13-16,0-1-6 0,-6 21 18 0,6-21 0 0,-4 16 10 0,1-7 22 0,1 1-7 16,0 1 3-16,-1 2-5 0,-1 0-1 0,1 0-15 31,0 3 1-31,-1 1-6 0,2 2-4 0,1 3-6 15,0 1 4-15,0 1-5 0,-1 0 2 0,-1 2 3 16,2 1-6-16,0 2 4 0,0 3 0 0,2-1 3 16,-1 1 2-16,1 1-1 0,-1-2 2 0,3 0 2 15,-3 0 1-15,3-3 0 0,-1-1-4 0,1-4 5 16,2 0-6-16,-1-4 4 0,1 0-4 0,2-3-8 0,-1-2-3 16,2-3-3-16,1-1-30 0,0-2-46 0,0-1-6 15,1-3-18-15,-1-2-68 0,1-2-10 0,0-2-14 0,-1-4 1 16,1-2-50-16</inkml:trace>
  <inkml:trace contextRef="#ctx0" brushRef="#br0" timeOffset="85620.2">7796 7828 2170 0,'0'0'338'0,"0"0"-177"15,0 0-43-15,0 0-32 0,0 0-94 0,0 0 1 16,0 0 1-16,20-2 2 0,-19 2 5 0,-1 0-1 0,23-7 0 0,-13 4 0 16,1-1 13-16,1 1 7 0,0-1 2 15,-1 3 2-15,1-1 13 0,-3 1 2 0,2-1 0 0,-1 1 1 16,1 0-3-16,-2 0-9 0,1 1 1 0,0 0-4 15,-1 0-3-15,0 1-19 0,1-1 7 0,-1 0-10 16,0 0 6-16,-1 1-31 0,-2-1-8 0,-6 0-13 16,1 0-74-16,0 0-80 0,18 2-18 0,-19-2-34 15,1 0-205-15</inkml:trace>
  <inkml:trace contextRef="#ctx0" brushRef="#br0" timeOffset="86252.95">8231 7491 995 0,'0'0'1292'16,"0"0"-905"-16,0 0-221 0,0 1-92 0,1-1-80 0,-1 1-11 15,7 15-3-15,-7-16 0 16,0 0 4-16,0 1 3 15,3 17 4-15,-3-18 0 0,0 0 9 0,0 1 25 16,4 19-1-16,-4-20 11 0,0 1 15 0,-1 15-11 16,1-16 0-16,0 0-3 0,-1 19-2 0,1-19-6 0,0 0-1 15,-3 21-3-15,3-21-14 0,0 0 3 16,-2 20-3-16,2-20 3 0,0 1-8 0,0 19-1 16,0-20 0-16,0 1 0 0,1 18 3 0,-1-19 0 0,0 1 1 0,4 16-1 15,-4-17-1-15,0 1 2 0,6 15-4 16,-6-16 4-16,0 1 1 0,0-1-4 0,0 1 1 15,11 17-2-15,-11-18 1 0,0 0-2 16,0 1 4-16,1-1-5 0,17 16 3 0,-18-16 4 0,0 0-5 0,17 9 5 16,-17-9-6-16,0 0 3 0,20 9 3 0,-19-9-2 15,0 0-2-15,20 9-3 0,-21-9 1 0,0 0 0 16,17 7 1-16,-17-7-5 0,1 0 1 0,0 0-3 16,-1 0 7-16,17 11 0 0,-17-11-2 0,0 0 1 0,0 0-5 31,0 1 3-31,0-1 1 0,6 18 1 0,-6-18-5 15,0 0 1-15,0 1-6 0,0-1 4 0,-2 17-15 0,2-17-8 16,0 0-1-16,-1 1-5 0,1-1-12 0,-17 17-8 16,17-17-2-16,-1 0-4 0,-19 10-22 0,10-8-36 15,1 0 4-15,-3 0-17 0,1-2-27 0,-1 0-90 16,-1-1-20-16</inkml:trace>
  <inkml:trace contextRef="#ctx0" brushRef="#br0" timeOffset="86589.61">8187 7572 1462 0,'0'0'227'0,"0"0"224"0,0 0 169 0,0 0-502 0,0 0-104 15,0 0-36-15,0 0 4 0,1 0-15 0,15-2 10 16,-16 2-13-16,1 0 7 0,16-2-5 0,-16 2 41 0,-1 0 18 16,24-3 2-16,-24 3 6 0,0 0 15 0,24-4 22 15,-14 4 0-15,0-1 7 0,1 1-15 0,0-1-19 16,0 0-6-16,1 0-4 0,0 1-16 0,-1 0-1 16,-1 0 0-16,0 1-1 0,-2 0-4 0,1-1-8 15,-2-1 2-15,1 1-4 0,-2 0-2 0,-1 1-4 0,-5-1-10 16,1 0 0-16,-1 0-48 0,0 0-19 0,18 3-9 15,-18-3-5-15,0 0-63 0,0 0-73 0,0 0-20 16,0 0-33-16,0 0-225 0</inkml:trace>
  <inkml:trace contextRef="#ctx0" brushRef="#br0" timeOffset="87029.32">8109 7911 2114 0,'0'0'232'0,"0"0"-123"0,0 0-27 16,0 0-25-16,0 0-59 0,1 0 3 0,-1 0 1 16,17 6 2-16,-17-6-4 0,0 0 6 0,18 2 0 15,-18-2 4-15,0 0 19 0,23 3 27 0,-22-3 0 0,16 3 8 16,-9 0 2-16,2-1-4 0,0 1-7 0,0-1 0 16,2 1-31-16,1-1-2 15,0 1-1-15,2 0-3 16,-3-1-14-16,4 1 8 0,0 0-7 0,3 0 6 15,-1-2-7-15,0 1 0 0,-2-1 5 0,0 0-3 16,0 0 0-16,-1 1 12 0,2-1-12 0,-3-1 12 0,-1 0-13 16,0 1 0-16,-1-3 1 0,1 3 0 0,-1-2-4 15,-1 0-13-15,0 1 5 0,-2-1-12 0,1 0-26 0,-3-1-38 16,1 1-5-16,-8 1-12 0,0 0-34 16,0 0-76-16,16-6-17 0,-16 6-29 0,0 0-147 15</inkml:trace>
  <inkml:trace contextRef="#ctx0" brushRef="#br0" timeOffset="87707.49">8369 8071 2332 0,'0'0'308'0,"0"0"-167"0,0 0-26 0,0 0-45 0,0 0-103 16,0 0 2-16,0 0 2 0,0 0 1 0,0 0 1 15,-1 0 21-15,0 0 0 0,1 0 10 0,-1 0 26 0,-16 5 11 16,17-5-1-16,0 0 5 0,0 0 8 0,-1 0 3 16,1 1-1-16,-18 12 0 0,18-13-11 15,-1 1-27-15,1-1 4 0,-15 18-13 16,15-18-2-16,0 1-10 0,-8 18 0 0,8-18-4 15,-7 14-3-15,5-6 4 0,-1 1-1 0,0 0 2 0,2 1 1 16,-1 1 6-16,1-1-1 0,0 1 2 0,-1 0-1 0,0 2 3 16,0-1 1-16,2 2 2 0,0-1 3 0,1 0 0 0,-2-1 0 15,2 0-1-15,0-1 2 0,0-2-7 0,2 0 4 0,0-2-6 16,-1-1-2-16,2-1-1 0,0 0-6 16,-4-6 3-16,0 0-5 0,0 0-4 0,1 1 4 15,20 12-4 1,-21-13 4-16,0 0 9 0,18 2-5 0,-18-2 7 15,0 0 2-15,18-1-4 0,-18 1 7 0,0 0-7 16,16-7 3-16,-16 7 3 0,1 0-2 0,-1 0 2 16,18-13-6-16,-18 13 3 0,0 0-1 0,1-1 3 0,12-15-1 15,-13 16 1-15,0-1 0 0,0 1 0 0,8-18 9 16,-8 18-6-16,0 0 5 0,0-1-6 0,0 1 4 16,3-16-1-16,-3 16 2 0,0-1 1 0,0 1 9 0,0 0-1 15,0-1-4-15,-4-17 2 0,4 18-12 0,0 0-3 16,0 0 4-16,-1-1-5 0,1 1-7 0,-14-18-3 15,14 18-1-15,-1 0 0 16,1 0 3-16,-18-12 2 0,18 12-1 0,0 0 3 0,-20-9 2 0,20 9 1 16,0 0 2-16,-18-6-1 0,18 6 4 0,0 0-6 15,-1 0 3-15,-16-3-4 16,17 3 1-16,-1 0-7 0,1 0 0 0,-17-1-3 0,17 1 5 0,0 0-15 0,0 0 3 16,-1 0-8-16,1 0-9 0,0 0-1 0,-1 0 1 15,0 0-1-15,-16 3-8 0,17-3-25 0,0 0-6 0,0 0-8 31,0 0-47-31,0 0-40 0,-1 0-20 0,1 0-13 16,0 0-145-16</inkml:trace>
  <inkml:trace contextRef="#ctx0" brushRef="#br0" timeOffset="88337.13">8725 7560 1246 0,'0'0'1001'0,"0"0"-651"0,0 0-151 31,0 0-80-31,0 0-93 0,0 0-23 0,1 1-2 0,15 14-5 16,-16-15-7-16,0 1-5 0,15 17 0 0,-9-9-1 0,2 0 4 0,-1 1 7 16,0 1 6-16,0 1 0 0,-1 1 15 0,1 1 4 15,-1 1-6 1,1 2 6-16,0 0 5 0,-1 0 6 0,0 2 4 15,0-1-2-15,1 1 1 0,-3 1-9 0,2-1-6 0,0 2 0 16,-2-1-18-16,1 1 6 0,-2 2-5 0,0-2 4 16,0-1-9-16,0 2 6 0,-2 0 3 0,0 0 2 15,-2 2 7-15,0-1 0 0,-1 0-5 0,-1 2 3 0,0 0 1 0,-1 2 6 16,0-1 1-16,0 2 0 16,-1-1 0-16,0 1-10 0,-1 0 5 0,0 0-8 0,1-2-8 15,-1-3 4-15,0-1-5 0,0-2 4 16,-1-1-7-16,1-3-25 0,-1 0-1 0,0-3-13 0,-1-1-43 15,1-1-55-15,-2-2-12 0,1-3-20 0,1-1-81 0,-1-2-290 16</inkml:trace>
  <inkml:trace contextRef="#ctx0" brushRef="#br0" timeOffset="88786.72">8969 7842 1445 0,'0'0'230'0,"0"0"194"15,0 0 89 1,0 0-314-16,0 0-170 0,0 0-43 0,0 1-1 16,0-1-14-16,0 1-1 0,0-1-9 0,0 1 10 15,0-1-6-15,1 1 39 0,17 8 18 0,-18-9 2 16,1 0 5-16,15 1 10 0,-16-1-7 0,0 0 0 15,19 2-1-15,-19-2 2 0,0 0 1 0,23 1-7 16,-14-1 3-16,1-1-12 0,-1 1-10 0,3-1 5 16,-3 1-7-16,1-1 0 0,0 1-7 0,0-1 1 0,-1 1-4 15,-2-1-9-15,2 0-24 0,-3 1-1 0,1-1-10 16,0 1-28-16,-7 0-17 0,0 0-4 0,0 0-5 16,1 0-21-16,-1 0-73 0,1 0-17 0,0 0-43 15,-1 0-322-15</inkml:trace>
  <inkml:trace contextRef="#ctx0" brushRef="#br0" timeOffset="89053.43">8943 8103 1751 0,'4'6'278'0,"-2"0"151"16,-2-6 144-16,0 0-439 0,0 1-120 0,1-1-40 0,16 13 2 16,-17-13-13-16,17 0 20 0,-6-1 10 0,2-1 1 15,-1-1 4-15,1 0 14 0,0 0 26 0,1 1-1 0,-1 0 10 16,1 1 13-16,-2 0-11 0,3 1 1 0,-1 0-7 0,0 1-29 0,1-1-12 16,-1 0-2-16,1 0-4 15,-1 0-6-15,-1 0-85 0,0 0-10 0,-2 0-38 16,-2-1-159-16,1 0 805 0</inkml:trace>
  <inkml:trace contextRef="#ctx0" brushRef="#br0" timeOffset="90952.26">9362 7846 1503 0,'-9'0'150'0,"0"0"29"0,1 0 3 0,1 1-57 0,1 0-77 16,-1 0-33-16,7-1-4 0,0 0 2 16,-1 0-4-16,-21 3-9 0,22-3 7 0,0 0-7 0,0 0 17 0,0 0 0 15,0 0 1-15,-1 0 0 0,0 0 9 0,1 0-6 16,0 1-2-16,-1-1-2 0,-16 17-8 0,17-17-4 15,0 0 4-15,-5 18-4 16,5-18-1-16,-3 16 3 0,1-5-7 0,2 0 5 0,-1 1-8 0,0 1 0 16,1 1 4-16,2 2-1 15,-1-1 6-15,1 1-3 0,1 1 1 0,0-3-2 0,1-1 0 0,-1 0 1 16,2-2-1-16,1-1 0 0,0-1 10 0,1-1-6 0,0-2 3 16,0-1-4-16,0-1-4 15,1-1 1-15,0 1-1 0,-2-4 1 0,2 0 0 0,-1 0 1 16,0-3 3-16,3 0-1 15,-2-1 5-15,0-2 4 0,1 0-5 0,-2-2 5 16,2 0-3-16,-2-2-2 0,0 0 4 0,0 0-3 16,-1-1 6-16,0-1-3 0,0 1 3 0,-1-2-2 15,0 1 3-15,-2 0-1 0,0-1 1 0,0 1 1 16,-1-2 4-16,0 1-9 0,-1 0 2 0,0-1-5 0,-1 2 3 16,0 0 0-16,0 0 3 0,-2-1-2 0,1 1 1 15,-2 1-4-15,1 1-3 0,-2 0 2 0,0 1 5 0,0 2-1 16,-1-1 0-16,0 1 0 0,0 0 9 0,-2 2-10 15,1 1 7 1,0 1-8-16,0 0 3 0,-2 0-3 0,-1 0 1 0,2 2-3 0,0 0-9 0,0 2 0 16,0 1-1-16,-1-1 0 0,2 2-4 0,0 0 1 15,1 1-3 1,0-1 4-16,-1 1-10 0,2 0 0 0,-1 1-1 0,3 2 1 16,-1-1-1-16,0 1 3 0,1-1-5 15,-1 0 6-15,1 0 1 0,0-1-46 0,2-5 6 16,0 1-23-16,0-1-26 0,-2 16-28 0,2-16-13 0,0 0-9 15,0 0-95-15,0 0-49 0,0 0-66 0</inkml:trace>
  <inkml:trace contextRef="#ctx0" brushRef="#br0" timeOffset="91584.99">9408 7526 1482 0,'0'0'86'0,"0"0"147"16,0 0-192-16,0 0-29 0,-1 0 4 0,0 0-12 15,1 0 9-15,0-1-4 0,-1 1 1 16,1-1 0-16,-1 1 25 0,1 0 32 0,-1 0 2 15,1 0 6-15,0 0-21 0,-1 0-9 0,-15 3 1 16,16-3-3-16,0 0 7 0,0 0-18 0,0 1-2 0,-6 18-5 16,6-19-8-16,0 0-8 0,0 0-1 0,1 18-2 15,-1-18-3-15,0 1 0 0,0 16 1 0,0-17 0 16,0 1 0-16,-3 18 0 0,3-19 6 0,0 1-5 16,-5 19 9-16,5-19 6 0,0-1-4 0,-7 23 6 15,7-23-6-15,0 0-6 0,-5 24 2 0,2-15-3 0,1-1-3 0,0 1-6 16,1-1 2-16,-1 0-2 0,2 2 0 15,0-1 0-15,-1 0-1 0,1 1 1 0,0 0 2 0,-1 1 0 16,3 1-4-16,-2-1 2 0,0 2-2 0,-1-2 0 16,0-1 5-16,0 2-3 0,1-1 0 0,-2-1 4 15,1 2-5-15,0 0 5 0,-1-1-2 0,0 0 0 32,0 1 3-32,0 2-3 0,1 0-2 0,0 2 2 0,0-1-1 15,0 1 2-15,0-1 12 0,1-1 3 16,-2-1 0-16,2 0-1 0,0-1 2 0,0 0-5 0,1 0 4 15,0 0-4-15,-1-2-1 0,1 2-2 16,-1-1-1-16,1-2 0 0,-1 2-6 0,0-1 2 0,1-2-4 16,-1 1 4-16,1 3-8 0,-1-3 6 0,1 4-4 0,-1-2 4 0,0-1-5 15,0 1 6-15,-1-1-5 0,1-1 6 0,-1 1-5 16,0-2 5-16,1 1 10 0,-1-1-4 16,1 0 9-16,0-1-4 0,0 0-1 0,0-1 0 15,0-1-5-15,0-5-10 0,0 0-1 0,0 1-1 0,1 16-3 16,-1-17-1-16,0 0-8 0,0 0-1 0,0 1-56 15,0-1-48-15,0 1-5 0,0-1-16 0,1 0-53 16,-1 0-67-16,17-5-39 0</inkml:trace>
  <inkml:trace contextRef="#ctx0" brushRef="#br0" timeOffset="92055.08">9710 7653 788 0,'0'0'1076'0,"0"0"-755"0,0 0-173 16,-1 0-83-16,1 0-36 0,-17 2-2 0,17-2 0 0,0 0 0 15,0 0-7-15,0 0-8 0,-1 0-3 0,0 0 1 16,1 0 4-16,-17 17 2 0,17-17 3 0,-8 12-1 16,3-3 3-16,0 0 10 0,-1 2-2 0,0 2 4 15,0-1 0-15,-1 2-9 0,2 1 2 16,-3 2-5-16,1 0-2 0,1 2-6 0,-1 1 0 15,2 0-3-15,0 1-4 0,0 1 2 16,0 2-1-16,2 0 1 0,0 1 1 0,-1 1 3 0,1-2 2 16,-1 1-1-16,1 0-6 0,2-1 5 0,0-2-10 15,1-1 7-15,2 0-14 0,0-2 2 0,1 1 3 16,-1-1-2-16,-1 0-3 0,4-2 4 0,-3 0-2 0,3-3 1 16,0-1-20-16,1-1-30 15,-1-2 0-15,2-2-11 0,-2-2-21 0,1 0-42 0,1-3 3 0,0-2-20 16,-1-1-39-16,1-4-53 0,0-3-53 0</inkml:trace>
  <inkml:trace contextRef="#ctx0" brushRef="#br0" timeOffset="92610.14">9830 7621 1340 0,'0'0'221'0,"0"0"15"0,0 0 56 0,0 0-179 16,-1 0-66-16,1 0-18 0,0 0-1 15,-1 0-6-15,0 1-12 0,1-1-4 0,-5 19-2 16,5-19 1-16,0 0 4 0,0 1 25 0,0 20 1 16,0-21 9-16,0 1 1 0,-1 22-3 0,1-13-2 15,0 0-1-15,0 1-14 0,0-1-9 0,0-2-6 0,0 0 2 16,0 0-8-16,0 0-4 0,0 1 5 0,-1-2-5 15,2 1 1-15,-1 0-4 16,0-2-5-16,0-6-4 0,0 0-49 0,0 1-61 16,0 15-16-16,0-16-17 0,0 0-95 0,0 0-126 0,0 1-164 0</inkml:trace>
  <inkml:trace contextRef="#ctx0" brushRef="#br0" timeOffset="92969.47">9682 7879 734 0,'0'0'993'0,"0"0"-729"31,0 0-152-31,-1 1-92 0,-15 10-19 0,16-11-6 0,0 0 5 16,0 0-7-16,0 0-3 0,0 0 8 0,0 0 4 15,0 0 6-15,0 0 50 0,0 0 23 0,0 0-1 0,1 0 9 16,0 0-7-16,14 5-10 0,-15-5-1 0,1 0-3 15,-1 0-1-15,19-4-19 0,-19 4 2 16,1 0-10-16,20-5-11 0,-20 5-8 0,-1 0 3 0,22-6-4 16,-22 6-6-16,1 0 0 0,22-7-4 0,-15 4 4 15,1 2-2-15,-1-1-3 0,0 1-1 0,0 0 0 0,-1-1-8 16,0 1 1-16,1 1-1 16,0 0 0-16,1-1 1 0,-1 1 4 0,1 0-4 0,-2 0 3 0,-1 0-9 15,0 1 3 1,-6-1 2-16,0 0 0 0,1 0 0 0,17 3-54 15,-18-3-2-15,0 0-23 0,0 0-56 0,0 0-27 16,1 0-7-16,-1 0-7 0,17 8-30 0,-17-8-74 16,0 0-62-16</inkml:trace>
  <inkml:trace contextRef="#ctx0" brushRef="#br0" timeOffset="93569.1">9734 8023 1322 0,'0'0'223'0,"0"0"861"0,-1 0-1063 15,1 0-22 1,-1 0-12-16,1 0-1 0,0 0-20 0,-1 0 2 0,0 0 8 0,1 0-3 0,0 0 20 16,0 0 27-16,0 0-2 0,1 0 12 15,0 0 4-15,18-3 2 0,-19 3-1 0,0 0 2 0,16-1 5 0,-16 1-1 31,1 0-3-31,20 2-1 0,-21-2-14 0,0 0-7 16,22 1 0-16,-21-1-4 0,-1 0-10 0,22 4 4 16,-22-4-1-16,0 0 1 0,18 3-2 0,-18-3 5 15,1 0-6-15,0 0 6 0,-1 0 1 0,0 0 6 0,0 0 0 16,1 1 1-16,-1-1-7 0,1 1-20 16,7 17 8-16,-8-18-13 0,-1 0 1 0,1 1 2 15,-19 16-1-15,19-17 3 0,0 0 6 0,-18 15 4 16,18-15-4-16,0 1 4 0,-18 12-11 0,18-13-1 0,-1 0 1 15,1 1 0-15,-18 16 2 0,18-17 7 0,-1 1-2 0,1-1 4 16,-18 15-5-16,18-15 4 0,-1 1-2 0,1-1 3 16,0 1-5-16,-17 16 8 0,17-17-4 15,0 0 4-15,0 1-2 0,0-1-16 0,0 1 9 0,0-1-13 16,0 1 7-16,0-1 2 0,0 1 3 0,0-1 0 16,1 0 15-16,15 14-6 15,-16-14-1-15,0 0-1 0,18 0 3 16,-18 0-5-16,0 0 3 0,20 0-2 0,-20 0 6 0,0 0 3 15,22 0-3-15,-22 0 3 0,0 0 3 0,19 5-2 16,-19-5 6-16,1 0-4 0,15 4 8 0,-16-4-3 16,1 0-5-16,0 0 2 0,-1 1-6 0,0-1 8 15,17 14 0-15,-17-14 3 0,0 0 0 0,0 1 3 16,-2 17 0-16,2-18 0 0,-1 0-9 0,-11 19-2 16,6-11 1-16,-1 1-1 0,0 1-2 0,-2-1-7 0,-1 0-1 15,2-1-4-15,-1 0-19 0,0 0-25 16,1 0-5-16,0-3-7 0,0 0-26 0,0-1-59 15,1-1-14-15,0-2-25 0,7-1-143 0</inkml:trace>
  <inkml:trace contextRef="#ctx0" brushRef="#br0" timeOffset="94019.93">9964 7650 1903 0,'0'0'85'0,"0"0"96"0,0 0-150 0,0 0-27 16,0 0 8-16,0 0-12 0,0 0 12 0,0 0 19 15,0 0 8-15,0 0 4 0,1 0 36 0,0 1-9 0,15 12-1 16,-16-13-2-16,0 1 6 0,10 15-13 0,-10-15 2 16,0-1-7-16,12 22-11 0,-8-13-5 0,1 0-3 0,0 3 1 15,-1-1-6-15,2 2-5 0,0-1 1 0,1 2-3 16,-2 1-6-16,1-1-11 0,0 2 5 0,0-1-5 16,0 1 5-16,0 1-9 15,0 0 2-15,0 0-4 16,-1 0-1-16,0 1 4 0,0 1 0 0,-2 3 4 0,-1 0 3 15,1 0-1-15,-2 1-1 0,-1 0 1 0,0 0-5 16,-1 1 4-16,-1 0-5 0,1-1 5 0,-2 0 0 0,-1-2-8 16,1 1 4-16,-1-3-5 0,0 0 1 0,0-1 4 15,0-3-6-15,0-1 0 0,0-3-52 0,0-1-60 16,0-1-10-16,1-3-22 0,-1-2-95 0,4-4-111 16,0 0-81-16</inkml:trace>
  <inkml:trace contextRef="#ctx0" brushRef="#br0" timeOffset="94607.74">10179 7951 1554 0,'0'0'235'0,"0"0"-138"0,0 0-23 16,-1 0-27-16,1 0-37 0,0 0 2 0,0 0-5 16,-1 0 5-16,0 0-8 0,1 0 41 0,-1 1 0 15,1-1 18-15,0 1 20 0,-1-1 5 0,1 1-2 16,0-1 1-16,0 0-16 0,0 17-9 0,0-17-4 15,0 0-1 1,0 0-13-16,1 0-4 0,19 6 3 0,-20-6-4 16,1 0-4-16,19 4-11 0,-19-4-3 0,0 0-2 0,21 2-5 15,-22-2-4-15,0 0 2 0,25 0-4 0,-17 0-1 16,1 0 1-16,0 0-5 0,1 0 5 0,-2 0-1 0,-1 0-7 16,0 0 7-16,0 0-6 0,0 0 7 0,-2 0-6 15,-5 0 0-15,1 0-2 0,-1 0 0 0,18 1 3 16,-18-1-3-16,0 0 3 0,1 0-14 0,-1 0-24 0,18-2-1 15,-18 2-10-15,0 0-28 0,0 0-12 16,1 0-9-16,-1 0 0 0,1 0-33 0,15-8-18 0,-16 8-2 16,0 0-9-16,0 0-38 0,0-1-118 15</inkml:trace>
  <inkml:trace contextRef="#ctx0" brushRef="#br0" timeOffset="94915.83">10282 7787 2111 0,'0'0'86'0,"-1"0"92"0,1 0-153 0,-1 0-11 15,1 0 5-15,0 0-7 0,-1 0 2 0,0 0 5 16,1 0-3-16,0 0 5 0,0 0 24 0,0 1 4 15,-3 15 5-15,3-16-3 0,-1 15 6 0,1-5-6 16,1 1 0-16,-1 1-5 16,1 2-13-16,-1 0-10 0,0 2-2 0,2 1-3 0,0 0-18 0,0 1 0 15,1 1 0-15,-1 1 1 0,0 0 5 0,-1 2-7 0,-1-1-1 16,1-1-8-16,1 2-46 0,0 0-60 0,-1 0-11 16,0-1-17-16,1 0-49 15,-1 0-91-15,2 0-55 0</inkml:trace>
  <inkml:trace contextRef="#ctx0" brushRef="#br0" timeOffset="95845.31">10545 7825 1399 0,'0'0'222'0,"0"0"163"0,-1 0 114 15,1 0-366 1,-17 8-122-16,17-8-9 0,0 0 0 0,0 0-2 15,0 0 0-15,0 1 3 0,-10 15-4 0,10-16 4 16,0 0 9-16,0 0 13 0,-7 18 2 0,7-18 1 16,0 1-6-16,-4 22-6 0,2-12 2 0,0 0-3 15,0 2-5-15,-1 1 6 0,1 1-6 0,1 2 5 16,-1 1-3-16,2 0-6 0,-1-1 1 0,1-1-4 16,1 0-3-16,-1-1 0 0,0 0 1 0,3 1-1 0,-1-3-1 15,3 3 1-15,-1-2-2 0,1-1 2 0,1 1-6 16,-1-2 4-16,0-1 1 0,1 0 0 0,0 0-3 0,2-2-2 15,-1 1 2-15,0-2-1 0,1-2 7 16,-1-1-2-16,1-2-1 0,-1-1-1 0,1-1-3 0,0-1 7 16,1-1 1-16,-1-2 4 0,0-1 2 0,0-1 2 15,0 0-4-15,0-2 4 16,1-1-9-16,-2 0 1 0,1-2-2 0,0 0 1 0,-1-1 0 0,2 2 4 16,-1-1 1-16,-1 0-1 15,0-2-3-15,-2-1 4 0,2 1 0 16,-1-1 2-16,-1 1 4 0,-1 0-9 0,0-1 5 15,-2 0-7-15,1 1 11 0,-2-2 0 0,0 0 0 0,-1-1 0 16,0 0 6-16,-1 0-4 0,-1 1 2 0,-1 2-3 16,1 0 4-16,-3 0-2 0,1 0-3 0,-1 1 0 15,-1-1-1-15,0 2 3 0,-2-1 2 0,2 2-1 16,-2-1-6-16,0 3-4 0,-1-1-1 0,0 1-1 16,-1 0-2-16,2 1-2 0,-1 0-1 0,0 1-1 15,1 1 4-15,0 1-7 0,0 0-2 0,0 1-4 0,1 0-11 16,1 1-18-16,-1 2 3 0,2-1-10 0,-1 1-7 0,0 0-22 15,6-1 0-15,0 0-12 0,0 0-24 0,-17 4-51 16,17-4-14 0,0 0-20-16,0 0-129 0</inkml:trace>
  <inkml:trace contextRef="#ctx0" brushRef="#br0" timeOffset="96434.76">10626 7683 1667 0,'0'0'279'0,"0"0"-64"16,0 0 44-16,0 0-161 0,0 1-76 0,-1-1-13 0,-7 18 2 31,8-18-7-31,0 0-6 0,0 19 4 0,0-19 5 0,0 1 3 16,-2 19 32-16,2-19 17 0,-1 15 0 0,-1-5 7 15,0 1-1-15,1 0 4 0,-2 1-4 0,1 0 2 16,0 0-22-16,0 0-6 0,0 1-2 0,0 1-1 0,0 1-15 16,0-1-7-16,0 2-2 0,1 0-2 0,-1-1-6 15,0 4-4-15,1-1 0 0,0 2-1 0,0 0 1 0,1 0 0 16,-1 1 0-16,1 2-1 15,0 0-1-15,1 1 4 0,-1-1 0 0,2 1 2 0,-2 0-4 0,1 0 5 16,-1 0-5-16,0 0 4 0,2-1 0 16,-2 1-2-16,0-2 3 15,2 1-4-15,-2-1-2 0,0-1 2 16,1 1 0-16,-1-2 2 0,2-1-3 0,-2-1 0 0,2-1-3 0,-2-1 2 0,2-3-1 0,-1 0-8 31,0-3-2-31,0-1-4 0,0-2-29 0,1 0-43 0,-2-8-5 0,0 0-16 0,0 1-48 0,0-1-73 16,0 0 0-1,0 0-33-15,8 2-59 0</inkml:trace>
  <inkml:trace contextRef="#ctx0" brushRef="#br0" timeOffset="96873.47">10856 7754 1985 0,'0'0'336'0,"0"0"-177"0,0 0 44 16,0 0-144-16,-1 0-53 0,1 0-12 16,-1 0 5-16,1 0-8 0,-1 1 8 0,-15 11-4 0,16-12 4 15,0 0-2-15,0 1 13 0,-6 19 15 0,6-20-2 0,-5 17 7 16,2-7 10-16,-1 1-8 0,2 2 3 0,-1 1-5 16,1 1-11-16,-1 2-6 0,1 1-5 0,0 0 1 15,0 2-10-15,1 1 7 0,0 2-4 0,1 1 6 16,-1 2-12-16,1 1 7 0,0 0-1 0,0 0 4 15,1-1-6-15,-1-1-1 0,2 0-1 0,1-1 1 16,-2-3 1-16,2-2-4 0,0-2-4 0,0-3-4 0,0-1-50 0,0-3-78 16,1-2-8-1,-1-2-28-15,-3-6-78 0,0 0-129 0,1 0-133 16</inkml:trace>
  <inkml:trace contextRef="#ctx0" brushRef="#br0" timeOffset="97385.15">10993 7693 1776 0,'0'0'299'0,"0"0"-132"0,0 0 38 0,0 0-128 15,0 0-53-15,0 0-7 0,0 0-3 0,0 0-2 16,0 0-15-16,0 0 4 0,0 0 4 0,0 0 4 16,0 1 33-16,0-1 11 0,-4 19-4 0,4-19 4 0,0 0-18 15,-4 18 3-15,4-18-2 0,0 1 0 0,-4 19-14 16,4-20-9-16,0 1 2 0,-4 23-5 0,3-15-9 16,0 0 7-1,1 0-7-15,-1 0 7 0,0-1-8 0,-1 1 0 16,2 0 3-16,-1-1 0 0,0 0 6 0,0 0-9 0,1-1 6 15,1 0-6-15,0-1 6 0,0 0-2 16,1 0-3-16,-2-6 2 0,0 0-2 0,0 1-1 16,15 16 0-16,-15-17 0 0,0 0-1 0,17 8-3 15,-17-8 0-15,0 0 0 0,18 4 5 0,-18-4 0 0,1 0 0 16,17 7-1-16,-18-7 2 0,0 0-2 0,1 0 6 16,18 8-6-16,-19-8 0 0,0 0 0 0,0 0 0 15,18 13 0-15,-18-13 6 0,0 0-6 0,0 1 8 0,0-1-6 16,1 0 9-16,-1 1-8 15,17 14 0-15,-17-15-1 0,0 0 5 0,0 1 1 0,0-1-1 0,3 18 1 16,-3-18-4-16,0 0-5 0,-4 17-3 0,4-17-4 16,-1 0-20-16,-10 17-13 15,11-17 0-15,0 0-5 0,-17 14-23 0,17-14-55 0,0 1-9 0,-20 9-23 16,11-7-120-16</inkml:trace>
  <inkml:trace contextRef="#ctx0" brushRef="#br0" timeOffset="97734.73">10942 7720 2141 0,'0'0'27'0,"0"0"-15"0,0 0-4 0,0 0 2 16,1 0 7-16,-1 0 24 0,0 0-3 0,20-5 16 16,-20 5 46-16,0 0 17 0,18 0-6 0,-18 0 5 15,1 0-42-15,20 0-8 0,-21 0-3 0,0 0-4 0,22 1-20 16,-22-1-11-16,1 0 1 0,22 6-5 0,-23-6-4 16,1 0-5-16,21 4-3 0,-22-4-1 0,1 0-9 15,18 3 5 1,-19-3-2-16,1 0 2 0,15 1-8 0,-16-1 2 15,1 0 1-15,-1 0 3 0,0 0 0 0,19 6-28 0,-19-6-3 0,0 0-13 16,1 0-45-16,-1 0-56 16,0 0-8-16,1 0-21 0,-1 0-64 0,16 6-104 15,-16-6-96-15</inkml:trace>
  <inkml:trace contextRef="#ctx0" brushRef="#br0" timeOffset="98135.92">10886 8115 1800 0,'0'0'485'0,"0"0"-357"16,0 0-26-16,0 0-93 0,0 1-21 0,0-1-5 0,0 0 3 0,0 1-1 16,0-1 14-16,1 1 14 0,-1-1 4 0,18 15 5 15,-18-15 12-15,14 1 13 16,-5 0 0-16,-1 0 7 0,0 0 11 0,1 0-11 0,1 1-2 16,0-2-3-16,0 1-19 0,0 0-11 0,1-1-2 15,0 2-3-15,-1-1-8 0,0 0 4 16,1 0-3-16,-2 1 2 0,2 1-7 0,1-2 6 0,-2 2-4 15,2-1 5-15,-2-2-10 0,0 2 2 0,1 0 0 0,1 0 2 16,-1 0-6-16,0-2 4 0,0 0 0 0,-1 0 1 16,0 0-20-16,-1 1-39 0,-1 1-7 0,-1-2-13 15,-7 0-48-15,0 0-40 0,0 0-13 0,19 2-18 16,-19-2-148-16</inkml:trace>
  <inkml:trace contextRef="#ctx0" brushRef="#br0" timeOffset="98685.97">11085 8275 2345 0,'0'0'123'0,"0"0"-91"0,0 0-19 16,-1 0-13-16,0 0-27 0,1 0 16 0,0 0 0 15,0 0 7-15,-1 0 11 0,0 0 37 0,1 0-8 0,-18 3 20 16,18-3 8-16,0 0-9 0,0 0 4 0,0 1-8 16,-1-1-9-16,-11 21-8 0,12-21-6 15,0 0-1-15,-8 22-15 0,6-12-5 16,-2 1-2-16,1 0-1 0,0 2-3 0,-1 0 1 16,1 1 5-16,-2 0-4 0,2 1 8 0,-1 2-4 15,1-1 3-15,-1 0-3 0,1 0 11 16,2-1 8-16,-1 1-4 0,2-2 3 0,0 0-17 0,1-2-2 15,1 0-6-15,1-1 3 0,0-1-6 16,0 0-3-16,2-4 3 0,-1 0-3 0,1-2-7 16,0 0 3-16,1-1-6 0,0-1 6 0,-1-2 0 0,2 0 5 15,-2 0 1-15,0-2 1 0,0-1 5 0,2 0-2 16,-2-1 2-16,0 0-3 0,0-1 4 0,0 1-2 16,-1-2 2-16,0-1-2 0,0 1 1 0,-1-2 2 15,-1 0-1-15,1 1 2 0,-1-1-2 0,0 0 2 16,-1 1 2-16,-1-1 0 0,0 2-2 0,0-1 2 0,0 0-5 15,0 1 4-15,-1 0-2 16,-1 0 6-16,0 0-2 0,2 6 2 16,0 0-4-16,0-1 0 0,0 1-3 0,-19-18 2 0,19 18-7 0,0 0 3 0,-18-6 1 15,18 6 1-15,0 0 2 0,-20 0-3 0,20 0 2 0,0 0-2 16,0 0-4-16,-20 5-13 0,20-5 4 0,0 0-8 16,-1 0-13-16,1 0-33 0,0 0-12 0,-16 8-7 15,16-8-53-15,0 0-45 0,0 0-3 0,-1 0-21 16,1 0-79-1</inkml:trace>
  <inkml:trace contextRef="#ctx0" brushRef="#br0" timeOffset="99106.82">11287 7709 2089 0,'0'0'144'16,"0"0"359"-16,0 0-489 0,0 1-12 15,0-1 1-15,10 21-3 0,-10-21 6 16,9 12-6-16,-4-4 1 0,0 0-1 0,1 2 8 15,-1 0 17-15,0 3 1 0,0 0 6 16,0 0 20-16,-1 2 4 0,0-1 2 0,0 2 0 0,1 0-11 16,0 1-8-16,0 1-5 0,-2 1 0 0,2 1-5 15,-2 1-8-15,2 1 2 0,-1 2-7 0,0 0-10 0,-1 2-3 16,-1-1 3-16,-1 2-3 0,1 1 4 16,-1 0-4-16,-1 0 1 0,0 2-1 0,0-1 6 15,-1 2-3-15,-1 0 0 0,0-2-1 0,-1-1 0 0,-1 2-3 16,-2-2 4-16,0 0-3 0,1-1 4 0,-2-2-7 15,1-2 3-15,0-1-4 0,-1-1-4 0,2-3-38 0,-1-1-5 16,2-5-13-16,-1-2-43 0,-1-3-78 0,1-1-2 16,5-6-36-16,-1 0-96 0,1 0-402 0</inkml:trace>
  <inkml:trace contextRef="#ctx0" brushRef="#br0" timeOffset="99452.16">11472 8176 1878 0,'0'0'104'0,"0"0"220"0,0 0-297 0,0 0 4 16,0 0 2-16,0-1 0 0,0 1 19 0,1-1 5 15,12-15 6-15,-13 16 0 0,0 0 24 0,0 0-10 0,16-7 4 16,-16 7-8-16,0 0-1 0,1 0-16 0,19-2-3 16,-20 2-7-16,0 0-22 0,18 1 4 15,-18-1-7-15,1 0 5 16,20 4-19-16,-20-4 0 0,-1 0 2 0,22 7-2 16,-22-7-6-16,1 0 2 0,22 5-2 0,-15-5 3 15,0 2 1-15,-1-2-4 0,-2 0 0 0,1 0-1 16,-1-1-4-16,-5 1-32 0,1 0-7 0,0 0-12 15,16-1-56-15,-17 1-48 0,0 0-9 0,1 0-20 16,13-16-90-16,-11 8-264 0</inkml:trace>
  <inkml:trace contextRef="#ctx0" brushRef="#br0" timeOffset="99717.5">11743 7909 1756 0,'0'9'279'0,"1"-2"143"16,-1 1 158-16,-1 0-481 15,1-1-104-15,0 2 0 0,1 0-1 0,1 1 1 16,0 3 5-16,0 0 9 0,0 0 10 0,1 1 2 0,1 1 47 16,-2 1 5-16,1 3 5 0,-3 2-1 15,0 1 5-15,1 3-23 0,-1 1 1 0,1 2-10 16,-1 1-11-16,0 1-15 0,2 2-2 0,-4-2-5 15,2 0-12-15,0-2-6 0,0-1-1 0,1-2-5 16,-1-2-21-16,1-1-55 0,-1-1 3 0,1 0-27 16,0-3-63-16,0-2-136 0,1-1-53 0</inkml:trace>
  <inkml:trace contextRef="#ctx0" brushRef="#br1" timeOffset="106185.33">7529 4537 2315 0,'-5'-3'156'0,"5"3"-28"0,0 0-7 0,0 0-55 15,0 0-90-15,0 0-16 0,0 0 5 16,0 0 4-16,15-4 22 0,-10 0-6 0,7 4 3 16,0 0-1-16,1 1 14 0,-2 0-1 0,2 0 1 15,0 1 0-15,1-2 11 0,1 2 3 0,-1-1 7 0,0 0-3 16,1 0 9-16,-1-1 4 0,2 1 0 15,-1-1 2-15,1 0-4 0,0-1 7 0,0 1-6 0,1-1 7 0,1-1-6 16,1 0-10 0,2 0 2-16,1 1-5 0,1-1-6 0,1 1-5 0,0-1 1 0,0 0-2 15,0 1-1-15,2 1-6 16,-1-1 3-16,3 1-3 0,1-1 8 0,1 0-7 0,-1 0 0 0,-1-1-1 0,0 1-1 16,0 0 7-1,1-1-4-15,3 1 6 0,-1-1-10 0,0 0 5 16,1 1 0-16,-3 1 4 0,0 0 1 0,0 1 3 15,0 0-1-15,1-1 2 0,0-1-2 0,0 0 2 16,-1 2 1-16,-1-1 0 0,2-1 0 0,2 1 0 16,1-2-3-16,0 1 3 0,0 0-4 0,-2 1-3 15,0 0 2-15,-1 0-2 0,1 1 0 0,0-1 2 16,0 2 1-16,0-1 0 0,-2 1-1 0,0 0-4 0,0 1 1 16,1 1-2-16,2-2 5 0,-1 2-6 0,1-2 4 15,-3 1-4-15,0-1 7 0,0-1-6 0,1 2 1 0,1-2-1 16,2 1 9-16,-1-1 8 0,-1 0-1 0,-1 0 2 15,-1 0-3-15,1 1-4 0,1-1 1 0,0-1-2 16,0 1-2-16,-2 0-1 0,-2-1 0 0,-2 1 0 0,0 0-1 16,-1 0-5-16,-1-1 2 0,0 1-3 0,-1-1 3 15,-1 1 3-15,-2 0-4 16,-2-1 2-16,-1 1-4 0,-3-1 2 0,1 1 4 16,-1-1-4-16,-2 1-3 0,0 0-2 15,-4-1-3-15,1 1 3 0,2 0-1 0,-3 0-40 16,-7-1-6-16,0 0-18 0,1 0-80 0,16 2-81 15,-17-2-10-15,0 0-30 0,0 0-95 0,0 0-411 16</inkml:trace>
  <inkml:trace contextRef="#ctx0" brushRef="#br1" timeOffset="107387.98">9293 8741 2334 0,'0'0'179'0,"0"0"12"0,0 0-1 0,0 0-47 0,0 0-103 0,-1 1-52 31,0-1 0-31,1 0-3 0,0 0 7 0,0 1 4 16,0-1 6-16,0 0-1 0,1 1 9 0,20 8 9 15,-21-9-8-15,15 4 9 0,-7-1-7 0,1 0 3 16,1-1-2-16,0 1 1 0,4-1 4 0,1-1 8 0,1 1 1 0,1-1 1 16,1 0 7-16,0 0-14 0,0-1 4 0,2 0-8 15,0-1 3 1,-1 0-8-16,2 0 4 0,0 1-7 0,1-1-6 0,2 1 7 0,2 0-2 15,0 0 4-15,0 0 0 16,-2 0-7-16,1 0 2 0,-1 0-3 0,1 0 4 0,2 0-7 0,2 2-2 0,1-1 0 16,0 0 1-16,-2-1 0 0,0 1 3 0,-2 1-4 15,1-2-4 1,2 2 6-16,1-1-2 0,1 0 5 0,-1 0 12 0,-2-1 3 16,-2 1 2-16,2-2-2 0,1 1-5 0,1-1-5 15,3-2 6-15,-1 2-5 0,-1-2 3 0,-2 3-2 0,0-1-5 0,2 1 2 16,0 2-4-1,2-1 1-15,0 1-1 0,-3 2 1 0,0-1-4 0,-1 1 0 16,1 1 2-16,1 0-2 0,1-1-1 0,0 2 5 16,-3-2-3-16,0-1 3 0,-2 0 0 0,3 0 1 15,2 1-2-15,1-1 1 0,1-1 1 0,-1 1-2 16,-1-2 3-16,-2 1-4 0,3 1-2 0,1-3 4 16,1 4-2-16,0-3 3 0,-2 1-1 0,-1 1 0 15,-1-2 0-15,1 1 0 0,1 0-2 0,1-1 1 0,0 4 3 16,-4-2-2-16,-1-1-3 0,0 2 6 15,1 0-7-15,2-1 8 0,-1 0 1 0,-1-1-5 0,-3 0 1 16,-3 0-4-16,0 1-3 16,0-1 4-16,0 1-1 0,2 0 1 0,0-1-2 0,-2-2-3 0,-2 1 0 15,-2-1-3-15,-1 1 2 16,-1-1-49-16,-1 0-18 0,-1-2-21 0,3-1-166 16,4-3-228-16,0-3-59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6:49:00.75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2476 2856 2183 0,'-6'-5'96'0,"1"2"-34"0,5 3-1 0,-1 0-7 0,0 0-43 16,1 0-7-16,0 0 2 0,0 0-2 0,0 0 0 0,-1 0 3 15,1-1 2-15,0 1 0 0,0-1 2 0,3-16 0 16,-3 17 0-16,1 0-1 0,15-7 1 0,-16 7 6 16,1 0 3-16,18-8 2 0,-19 8 6 15,1 0-4-15,19-6 1 0,-19 6-2 0,15-4-4 0,-9 2 2 16,1-1-6-16,2 2 5 0,-1 0-6 0,0-1 0 15,3 2 0-15,-2-3 0 0,2 1 4 0,-1-1-13 16,1 1 6-16,0 0-8 16,1 0 2-16,0 1 1 0,1-1-2 0,-2 0 1 0,1 0-9 0,-1 1 7 0,-1 0-2 15,1 0 5 1,-2 1-2-16,0 0 0 0,0 1-2 0,-1-2 2 0,-1 1-4 0,-1-1 4 0,1 1 1 0,-1 1 1 31,1 1-3-31,0 0-52 0,1 0-14 0,-1-1-20 16,0 1-105-16,1-1-74 0,0 1-23 0</inkml:trace>
  <inkml:trace contextRef="#ctx0" brushRef="#br0" timeOffset="358.44">3457 2768 2618 0,'0'0'127'0,"0"0"-113"0,0 0 9 0,0 0-46 15,0 0 1-15,1-1 22 0,17-6 0 0,-17 7 5 16,-1 0 4-16,23 1 1 0,-14 1 2 0,0-1-2 15,0 0 4-15,1 1-3 0,-1 0-1 0,1-2-1 16,0 1 9-16,0 1 1 0,-1-2 11 0,0 2-8 0,0-1 8 16,0 0-4-16,-1 1-5 0,1-1 1 15,1 1-10-15,0 1-2 0,-1-2 0 0,0 1-1 0,1 0-1 0,0 0-1 16,2 1-2-16,1-2 1 0,-3 1-7 16,1-1 6-16,0 1-4 0,-1-1 2 0,0 1-36 0,2 0-127 15,-1 1-19-15,0 0-51 16,1 1-222-16</inkml:trace>
  <inkml:trace contextRef="#ctx0" brushRef="#br0" timeOffset="11858.06">1848 4062 2624 0,'0'0'78'0,"0"0"-35"0,-1 0 40 15,1 0-87-15,0 0-4 0,0 0-4 0,0 0-7 16,1 6 3-16,4 3-2 0,1 0 11 0,-5-1 10 15,4 7-2-15,2 3 4 0,-2 3-2 0,0 2 2 16,-1 3 2-16,0 2-1 0,0 0 5 0,-1 3 6 16,-1 0 0-16,-1 4 1 0,0-1 0 0,-1 2 2 15,1-1 2-15,-2 2-2 0,0 0-5 0,-1 0-1 0,-1 1-4 16,1-3 2-16,-1-1-3 0,1-3 1 0,-2-2-2 16,2-3 1-16,-2-2-2 0,1-4-46 0,0-1-30 15,0-5-16-15,0-2-182 0,0-5-166 0,3-7 860 16</inkml:trace>
  <inkml:trace contextRef="#ctx0" brushRef="#br0" timeOffset="12174.7">1877 4099 3019 0,'0'0'83'0,"0"0"-11"0,0-1-100 0,0 1-13 15,1 0 7-15,15-17-7 0,-5 16 23 0,1 0 9 16,2 0-4-16,3 1 5 0,1 2 2 0,2 0 4 16,0 1 4-16,-1 1-1 0,0 0-1 0,-2 1 1 15,-1 0 0-15,-1 2 3 0,-2-1 5 0,0 0 0 16,0 1-4-16,-2 0 3 0,-2 0-2 0,0 1 11 0,-3 0-1 16,-2 0 3-16,-2 0-7 0,-3 1 1 0,-2 1 3 15,-3 2-1-15,-2 2 3 0,-3 2-8 0,-3-1 2 0,-1 2-3 16,-3 1 2-16,0-1-2 0,-1 1 0 0,-2-1-1 15,1 0-4-15,-1-1-5 0,1-2-11 0,-1-1-5 16,2 0-105-16,2-2-128 0,2 0-23 0,2-3-48 16,2-1-236-16</inkml:trace>
  <inkml:trace contextRef="#ctx0" brushRef="#br0" timeOffset="12473.61">2522 4036 3090 0,'0'0'105'0,"0"0"22"0,0 0-114 0,0 0-11 16,-1 0-3-16,-18-7-2 0,19 7-1 0,0 0 0 0,-21 7 4 16,10-1-4-16,-3 2-1 0,0 3 0 0,-3 3-2 15,0 2 4-15,-3 1 4 0,2 2-3 16,-1 1 1-16,4 0-2 0,2 1 1 0,3 0 7 0,-1-1-2 15,2 0 3 1,1 2-10-16,3 2 7 0,1 1-3 0,0 2 5 0,2-1-4 0,3-1-3 16,1-1 2-16,2-2-3 0,2 0 3 15,1-2-7-15,2-1 4 0,2 1-5 0,1-3 1 16,3-1-25-16,3-4-33 0,3-3 2 0,3-3-119 0,4-4-115 0,-1-2-8 0,4-6-69 0,1-3-352 31</inkml:trace>
  <inkml:trace contextRef="#ctx0" brushRef="#br0" timeOffset="18291.34">3151 4137 2403 0,'0'0'135'15,"0"0"-24"-15,0 0 5 0,0 0-24 0,0 0-63 0,0 0-14 16,1 0-4-16,15 2 3 0,-8 2-1 0,-5-4-13 16,4 8 5-16,1 1-8 0,1 2 1 0,-1 0 6 15,2 3-4-15,0 0 5 16,0 2-3-16,1-1-2 0,0 1 0 0,1 1 0 0,-1 1-2 0,1 3 4 31,1-1 1-31,-2 1 1 0,0-1-4 0,-1-1 1 16,-1 0 2-16,-1-3-1 0,0 0 2 0,-2-2-1 0,0-1-1 15,-2-1 0-15,0-2 6 0,0 1-9 0,-3-1-3 16,1-1-10-16,0-2-100 0,-2-7-129 0,0 1-32 16,0-1-51-16,0 1-330 0</inkml:trace>
  <inkml:trace contextRef="#ctx0" brushRef="#br0" timeOffset="18491.73">3409 4046 3204 0,'0'0'122'0,"0"0"-99"0,0 0-14 0,0 0-20 0,0 0-7 0,-1 0 11 16,-7 13-1-16,5-2 5 0,-4 3 0 0,-1 5 2 15,-2 3 1-15,-4 3 0 0,-1 2 2 0,-3 1-3 32,-3-1 1-32,-2 1-2 0,0 2 2 0,1-1 4 15,1 1-3-15,3-3-2 0,1-3-86 0,-2-3-106 0,1-2-16 16,1-2-33-16,-1 0-105 0</inkml:trace>
  <inkml:trace contextRef="#ctx0" brushRef="#br0" timeOffset="18758.25">2924 3996 3320 0,'0'0'14'0,"0"0"-56"0,0 0-3 0,-8 19-13 0,9-7 28 16,1 6 28-16,0 3 2 0,-2 4 5 0,0 4-5 0,0 1 3 16,-2 1-5-16,2 0 3 0,-2 2-4 0,1 2 8 15,-1 3-5-15,-1 2 5 0,0-2-6 0,1-1 1 16,-3 1 3-16,2-1-3 0,-1 0-1 0,1 0 1 31,1-5 0-31,-1-4 2 0,1-4 1 0,2 0-19 16,-2-2-62-16,2-2 15 0,1-1-189 0,1-5-6 0,0-4-2 15,2-3-18-15,0-2-149 0</inkml:trace>
  <inkml:trace contextRef="#ctx0" brushRef="#br0" timeOffset="19090.41">3510 3980 3635 0,'0'0'80'0,"0"0"-86"15,0 0-20-15,0 0-14 0,-1 18-17 0,5-5 40 16,0 2-2-16,-2 4 14 0,0 5 1 0,1 4 3 15,-3 3 1-15,1 1 0 0,0 1-1 0,0 0 4 0,1 1-5 16,-2 4 5-16,0 0-3 0,0 2-1 16,-2-3 1-16,0-1 0 0,-1-1 5 0,1 1-2 0,-1 0-1 15,0-2-1-15,0-3 2 0,0-4-3 0,0-2 0 16,2-3 0-16,-1 2-3 0,0-4-2 0,1-1-47 0,-1-2 6 16,2-3-240-16,-1-3-171 15,1-2-90-15</inkml:trace>
  <inkml:trace contextRef="#ctx0" brushRef="#br0" timeOffset="19656.64">3929 4276 2070 0,'0'0'98'0,"0"-1"71"0,0 1-70 16,-1-1-17-16,-9-17 1 0,10 18-8 0,-1 0-2 16,0 0-18-16,1 0 5 0,-20-4-11 0,20 4-7 0,0 0-7 15,-18 9-1-15,10-4-2 0,-1 1-4 0,-1 1 3 16,0 1 2 0,-2 1-2-16,1 1-17 0,-1 3-3 15,-3 0-1-15,2 0 1 0,-2 0-1 0,1 0-2 16,-1 0-2-16,0-1 1 0,1 0 2 0,0-1-1 15,2 0 0-15,-1 0-1 0,3-2-2 0,0 0-1 16,1-1-1-16,1-2-1 0,3 1-5 0,0-1 12 0,1 1 1 16,3 0 3-16,-1-2-13 0,2-5 5 0,0 0-5 15,10 16 6-15,-3-10-2 0,3-1 6 0,0-2-1 16,3 1 2-16,2-1 6 0,3-1-8 0,1 0 0 0,1-1-2 16,2 1 2-16,-2-2-13 0,2 1 7 0,-2-1-8 15,-1 0 5-15,-2 0 0 0,0 0-2 0,0 0 2 16,-1 0-6-16,0 0 2 0,0 1-28 0,-1-1 5 15,-1 0-157-15,-1 1-72 16,-1-1-17-16,-2 0-28 0,0-1-166 0</inkml:trace>
  <inkml:trace contextRef="#ctx0" brushRef="#br0" timeOffset="20074.08">4136 4262 3163 0,'0'0'167'0,"0"0"-130"0,-1 0-12 16,1 0-33-16,0 0-27 0,0 0 17 0,-1 0-2 0,-10 19 8 15,8-9 8-15,1 1-2 0,-1 3 4 0,0 2-5 16,-1 1 3-16,1 1 4 0,-1 1-3 0,1 0 3 15,0-3 3-15,0 1-3 16,1-3 2-16,0 0-2 0,1-1 6 0,1-1-6 0,0-2 6 0,-1-3-5 16,2 0 9-16,-1-7-10 0,0 1 2 0,0-1-2 15,0 1 16-15,1-1 2 0,-1 0 1 0,19 3-1 0,-19-3 1 16,13-10-7-16,-5 2 1 0,1-1-3 0,0-3 7 0,0-1-2 31,0 1-3-31,-1-1 0 0,0 0-9 0,-3 0 6 16,2-2 1-16,-2 1 1 0,0-1-2 0,-3 1 3 15,0-2-6-15,-1 2 5 0,-1 1-2 0,0 1 1 16,0 1-1-16,-3 2 0 0,1 1-4 0,-1 2-5 16,-1 1 0-16,0-1-4 0,-1 2-7 0,0 2-8 15,-1 1-3-15,-1 1-3 0,0 0-25 0,-1 3-45 16,0-1-13-16,0 4-18 0,0 2-114 0,1 1-82 0,0 1-39 16</inkml:trace>
  <inkml:trace contextRef="#ctx0" brushRef="#br0" timeOffset="20276.09">4340 4393 2495 0,'0'0'427'0,"0"0"-315"0,0 1 43 0,0-1-121 0,5 20-10 0,-1-12-15 16,-1 1 5-1,1 1-9-15,-1 0 4 0,-1 0-9 16,1-2 0-16,0 2-3 0,0-1-3 0,-1-1-86 15,0 0-7-15,-2-8-37 0,0 1-125 0,0-1-127 16,0 1-47-16</inkml:trace>
  <inkml:trace contextRef="#ctx0" brushRef="#br0" timeOffset="20608.18">4534 4174 2560 0,'0'0'165'0,"0"0"-106"0,0 0-21 0,0 0-16 15,0 0-24-15,3 17 12 0,-2-9-4 0,0 1 10 16,-1 2 1-16,0 1-12 0,-2 0 7 0,1 3-8 16,1 1 5-16,-2 2 1 0,1 0-7 0,-1-1 5 15,2 0-8-15,0-1-2 0,1-1 2 0,2-2 0 0,0 0 1 16,1-2-2-16,0-1 1 0,1 0-1 31,1-3-1-31,0 1-4 0,2-1 2 0,1-1 0 0,0 1 15 0,0-2 4 16,1 1-3-16,-2 0 3 0,1-1-8 0,0 2 0 15,0-1 1-15,-2 0 0 0,0 2 2 0,0-3 0 16,0 3-2-16,-2-2 2 0,1 1 2 0,-2-1-6 16,0 0 6-16,-1 0-6 0,-2 1 5 0,-1-1 3 15,0 0 1-15,-3 1 2 0,0-1 3 0,-2 2-2 16,-2-1-13-16,-1 0 3 0,-2 0-51 0,-3-1-27 0,-1 0-7 16,-3 0-10-16,-1-3-53 0,-2-1-66 0,-1-2-31 15,-2-2 96-15,0-3 1166 0</inkml:trace>
  <inkml:trace contextRef="#ctx0" brushRef="#br0" timeOffset="20791.37">4483 4236 3272 0,'1'0'3'0,"-1"0"-3"0,22-1 3 0,-11 1-2 0,1 0 10 15,2 0-3 1,0 2-5-16,0-1 0 0,1 0-6 15,-1 2 1-15,2-2 1 0,-4 0 0 0,1 1 2 0,-3-1-76 16,1 0-8-16,-2 1-36 0,1-1-115 0,-1 0-50 16,-1-1-27-16,1 0-22 0,-1-1-280 0</inkml:trace>
  <inkml:trace contextRef="#ctx0" brushRef="#br0" timeOffset="21140.55">4821 4163 2401 0,'0'0'257'0,"0"0"-176"0,0 0-15 0,1 0-43 16,-1 0-17-16,18 13 15 0,-18-13 1 0,0 0 5 16,8 19 2-16,-8-19-13 0,0 1 0 0,4 23-3 15,-4-14 2-15,0 1-10 0,0 0 3 0,0 1-4 16,-1 0 0 0,1 1-2-16,0 0-1 0,1-2 1 0,0 1 0 15,1-2-1-15,-1 0 1 0,1 0 0 0,1-1-1 16,1-1 0-16,0 1-2 0,1-2 1 15,1 1 0-15,2-1-6 0,-1-1 4 0,3 1-3 0,-1-1 17 0,1 0 10 16,0 0-2-16,0 1 4 0,-1-1-3 0,2 1 6 16,-2 0-2-16,0-1 3 0,-1 1-14 0,0-1 0 15,0 1-4-15,-2 1 2 0,0 1-6 0,-2 0 1 16,-1 1 3-16,-1 1-1 0,0-1 3 0,-2 0 5 16,-2 1-1-16,-2 0 4 0,-2 0 3 0,-3 0-1 15,0 0-8-15,-3 0 2 0,0-1-30 0,-1 0-51 16,-2-1-1-16,-2-2-23 0,-2-1-56 15,-2-2-153-15,-2-2-58 0</inkml:trace>
  <inkml:trace contextRef="#ctx0" brushRef="#br0" timeOffset="21290.62">4773 4242 3067 0,'0'0'125'0,"0"0"144"0,0 0-256 0,22-8-7 16,-10 9 2-16,2 0-4 0,0 2 5 15,1 1 2-15,-2-3-3 0,0 3 1 16,0-1-13-16,0 1 2 0,-2 0 0 0,2 0-2 0,-2 1-38 0,0 0-175 16,1-1-1-16,-2 1-69 0,1-2-103 0</inkml:trace>
  <inkml:trace contextRef="#ctx0" brushRef="#br0" timeOffset="21590.12">5109 3975 3155 0,'0'0'118'0,"0"0"-130"0,13 15 22 0,-3-4-52 32,2 2 43-32,3 3 13 0,0 2-8 0,-1 1 10 15,0 3-7-15,3 1-7 0,-2 0 6 0,2 1-7 16,0 0 3-16,-1-1-3 0,1-2-1 0,-3 4 0 15,0 0 7-15,-2 3-6 0,0 3 1 0,-3-1-2 0,0 0 5 16,-1-2-1-16,-2-1 4 0,-2 1-4 0,-1 1-4 16,-2 2 12-16,-2 1-8 0,0 0 11 0,-2-2-5 0,-2-1 2 15,-2 0 3-15,-2 1-1 0,-2 0 2 0,-1 0-17 16,-1-1-24-16,-4-4-6 0,1-3-150 0,-5-1-228 16,-2 0-104-16</inkml:trace>
  <inkml:trace contextRef="#ctx0" brushRef="#br0" timeOffset="21874.97">5398 4278 1566 0,'0'0'224'0,"0"0"505"0,0-1 343 0,0 1-983 16,0-1-108-16,0 1-10 0,1 0 7 0,18-8-4 0,-19 8 30 16,17 3-2-16,-4-1 2 0,2 0-4 15,4 0-3-15,0-2-3 0,2 1 3 0,-1-1-2 0,1 1 7 0,-2-1 0 16,-1 1-2-16,-2-1 1 16,0 2 1-16,-1 0-3 0,-1-1 1 0,0 0-5 0,1-1-1 0,-3 0-122 15,-1-1 0-15,0 1-55 0,-2 0-120 0,0 1-128 16,-1-1-90-16</inkml:trace>
  <inkml:trace contextRef="#ctx0" brushRef="#br0" timeOffset="22072.98">5371 4509 3017 0,'0'0'179'0,"0"0"-128"0,0 0-32 0,15 16-11 31,-5-11 6-31,0 0 30 0,5 0 3 0,1-1 6 15,2 0-26-15,3-1-22 0,1-1-3 0,1-1-3 16,1 0-3-16,-2-1-1 0,0 0-1 0,-1 0 2 16,0-1-3-16,0-1-92 0,2-1 0 0,-1-1-40 0,0-1-60 15,-1-1-77-15,1-1-29 0,-2-1-53 0,2-2-503 16</inkml:trace>
  <inkml:trace contextRef="#ctx0" brushRef="#br0" timeOffset="22541.36">6238 3932 3012 0,'-7'-5'520'0,"2"3"-463"0,-2 0 18 0,7 2-71 0,0 0-42 0,0 0 22 16,-1 1-11-16,-15 16 16 0,12-6-4 0,0 4-2 0,-1 1 6 16,0 5-5-16,2 4 7 0,-1 3 0 0,0 6 0 15,1 4-1-15,-1 1 6 0,1 3 3 0,-1 4-1 16,-2 5 2 0,1 1 1-16,-2 1-1 0,-1 1 2 0,0-3-2 15,0 0 0-15,1-4 7 0,0-3-4 0,0-3 3 16,0-3-14-16,2-2 8 0,-1-4-1 0,4-6 4 15,0-3-9-15,-1-5-140 0,1-5 17 0,-1-4-63 16,3-9-37-16,0 1-60 0,0-1-12 0,0 1 101 16,-10-2 1335-16</inkml:trace>
  <inkml:trace contextRef="#ctx0" brushRef="#br0" timeOffset="22840.18">6111 3884 2705 0,'-2'-8'96'0,"1"1"29"0,-1 0-106 0,2 7-7 16,0 0-1-16,0-1-1 0,0 1-4 0,0 0-6 0,0-1 0 16,17-8-2-16,-7 13 1 0,1 3-2 0,3 0 1 15,1 2-1-15,4 1 4 0,2 1-1 0,1 2-3 16,3-1 0 0,0 1 5-16,5-1 1 0,2 0 6 0,2 0-4 0,1-1 6 0,-2-1-9 0,-2-2 12 0,-3 1-6 31,1 0 46-31,-1-1 9 0,-2 3-5 0,-5 2 6 15,-4 1-17-15,-6 3-2 0,-2 0-2 0,-7 3 0 16,-3 2-1-16,-7 3-5 0,-7 3-4 0,-7 1-2 16,-6 2-15-16,-4 2-1 0,-3 2 2 0,0 2-3 15,-3-2-8-15,-1-2-9 0,1-1-17 0,-2-2-3 0,4-1-92 16,2-2-70-16,3-3-16 0,3-3-25 16,2-4-145-16</inkml:trace>
  <inkml:trace contextRef="#ctx0" brushRef="#br0" timeOffset="23308.79">7268 4025 2667 0,'-3'-7'43'0,"0"0"-3"0,-1 1 20 16,4 6 29-16,0 0-1 0,0 0 1 0,-1 0-20 16,-20-3 1-16,12 7-10 0,-2 1-21 0,-7-3-20 0,4 8 3 15,-2 4-8-15,-3 2-4 0,0 4-7 16,-4 4-2-16,0 5-1 0,0 5 4 0,-2 0-1 0,2 6-1 31,-1 3-1-31,2 3 4 0,4 3-6 0,2-2 5 16,5 3-5-16,3-1 7 0,5 2-6 0,3-1 0 0,3-6-2 15,5-1-9-15,1-4-6 0,3-2-7 0,4-3 1 16,3-6-24-16,5-3-20 0,4-4 3 0,3-2-8 16,2-3-7-16,3-4-162 0,5-3-31 0,7-7 58 15,2-4 1179-15</inkml:trace>
  <inkml:trace contextRef="#ctx0" brushRef="#br0" timeOffset="23906.8">8758 4181 2862 0,'0'0'131'0,"0"0"-63"0,0 0 67 0,0 0-166 0,1 0 14 16,16-3 3-16,-3 6 20 0,1 2 0 0,2 3 2 16,1 2-6-16,-1-5-2 0,4 7 3 0,2 1-3 0,0-1 0 15,-1 1-2-15,1 1 1 0,0 2-2 0,1 1 3 16,-1 3 0-16,-3 0-1 0,-1 1 1 0,0 1 0 16,-3-2 1-16,-1 1 0 0,0-2 2 0,-2-1-3 0,0-1 1 15,0-1 0-15,-1-3 2 0,-2 0 2 0,0-1-2 16,-2-1 2-16,-1-2-4 0,0-3-8 0,-3-1-104 15,-4-5-9-15,1 0-41 0,-1 0-105 0,0 0-126 16,1 0 827-16</inkml:trace>
  <inkml:trace contextRef="#ctx0" brushRef="#br0" timeOffset="24144.7">9232 4090 3487 0,'0'0'26'0,"-1"0"-44"0,1 0-3 0,0 1-6 15,-17 16 49-15,10-7 3 0,-1 2 2 0,-4 2-3 16,-1 2-5-16,0 0-5 0,-2 2 0 0,0-1-3 16,0 1-5-16,-2 0-7 0,1 0 4 0,-1 1-4 0,-2 2 2 15,1 1-1-15,-3-1 0 0,0-1-5 0,2-2-42 0,-1-2-53 16,3-3-17-16,3-2-13 0,-1 0-99 0,4-3-103 15,0 0-28-15</inkml:trace>
  <inkml:trace contextRef="#ctx0" brushRef="#br0" timeOffset="24490.87">9673 4073 3051 0,'0'0'2'0,"0"0"-14"0,0 0 2 0,0 0 3 15,0 0 43-15,0 1-11 0,-11 16-4 0,4-10-1 16,-5 2-1-16,-2-1-4 0,-2 1 0 0,-2 2-2 16,-1-1-2-16,0 2-5 0,-2-1 2 0,1 1-4 15,-1-1-2-15,1 0 5 0,1 0-6 0,1-2 5 0,0 0-9 16,4-1 2-16,-1-1 3 0,5 0-1 0,2 0 5 0,1 1-6 15,3 0 0-15,1-2-1 0,2 1 1 16,-1-1 1-16,2 0 0 0,2 2 2 0,-1-1-2 0,4 1 2 16,0 0-1-16,3 0 1 0,1 0 3 0,3-1-6 15,0 1 3 1,3-2-3-16,0 0 3 0,0-1-3 0,2 0-4 16,-1-1-1-16,-1-1-4 0,0-1 2 0,-1-1-1 0,-1 0 0 15,-1-1-7-15,-1 1-135 0,0-1 0 16,0-1-62-16,0 0-145 0</inkml:trace>
  <inkml:trace contextRef="#ctx0" brushRef="#br0" timeOffset="24907.49">9747 4162 2778 0,'0'0'477'16,"0"0"-434"-16,0 0 20 0,0 0-92 0,0 0-68 0,0 0 61 16,0 1 0-1,-3 18 26-15,3-10 24 0,-1 1-10 0,0 0-3 0,1 2 0 0,-2 1 3 0,1 0-5 16,-1 2 2-16,0 1-3 0,0 1 3 0,-1-1-3 16,1 0 2-16,1-3-2 0,1 0 5 0,0-3-2 31,1-1-2-31,1-3 1 0,-2-6-4 0,0 0-33 0,0 1 1 15,1-1-13-15,20 7 5 0,-14-11 41 16,3-1 0-16,1-2 12 0,0-2-5 0,2 0 13 0,-1-2-4 16,1-1 8-16,0 0 1 0,0-1-7 0,0 0 3 15,-2-1-5-15,-1 0 4 0,-2 1 5 0,-1 0 1 0,-2 1 2 16,-1-1 3-16,-3 1-5 0,0 2-3 0,-1-1-2 16,-1 1-6-16,-1 2-4 0,-1-1 0 0,0 2-5 15,-1 0-16-15,-2 2 7 0,1 1-6 0,-1 1 7 16,0 1-11-16,-2 0-20 0,-1 1-5 0,0 1-8 0,-2 1-41 15,2 2-73-15,-2 0-9 0,1 2-33 16,2 0-143-16</inkml:trace>
  <inkml:trace contextRef="#ctx0" brushRef="#br0" timeOffset="25108.17">9952 4309 2416 0,'0'0'409'0,"0"0"-263"0,0 0 66 16,0 1-192-16,5 15-16 0,-1-8 6 0,1 1 3 15,-2 0 0-15,0-1-1 0,1 0-5 0,-1 0-6 0,0-2 2 16,-3-6-6-16,0 1 2 0,0-1-21 0,1 1 3 16,-1-1-116-16,0 0-102 0,1 1-8 0,-1-1-38 15,1 1-87-15</inkml:trace>
  <inkml:trace contextRef="#ctx0" brushRef="#br0" timeOffset="25407.84">10145 4120 2960 0,'0'0'-4'0,"0"0"-16"31,0 0-4-31,0 18 7 0,0-10 49 0,0 2-5 16,0 2 4-16,0 0-6 0,0 0-4 0,0 0-15 15,0 1 0-15,0 0-6 0,2 0 0 0,-1 1-2 16,0 0 2-16,3 0 0 0,-2 1 4 0,1-2-4 0,2 0 1 16,-1-1-2-16,0-2-6 0,3 1 2 15,-2-1-3-15,3-1 3 0,0 0-4 0,0-1 4 0,1 0-1 16,-1 0 3-16,1-1 4 0,-2 0 6 0,1 0-3 16,-2-1 3-16,0 2-7 0,0-2 3 0,1 1 0 0,-2 0 1 15,-1-2 1-15,-1 2 5 0,-2 0 0 0,0 0 1 16,-1 0-1-16,0-7 3 0,0 0 4 0,-1 1-2 15,-9 20 2-15,10-21-18 0,-13 10-11 0,6-6-6 16,-2-1-64-16,-2-1-86 16,0-2 11-16,-5-2-46 0,-1-3-134 0</inkml:trace>
  <inkml:trace contextRef="#ctx0" brushRef="#br0" timeOffset="25593.08">10168 4112 2821 0,'5'-2'99'0,"3"2"108"0,2 0-243 0,2 3 48 16,3 0-6-16,1 1 22 0,-2 0-6 0,-2 1-15 0,1 0 3 15,-3 1-9-15,1-1 0 0,-1 1-2 0,-1-2-7 16,-1 0-7-16,-1 0-129 0,0-1-142 0,-2-1-42 16,0 0 89-16,2-1 1269 0</inkml:trace>
  <inkml:trace contextRef="#ctx0" brushRef="#br0" timeOffset="25910.46">10392 4138 2721 0,'0'0'58'16,"0"0"-48"-16,9 20-20 0,-3-10 27 0,-1 1 5 0,0 0 3 16,0 2-23-16,-2 0 8 15,2-2-5-15,-2 2 6 0,0-2-10 0,-1 2 3 16,1 0-4-16,-1 0 4 0,2 1-4 0,-2-1 2 15,1 0 0-15,1 1 0 0,-1-1 0 0,0 0 0 16,0-1-2-16,0-1 0 0,1 1-4 0,1-1 7 16,0 0 2-16,0 0 2 0,0 0-4 0,2-1 1 15,-1 0-4-15,1 1 3 0,-1 0 0 0,0 0-1 0,0 1 2 16,1-1-1-16,-1 1 6 0,-2-3 14 16,1 1 4-16,-2-2 2 0,-1 1 10 0,1-2-12 15,-3 1 0-15,0-1-5 0,-1-2-1 0,-1 1 2 0,-2 0 1 16,0-2 0-16,-2 2-7 0,-2-3-22 0,1 1-8 0,-2-1-10 15,-1-2-60-15,-2-1-38 0,0-1-7 0,-1-4-19 16,-1-1-135-16</inkml:trace>
  <inkml:trace contextRef="#ctx0" brushRef="#br0" timeOffset="26074.57">10503 4109 3218 0,'19'1'-18'0,"3"-1"9"16,1 3-6-16,2 0 10 0,-3 0 5 0,-2 1 3 16,-5 0-1-16,-1 0 2 0,-3-1-7 0,-1 1-49 15,-1-2-22-15,-1 1-17 0,-2 0-158 0,0 0-235 16</inkml:trace>
  <inkml:trace contextRef="#ctx0" brushRef="#br0" timeOffset="26673.62">8560 4141 1015 0,'0'0'546'0,"0"0"259"16,0 0-7-1,0-1-742-15,0 1-78 0,0-1 22 16,0 1-5-16,0 0 14 0,-1 0-6 0,-19-4-4 0,12 9-2 15,-2 2-1-15,-2 2 3 0,-3-1-1 0,-1 3 0 16,-2 1 0-16,-2 1-1 0,-2 1 3 16,1-2 0-16,0 1 0 0,0-1 7 0,1-1-7 0,1 2 1 15,2 0-1-15,2-3 0 0,4 0 4 0,2 0-4 16,2-3 3-16,2 1-4 0,1-1-11 0,2 0 2 0,0-1-7 16,3 0-14-16,3 1-11 0,1-1-4 0,2 2-2 15,1-1 3-15,3-1 11 0,0-1 5 0,4 0 0 16,1 0 6-16,-1-2 10 0,2 0-3 0,-2-1 5 15,-3 0 7-15,1 0 2 16,-1-1-1-16,-1 0-4 0,0 0-73 0,-2-1-126 0,0 1-28 0,-3-1-59 0,1 0-390 16</inkml:trace>
  <inkml:trace contextRef="#ctx0" brushRef="#br0" timeOffset="27174.74">7025 4496 2368 0,'0'0'128'0,"0"0"-14"0,0 0 8 15,-1 0-56-15,1 0-29 0,-1 0 19 0,1 0-9 16,0 0 10-16,-1 0-29 0,0 0 5 0,1 0-1 0,0 0 2 16,15-3-9-16,-3 2-6 0,2 0-3 0,2-1-1 15,1 1-6-15,1 0-3 0,0-2 0 0,-1 2-1 16,1-2 1-16,-1 0-6 0,0 3 0 0,1-2-1 15,0 1 2-15,-1-1 1 0,-1-1-1 16,0 0-1-16,-2 0-8 0,0 0-32 0,-1 1-22 0,-2-1-9 0,0 0-126 16,-1 0-20-16,0 0-21 0,-1 1-3 0,0-1-125 0</inkml:trace>
  <inkml:trace contextRef="#ctx0" brushRef="#br0" timeOffset="27606.68">7466 4403 2558 0,'0'0'12'0,"0"0"-9"0,0 0-3 0,0 0 0 15,-6 18 13-15,6-18 3 0,-3 18-2 0,2-6 0 16,-1 0-9-16,-1 4 6 0,1-1-2 0,0 2 3 0,0 1-5 16,0-3 1-16,-1 0-2 0,2-3 2 15,0 0-4-15,1-3-5 0,2-2 0 0,-2-7-2 0,0 0 17 0,1 1 14 16,0-1 0-16,-1 0 4 0,19 11-10 0,-19-11 6 31,12-8-4-31,-4 0 5 0,1-1-7 0,0-2 6 16,0-2 0-16,-2 0 2 0,2-1-2 0,-2 0-8 15,1-1-2-15,-3 0-2 0,1 1-3 0,-3 0 5 16,0 0-4-16,-1 1 4 0,-1-1-7 0,-1 2 0 16,-1 0 1-16,0 2-1 0,-1 1 7 0,-1 2-19 0,0 1 1 15,-1 1-10-15,4 5-21 0,0 0-17 0,-1 0 0 16,-16-7-6-16,17 7-14 0,-1 0-42 0,-17 7-12 16,11-2-12-16,-1 1-74 0,1 1-163 0,0 0-170 15</inkml:trace>
  <inkml:trace contextRef="#ctx0" brushRef="#br0" timeOffset="27790.62">7696 4463 2638 0,'0'0'83'0,"0"0"-42"16,0 1-28-16,15 15 14 15,-15-16 10-15,1 0 16 0,10 20-8 16,-9-10 8-16,-1 0-37 0,1-1-9 15,-1-1-2-15,0-1-1 0,-1 0-4 0,0 0-85 16,0-7-15-16,0 0-33 0,0 0-122 0,0 1-119 16,0-1-94-16</inkml:trace>
  <inkml:trace contextRef="#ctx0" brushRef="#br0" timeOffset="28107.53">7806 4273 2492 0,'0'0'69'0,"0"0"31"16,0 1-140-16,2 18 45 0,-2-11 2 0,1 3 16 15,1-1 3-15,0 3-7 0,-1 0-2 0,1 0-2 0,-1 1-11 16,0-1-1 0,0 1 1-16,1-2-1 0,-2 0-2 0,2 0 1 15,3-1-2-15,0 3 2 0,0-2 0 0,0 0-1 16,1 1 8-16,-1-2-3 0,1 0 16 0,2 0-7 15,-2-1-3-15,1 0 0 0,1-1 1 0,-1 1-3 16,2 0 3-16,-2-1-3 0,1 0 1 0,-2-2-2 16,1 1-4-16,-2-1 3 0,0 0-1 0,-2-1-3 15,1 0 5-15,-4-6-5 0,0 0 2 0,0 0 10 16,3 20-2-16,-3-20 5 0,0 0 1 0,0 0-6 0,0 1-6 16,0-1-4-16,-1 0-57 0,-20 15-87 0,21-15-18 15,0 0-30-15,-23-5-133 0</inkml:trace>
  <inkml:trace contextRef="#ctx0" brushRef="#br0" timeOffset="28307.95">7840 4258 3039 0,'6'-2'64'15,"1"1"-75"-15,3 0-12 0,3-1-5 0,2 2 49 0,-1 0-12 31,0 1 1-31,-3 1-7 0,0-2-2 0,-2 2-6 16,-1-1 1-16,-3-1-12 0,-5 0-92 0,1 0-116 16,0 0-34-16,-1 0-41 0,0 0-314 0</inkml:trace>
  <inkml:trace contextRef="#ctx0" brushRef="#br0" timeOffset="28607.78">7982 4164 1866 0,'0'0'704'0,"0"0"-575"0,0 1-78 0,0-1-99 16,3 24 61-16,-1-14 3 0,1 2 3 0,0 1-2 15,-1-2 3-15,0 1-9 0,0 1-1 0,0-1-3 16,0 4-7-16,1-2 5 0,0 1-5 0,0-1 3 16,0 0-3-16,0 0-2 15,1 0 6-15,-1-1-4 0,0 0 6 0,1-1-1 16,-1 0-5-16,2-1 4 0,-1 1-8 15,1-2 4-15,2 1 4 0,1 0 0 0,0-2 13 0,1 1-8 16,0 0 4-16,1 0-5 0,-1 0 3 0,0 0 5 16,-1-2-4-16,-1 0 5 0,-2-1 2 0,0 0 10 15,-1 1-5-15,-3-2 4 0,0 0-14 0,-2 0 10 16,0-1-3-16,-2 1 6 0,-1-2-3 0,-2 1-25 16,0-1-15-16,-2 0-9 0,-2 0-99 0,-1-3-94 15,0 0-27-15,-3-2-35 0,1-2-233 0</inkml:trace>
  <inkml:trace contextRef="#ctx0" brushRef="#br0" timeOffset="28776.01">7979 4215 2937 0,'0'0'89'0,"1"0"17"16,22-5-110-16,-10 5 12 0,0 0-1 0,0 0 5 15,-2 2-12 1,1 0 0-16,0 0 0 0,1 0-2 0,-1 1-8 15,0-2-176-15,1 0-10 0,0-1-84 0,1 1-300 16</inkml:trace>
  <inkml:trace contextRef="#ctx0" brushRef="#br0" timeOffset="29373.83">11001 3871 3463 0,'0'0'55'0,"0"0"-124"15,0 0-17-15,16 12-5 0,-6-2 8 0,2 4 70 16,1 0 1-16,0 4 9 0,-1 2-1 0,-2-4 3 16,3 9 0-16,-1 2 0 0,-1 0-8 0,-1 2 11 0,-2 2-4 15,-2 3 5-15,0 1-9 0,-5 2 10 0,-1 0-2 0,-5 3 5 16,-2 2-3-16,-2 1 12 0,-4 0-3 0,-3 1 6 16,-2 0-6-16,-5 2 6 0,-1 0-2 0,-3-1 2 15,-3 1-11-15,-2 1-4 0,-1 0-15 0,0-2-7 16,0-3-157-16,-1-1-288 0,-2 2 758 0</inkml:trace>
  <inkml:trace contextRef="#ctx0" brushRef="#br0" timeOffset="53483.91">1201 3876 862 0,'-10'-5'393'0,"0"0"207"15,1 2 1-15,4 1-588 0,0-1-11 0,5 3-8 16,0 0-5-16,-1 0-2 0,0 0-8 0,1-1 17 31,0 1 0-31,-1 0 5 0,1-1 8 0,0 1 5 0,-10-16 3 16,10 16 1-16,0 0 15 0,0 0-6 15,1-1 3-15,-1 1-3 0,20-10 11 0,-20 10 2 0,0 0 0 16,22-2 1-16,-13 1-3 0,2-1 2 0,1-1-2 16,2 1 1-16,2-2-11 0,4 1-11 0,3-1 2 0,4-1-5 15,1 0 2-15,1-2-4 0,-1 1-1 0,1-1 0 16,2 0-5-16,3 0-1 0,1 0-4 0,1 0 2 15,-2 1-3-15,-3 0 6 0,0 0-3 0,-1 1 6 16,0 0-4-16,1 1-3 0,-2-1 5 0,-4 2-5 16,-2-1 5-16,-3 1-2 15,-3-1 3-15,0 1-3 0,-2 0 4 0,-2 0 4 16,0 0-2-16,-2 0 3 0,-1-1-8 0,-3 0 15 16,0 1-6-16,-3-1 10 0,-4 4-5 0,0 0-4 15,0-1-1-15,2-17-4 0,-2 18-24 0,-9-13-13 0,3 5-7 0,-3 0 0 0,-2 1-15 0,-1 0 1 31,-1 0 7-31,-1 1-3 0,1-1 24 0,0-1 14 16,0 1 2-16,-1-1 3 0,2 2 0 0,0 0 6 16,0 0-6-16,0 0 6 0,0 0-8 0,2 1-5 15,1 0 3-15,1 1-4 0,0 0 7 0,1 2-4 16,2 0-4-16,5 2 0 0,-1 0-13 0,0 0 1 0,1 0-1 16,-1 0 1-16,1 0 1 0,0 0-2 0,0 0 3 15,0 0-1-15,0 1 20 0,18 15 16 0,-7-10 0 0,4 0 5 16,1-2-1-16,2 2-4 0,2 0-1 0,0 0-1 15,2 0-8-15,0 0 2 0,2-1-2 0,1 1 3 16,1 1-1-16,-2 2 0 0,-1 1 6 0,-3-1-3 16,-4 3 18-16,-2 1-4 0,-3 2 1 0,-2 1-2 15,-2 2-7-15,-2 2-3 0,-2 1-1 0,-3 4 1 0,-4 2 0 16,-2 1-5 0,-4 3 3-16,-3 2-3 0,-2 1 0 0,-3 1-20 0,-3 0-53 0,-1 2-3 0,-5 1-313 0</inkml:trace>
  <inkml:trace contextRef="#ctx0" brushRef="#br0" timeOffset="65688.81">1758 5408 2859 0,'-11'-7'91'0,"2"1"-20"0,1 2 39 0,2 0-48 15,6 4-17-15,0 0-16 0,-1 0-28 0,1 0-5 0,-1 0-4 16,1 0-25-16,-17-2 3 0,17 2 0 0,1 16 2 16,-1-5 8-16,1 5 12 0,1 3 0 0,1 6 5 15,1 3 3-15,-1 2 4 0,-1 3 1 0,1 4 3 16,-2 4-2-16,-1 4-1 0,0-2 2 0,-1 4-2 15,-1-1 1-15,-2-1 6 0,1-1-6 0,-3-6 8 0,0-1 0 16,1-4-6-16,-1-1 2 0,0-3-4 0,0-1-1 16,0-5-43-16,-1-3-21 0,1-4-16 0,0-3-128 0,1-5-91 15,0-2-39-15</inkml:trace>
  <inkml:trace contextRef="#ctx0" brushRef="#br0" timeOffset="65971.55">1757 5315 3032 0,'0'0'-31'0,"0"0"-3"0,1-1 3 16,18-6 0-16,-8 8 20 0,1 4 2 0,2 0 3 0,-1 3-1 16,0 1 11-16,1 3-5 0,-1 3 6 0,0 3-6 15,0 0 8-15,1 2-2 0,-2 0 0 0,1 1 0 16,-2-1-1-16,1-1 0 0,-1 0 3 0,0-2-1 15,-3 0 6-15,-2-1 2 0,-1 0 2 0,-2-3 0 16,-3 0 11-16,0-2 0 0,-2 0 2 0,-4 0-1 0,-1-1 0 16,-5 2-15-16,-4 0-3 0,-4 3-3 0,-4-1-9 15,-1 2-1-15,0 0-2 0,-2-2 1 0,-1-1 6 0,-1-3-18 32,0 0-7-32,0-2-10 0,1 0-67 0,6-2-41 0,2-2-5 0,3-2-16 0,4-2-61 0,2 0-322 15</inkml:trace>
  <inkml:trace contextRef="#ctx0" brushRef="#br0" timeOffset="66241.75">2306 5421 2820 0,'0'0'96'16,"0"0"44"-16,-1 0-138 0,1 0-6 0,-17 9 4 0,11-3-2 15,0 3 23-15,-3 3-5 0,-1 3 0 0,-1 2-3 16,-2 2-6-16,1 1-2 0,0 1 0 0,0 3 0 0,1 0 6 16,1 4-2-16,0 1-1 0,4 0 0 0,0-2-3 15,3 0-7-15,3-1 2 0,2-1-4 0,3 1 3 16,3-1-6-16,0-1 2 0,5-2-4 0,1-2-2 16,2-2-1-16,1-2-19 15,3-4 2-15,2-1-111 0,1-4-134 0,4-3-13 0,5-6 70 0,4-6 1259 0</inkml:trace>
  <inkml:trace contextRef="#ctx0" brushRef="#br0" timeOffset="66553.97">3410 5230 3060 0,'0'0'92'16,"0"0"-71"-16,1 0-25 0,20-4-1 0,-13 5 4 16,3 3 1-16,1 0 1 0,-1 2-1 0,1 1 3 0,-1 2 1 15,-1 1 0-15,0 1 0 0,0 0-1 0,-2 1 1 16,1 0 2-16,0-1-2 0,-2 0 5 0,0 1-7 31,0 0 2-31,0 0-4 0,-1 2-1 0,0-1-51 16,-1-1-9-16,1 0-21 0,-1 0-88 0,0-1-104 15,1 0-35-15</inkml:trace>
  <inkml:trace contextRef="#ctx0" brushRef="#br0" timeOffset="67008">3871 5300 3291 0,'0'0'101'0,"0"0"7"0,0 0-115 16,-1 0-11-16,1 1 2 0,0-1-3 0,-17 18 15 0,10-11-4 15,0 2 7-15,-4 2-5 0,0 1 3 0,-3 2-7 16,-1 1-4-16,-2 0 0 0,0 0-8 0,0-2-19 31,-1 0-7-31,1-1-6 0,0-1-42 0,3-2-29 16,0-1 1-16,3-2-12 0,2-1-22 0,1-2-3 15,2-1-8-15,6-2-2 0,-1 0-68 0,1 0 38 16,-1-1 15-16,1 1 21 0,-9-17 146 0,9 17 86 0,0-1 3 16,0 1 34-16,14-17 43 0,-14 17-10 0,0 0-2 15,0 0-5-15,0-1-36 0,1 1-14 0,-1-1-4 16,1 1 0-16,0 0 9 0,-1 0-30 0,16-1 7 0,-16 1-18 15,0 1-9-15,-1 18-13 0,0-8 0 0,-1 3-6 16,1 1-5-16,-1 2 3 0,0 3-2 16,0 2 2-16,1 3-3 0,-1 1 11 0,0 2-8 0,0 0 10 15,0 0-1-15,1 0-5 0,1 1 6 0,-1 0-8 16,1 0-3-16,1 2 3 0,-1-2-8 0,0-1 6 0,1-2-10 16,0-1-1-1,2-2 4-15,-3 0-5 0,2-2-2 0,-2-1 0 0,0-1-33 0,0-3 6 0,0 0-152 0,0-3-170 16,0-1-87-16</inkml:trace>
  <inkml:trace contextRef="#ctx0" brushRef="#br0" timeOffset="67538.5">3268 5550 3161 0,'0'0'146'0,"0"0"-37"15,-1 0 3-15,0 0-66 0,1 0-40 0,-18 2-10 16,18-2 0-16,0 0 1 0,-1 0 4 0,-23 12-3 0,15-5-6 15,-3 4 3-15,0 1 4 0,-3 3 0 0,0 1 3 16,-2 0-2-16,-2 1-6 16,3 0 4-16,-1-1 1 0,2 0 1 0,-1 0 0 0,2-2 1 0,2 0-1 0,1-1 2 15,2-1-2-15,1 0 3 0,2-1-6 0,2-1 4 16,1 0-4-16,1-1-10 0,2-1 4 0,1-1-7 16,1 0-15-16,3-1-2 0,2 1-4 0,2-1 4 15,2-1 14-15,1 0 8 0,1 0 3 0,1-2 1 16,1 1 5-16,-1-1-8 0,1-1 5 0,-1-1-7 15,-2 1 5 1,1-2-1-16,-3 0 1 0,0 0-1 16,-2 0-1-16,-1-2-120 0,-7 2-10 0,1 0-48 0,-1 0-130 0,1 0 914 15</inkml:trace>
  <inkml:trace contextRef="#ctx0" brushRef="#br0" timeOffset="67921.67">2385 5684 2964 0,'-5'-1'217'15,"5"1"-155"-15,0 0 12 0,-1 0-65 0,1 0-30 0,-16 5 10 16,16-5-6-16,0 0 8 0,0 1-12 0,-2 18 0 16,2-19 0-16,7 16 1 0,0-8 7 0,1 1 4 15,1 0 0-15,3-1 2 0,1 0 3 0,0 0-5 16,1-3-1-16,0 1-1 0,0-3-2 0,0 0 7 15,-2-1-2-15,0 0 4 0,-2-1 3 0,0 0-4 16,0-1 1-16,-3-2-2 0,1 0-2 0,-1-1-128 16,1 2-14-16,0-2-58 0,-1 0-227 0</inkml:trace>
  <inkml:trace contextRef="#ctx0" brushRef="#br0" timeOffset="68304.88">2525 5686 2065 0,'0'0'348'16,"0"0"-153"-16,-1 0 52 0,0 0-176 0,1 0-71 0,-1 1-14 16,-6 16 1-16,7-16-4 0,0-1 17 0,2 23-3 15,1-14 1-15,0 0-3 0,1 1 4 0,1 0 1 16,-1-3 5-16,1 1-2 0,1-2 1 0,-1-2-15 15,-5-4-10-15,0 0-4 0,18 6-34 0,-18-6 31 16,1 0 4-16,21-4 12 0,-13 0 35 0,-1-2 8 0,0 0 1 16,1-2 3-16,-1 0 3 0,-1-1-1 0,1 0 1 15,-3-1 0 1,0-1 2-16,-2 1-5 0,0-1-1 0,-2 1-1 0,0 0-12 0,0 0 0 0,-3-1 3 0,0 1-2 16,-1 1 6-16,-2-1 0 0,0 0 0 15,0 2 0-15,-2-1 0 0,0 1 14 16,1 2-3-16,-3 0 5 0,1 2-8 0,0 3-14 0,-1-2-2 0,1 4-5 31,0 0-30-31,1 1-18 0,-2 1-10 0,2-1-3 16,0 2-56-16,0 1-49 0,1 1-10 0,1 1-15 15,1 0-56-15,-1 0-152 0,2 1-82 0</inkml:trace>
  <inkml:trace contextRef="#ctx0" brushRef="#br0" timeOffset="68471.47">2730 5662 1891 0,'0'0'315'0,"0"0"-98"16,0 0 86-16,0 0-245 0,0 1-28 0,1-1-14 0,13 20 2 15,-14-20-6-15,0 0 3 0,10 17-10 0,-10-17 1 16,0 1-6-16,9 16-22 0,-9-17-203 0,0 1-7 16,0-1-98-16,0 1-339 0</inkml:trace>
  <inkml:trace contextRef="#ctx0" brushRef="#br0" timeOffset="68721.38">2893 5293 2999 0,'0'0'189'16,"0"0"-138"-16,0 0-16 0,0 0-31 0,0 0-21 0,0 1 23 15,1 16-6-15,1-7 12 0,-2 4-6 0,0 3-1 16,0 4-3-16,0 6 2 0,-2 2-2 0,0 3 4 15,0 3-1-15,-2 2 0 0,2 1-2 0,-1 3 3 16,-1 1-4-16,2 3 3 0,0 0-1 0,0-1-4 16,0 0 8-16,-1 0-7 0,2-3 3 0,0-2-2 15,1-1 0-15,0-3 0 0,0 0-4 0,0-5 4 0,2-3-15 16,1-3 1-16,1-4-121 0,1-2-91 0,1-2-27 16,1-5-33-16,1-1-230 0</inkml:trace>
  <inkml:trace contextRef="#ctx0" brushRef="#br0" timeOffset="69826.28">4247 5595 360 0,'-9'0'1003'0,"-1"-1"-426"0,-1 2 522 16,1 0-1070-16,0-1-6 0,0 3-12 0,-1-1 23 0,-1 2-5 15,0 0 12-15,-2 2-9 0,-2-6-8 0,4 6 0 16,-1 1-3-16,1-1-6 0,-2 1 0 0,0 0-2 0,0 1 0 15,-2 0-1-15,2 1-10 0,-1 0 5 16,2 1-6-16,-2-1 3 0,2 0 6 16,-1 0-4-16,2-1 5 0,0 0-2 0,1-2 12 15,1 1 2-15,2-1 2 0,1-2-4 0,2 2-12 16,1-2 0-16,4-4-3 0,0 1-4 0,0-1-5 0,-1 1 0 0,-4 17-2 16,5-18-7-16,0 1-4 0,0-1 1 0,10 20 0 15,-4-14-2-15,-1-1 12 16,2 1-2-16,3 1 5 0,-1-2-5 0,4 1 5 15,0-1-3-15,0 1 4 0,0-1 5 0,0 0-5 16,1-1 2-16,-1 1-3 0,-1-1-1 0,0 1 5 16,-1-1-2-16,0 0 3 0,-1-1-8 0,-1 1-8 15,0 0-17-15,0-1-3 0,-2 1-117 0,1-1-44 16,-1 0-9-16,0-2-10 0,0 0-29 0,1-1-130 0</inkml:trace>
  <inkml:trace contextRef="#ctx0" brushRef="#br0" timeOffset="70172.27">4259 5728 2523 0,'0'0'156'0,"0"0"-66"15,0 0-9-15,0 0-20 0,-1 0-43 0,1 0 7 16,-1 1-4-16,1-1 3 0,-18 20-17 0,18-20 6 16,-6 16-4-16,2-7 4 0,2 2-4 0,-1 1-7 15,0 2 3-15,1 1-4 0,1 0 3 0,1-1-6 16,1 1-1-16,2-3-3 0,1 0 6 0,0-3-3 15,1-1-3-15,1-1-2 0,0-1-20 0,1-2 6 16,-1-2 6-16,1-1 2 0,1 0 31 0,-1-3 8 16,0-1 5-16,1-1 0 0,-1-2 14 0,1-1-15 15,-2 0-1-15,2-3-5 0,-1 0-10 0,0-2 5 16,0 0-1-16,-2-1 2 0,-1 0 4 0,-1 0 3 16,-1 0 1-16,-2-1-1 0,0 0-7 0,-2 1-1 0,-2-1 0 15,0 1 0-15,-2-1 1 0,0 1 4 16,1 1-4-16,-3 1 2 0,1 1-15 0,2 1-6 0,-3 1-14 15,1 0 3-15,0 3-31 0,0 1-6 16,0 1-10-16,1 1-6 0,-2 1-91 0,1 1-107 16,1 2-24-16,-1 1-45 0,-2 3-270 0</inkml:trace>
  <inkml:trace contextRef="#ctx0" brushRef="#br0" timeOffset="70354.45">4481 5850 3235 0,'0'0'102'0,"0"0"25"0,0 0-114 0,0 0-26 0,1 1 12 16,18 15-19-16,-19-16 20 0,0 0-64 16,0 1-24-16,0-1-25 0,18 19-181 0,-18-19-74 0,1 0-34 15</inkml:trace>
  <inkml:trace contextRef="#ctx0" brushRef="#br0" timeOffset="70704.72">4730 5611 2652 0,'0'0'453'16,"0"0"-320"-16,0 0 52 0,-1 0-140 0,1 0-45 15,-1 0-5 1,1 1-9-16,-18 18 8 0,12-9-2 0,0 3 8 16,-1 3-4-16,-2 2 6 0,0 2-4 0,-1 2-3 15,1-1 3-15,0 2-2 0,0 2 9 0,-1 0-2 16,2 0 2-16,0-1-3 0,1-3-5 0,3-2 0 16,0-3 2-16,2-2 0 0,2-2 4 0,0-4-4 15,3-1-3-15,-3-7 0 0,0 0-10 0,0 1 4 0,0-1 1 16,20 9 2-16,-20-9 11 0,15-3 12 15,-5-1 3-15,-1-2 3 0,2 1 7 0,1-3-6 16,-1-1 3-16,0 0-2 0,-1-2 6 0,-2 2-7 0,-2 0 0 16,-1 1-1-16,-1 0-3 0,-2 1-1 0,-2 0 0 0,0 0 0 15,0 1-9-15,-2 0-46 0,-2-1-15 16,0 1-18-16,-1 0-114 0,0 0-173 0,-1-2-90 0</inkml:trace>
  <inkml:trace contextRef="#ctx0" brushRef="#br0" timeOffset="71005.12">4919 5372 2299 0,'0'0'376'0,"0"0"-41"16,0 0 164-16,0 0-473 0,0 0-74 0,13 16 28 0,-8-6-6 15,3 3 19-15,0 2 24 0,-1 3-6 0,-1 3 2 16,2 2-6-16,0 0-5 0,0 3 7 0,2 2-4 16,-3 1 4-16,1 3 1 0,-3 2-7 0,0 1 5 15,-1-1-6-15,-1 2 7 0,-3 2 0 0,-2 0 1 0,-1 1-1 16,-2-1-1-16,0-5 7 0,-3-1-6 0,1 0 5 16,-1-2-8-16,-2-1-2 0,1-1 0 15,-1-3-4-15,2-2-45 0,-2-1-141 0,0-3-26 0,1-2-57 16,-2-2-259-16</inkml:trace>
  <inkml:trace contextRef="#ctx0" brushRef="#br0" timeOffset="71255.02">5216 5630 1485 0,'0'0'1740'0,"0"0"-1305"0,0 0-406 16,20-1-35-16,-5 2-17 0,5 1 22 0,1 0-1 0,0 2 8 15,-2-1 4-15,0 1-10 0,-2-1 2 0,1 1-4 16,1-1 4-16,-1 0 3 0,2 0-3 0,-3 0 2 16,1 0-7-1,-4-1-3-15,0 1-27 0,-2-1 6 0,0-1-118 0,-2 0-75 0,0 0-16 0,-3 0-30 16,-1 0-143-16</inkml:trace>
  <inkml:trace contextRef="#ctx0" brushRef="#br0" timeOffset="71437.98">5246 5886 3162 0,'0'0'94'0,"0"0"-66"15,16 8-24-15,-3-4-1 0,3 0-15 0,2-1 17 0,1 1-6 16,0-1 9-16,0-1-18 0,3 0 0 0,0-1-4 16,4 0 1-16,1-1-1 0,0-1-15 0,1-1-54 15,-1-1 8-15,-1-2-220 0,1-3-131 0,3 0-145 16</inkml:trace>
  <inkml:trace contextRef="#ctx0" brushRef="#br0" timeOffset="71821.45">5899 5486 2846 0,'0'0'117'0,"-1"0"139"0,-18 7-240 0,19-7-29 16,-12 12 9-16,7-1-14 0,-1 2 26 0,-1 5-4 15,0 3 1-15,-1 3-3 0,1 2-2 0,0 3-1 16,1 1 1-16,2-1-1 0,2-1 1 0,2-2-5 15,0-1 1-15,2-2-1 0,2-1 3 0,3-3-21 16,1-2 4-16,0-3-9 0,2-2 9 0,0-3 19 16,2-2 0-16,4-2 8 0,1-1 7 0,1-4 6 15,3-1 0-15,0-4 4 0,1-3 13 0,1-2-16 0,0-2 3 16,0-3-7-16,0-2-4 0,2 1 1 0,-1-4-5 16,-1 2 3-16,-2-1 0 0,-2 1-3 0,-3-1 8 0,-3 1-5 31,-2-2 13-31,-4 1 6 0,-1 0-3 0,-3 0 4 0,-1-2-5 0,-3 1-7 0,-2-1-4 0,-3 2-2 31,1 2-19-31,-3 1-18 0,0 1-1 0,-1 3-5 16,-1 0-2-16,-1 3-44 0,-2 1-4 0,-4 3-21 15,-4 1-77-15,-4 3-81 0,-1 2 17 0,0 2-36 16,3 2 30-16</inkml:trace>
  <inkml:trace contextRef="#ctx0" brushRef="#br0" timeOffset="72087.95">6125 5214 2547 0,'0'0'434'0,"0"0"-304"0,0 0 26 16,0 0-99-16,-1 0-59 0,1 0 14 0,-1 0 2 16,1 1 5-1,-10 19-1-15,8-8-7 0,-2 4-5 0,-1 3 3 0,1 3-5 0,-2 4 5 0,0 4-5 0,-1 1 5 16,0 4-13-16,-2 2 10 0,-1 0 1 0,-1 0 4 31,0 1-2-31,-1 1-1 0,0 1-4 0,1 0 2 16,-2-2-5-16,1 0-1 0,0-3 1 0,2-1-1 15,0-1 7-15,1-4-5 0,3-1 1 0,0-4-7 16,2-3-56-16,2-3-62 0,2 0-11 0,0-3-18 16,1 0-61-16,2-5-79 0,2-1-31 0,2-5-30 0,2-1-249 15</inkml:trace>
  <inkml:trace contextRef="#ctx0" brushRef="#br0" timeOffset="72353.88">6454 5389 3340 0,'-6'2'96'0,"1"3"-79"0,-3 3-16 0,0 3-12 15,0 4-14-15,-4 6 15 0,0 3 2 0,-3 4 5 32,0 3-2-32,0 2 4 0,-1 3-4 0,2 3 5 15,1 2 1-15,4-2-5 0,0 2 3 0,3-1-5 16,0 1 5-16,1-2-78 0,1-2-5 0,2-4-35 16,2-1-110-16,2-3-44 0,-1-3-6 0,3-3-15 0,0-5-63 15</inkml:trace>
  <inkml:trace contextRef="#ctx0" brushRef="#br0" timeOffset="72688.07">6482 5700 2941 0,'0'0'151'0,"-1"0"-104"0,-15 10-26 15,11-3-15-15,0 2-31 0,0 3 38 0,-2 2-7 16,1 2 16-16,1 1-18 0,0 2-4 0,0 0-1 0,1 1-2 31,2 0-1-31,1-1 1 0,0-2 0 0,2-1 1 16,0-2-2-16,1-3-4 0,2-3 3 0,-1-1-5 15,2-2-20-15,-1-1 23 0,1 0-9 0,1-3 16 16,0-2 0-16,3-3 15 0,-1-1-6 0,3-3 9 16,0-2-11-16,2-2 5 0,1-3-2 0,1-2 3 15,0 0 1-15,0-1 22 0,-1 1 5 0,-2-1 5 0,-1 1 11 16,-3 0-21-16,-1 0 6 0,-2 2-10 0,-2-2 7 15,-1 2-8-15,-2-1-2 0,0 2-1 0,-2 0-6 0,-1 1-4 16,1 2-2-16,-3 1-4 0,-1 1-29 16,0 2-37-16,0 2-11 0,-1 0-12 0,0 3-80 0,-1 2-136 15,-1 0-37-15,-2 4 72 0,-2 1 1133 0</inkml:trace>
  <inkml:trace contextRef="#ctx0" brushRef="#br0" timeOffset="72854.53">6731 5802 2692 0,'0'0'461'0,"0"0"-361"0,0 0 39 0,0 0-121 16,0 1-36-16,13 19 10 0,-13-20-8 0,12 14 8 16,-6-6-24-16,1-2-218 0,1 0 7 0,-1-2-95 15,1-1-134-15</inkml:trace>
  <inkml:trace contextRef="#ctx0" brushRef="#br0" timeOffset="73187.7">7050 5408 3220 0,'0'0'147'0,"-1"0"-109"15,1 0-22-15,-16 16-18 0,11-6-21 0,-3 4 45 16,-1 4-9-16,-3 4 19 0,-1 2-28 0,-2 4-4 0,2 3 1 31,0 2-1-31,1 2 9 0,0 2-9 16,-2 0 4-16,2 0-4 0,0 1 1 0,1-1 1 0,2-2 0 15,2-1 2-15,2-3 4 0,2-6-6 0,1-2-1 0,2-5-1 16,1-4-4-16,2-3 0 0,0-1 3 0,1-3-2 16,1-2 14-16,2-3-2 0,0-2 5 0,3-1-5 15,0-3 7-15,1-1 9 0,2-2 1 0,0-3 5 16,1 0 20-16,0 0-12 0,-1-1 2 0,1-1-8 0,-3 0-24 15,-1-1 6-15,-1 0-9 0,-2 0 7 0,-2 1-11 16,-2 0 9-16,-2 0-5 0,-2 2 5 0,0 0-15 0,-3 2-28 16,0 1-6-16,-2 1-13 0,0 0-61 15,-3 0-114-15,-1 0-36 0,-5-2-39 0,-5 0-252 0</inkml:trace>
  <inkml:trace contextRef="#ctx0" brushRef="#br0" timeOffset="73454.53">7210 5394 3353 0,'0'0'88'0,"0"0"-26"16,16 11-85-16,-4-2 18 0,1 3 5 0,-1 2 4 15,0 2 22-15,-2 2-7 0,-2 2-1 0,1 1-2 16,-2 1-5-16,-2 2 10 0,0 2-7 0,-2 1 6 0,-2 3-8 15,0 1-3-15,-1 0 2 0,-1-1-3 0,0 0-4 16,-2 0 7-16,-2 2-3 0,-1 3 4 0,-1-3-5 16,-1-1-1-16,-2-2-4 0,0-2-1 0,0 0-33 15,-2-3-53-15,0 0-13 0,-1-3-17 0,0-2-86 0,0-4-100 16,1-2-23-16,-1-2 80 0,-2-3 1188 0</inkml:trace>
  <inkml:trace contextRef="#ctx0" brushRef="#br0" timeOffset="73688">7421 5672 3188 0,'1'0'94'0,"-1"0"9"16,25-2-102-16,-9 2 8 0,2 0 12 0,1 0-1 15,0 1 47-15,0 1-35 0,-1 0 3 0,1-1-17 16,-1 1-6-16,0 0-1 0,0-1 7 0,-1 1-5 15,1-1 14-15,0 1-10 0,-2 0 0 0,-2 0-5 16,-2 0-6-16,0-2-2 0,-2 2 2 0,-2-1-1 16,0 0-4-16,-2 1-6 0,1-1-22 0,-7-1 1 0,0 0-110 0,0 0-101 15,18 2-20-15,-18-2-36 0,0 0-159 0</inkml:trace>
  <inkml:trace contextRef="#ctx0" brushRef="#br0" timeOffset="74171.12">8135 5612 2424 0,'0'0'199'0,"0"0"623"0,-18 6-832 0,9 2-9 16,0 3 1-16,0 4-2 0,-2 4 15 0,-1 4 9 15,2 3-1-15,-2 0 4 0,4 3-9 0,1 1 4 16,-1-1-4-16,3 1 3 0,2-2-1 0,1-2-1 31,1-3 1-31,2-4-1 0,2-4-5 0,1-3-13 16,2-1-6-16,1-3-2 0,0-1 2 0,1-3 21 15,2-1 8-15,3-3 1 0,0 0 3 0,6-6 3 16,1-2-1-16,1-2 3 0,1-3-1 0,0 0-4 0,-2-2 2 16,0-2-2-16,-3 1 10 0,-1-2 2 0,-2 0-2 15,-2-1 2-15,-1 0-6 0,-2-2-9 0,-1 0 2 16,-3 0-5-16,-1 0-2 0,-3 0-5 0,-3 0-7 0,-1-1-1 15,-2 1-31-15,-2 1-24 0,-1 0-12 0,-1 2-9 16,0 1-74-16,-3 1-45 0,-2 3-12 0,-2 3-22 16,-3 2-144-16</inkml:trace>
  <inkml:trace contextRef="#ctx0" brushRef="#br0" timeOffset="74454.85">8291 5401 3118 0,'0'0'107'0,"0"0"-75"15,0 0-22-15,0 0-2 0,1 0 22 0,-1 0 18 0,1 0-4 16,8 23 5-16,-10-13-29 0,-1 2-9 0,0 4 1 16,-3 3-3-16,-1 2 8 0,0 2-9 0,-3 2 3 15,0 4-4-15,0 0 3 0,-2 4-5 0,1 1 0 0,0 1-3 16,0-1 1-16,1 1-3 0,0-1 3 0,0 1-3 15,1 0 4-15,0-3-1 0,2-2-1 0,0-2 0 16,2-1-7-16,1-2-7 0,1 0-6 0,1-3 0 16,0-2-38-16,2-4-31 0,2-1-8 0,1-3-10 15,1-3-55-15,2-3-72 0,1-2-9 0,2-3-32 16,2-3-148-16</inkml:trace>
  <inkml:trace contextRef="#ctx0" brushRef="#br0" timeOffset="74721.09">8742 5405 3322 0,'0'0'98'15,"-1"0"-3"-15,1 0-123 0,-19 12-2 0,12-4 3 16,-2 5 2-16,-2 3 35 0,-1 5-10 0,-3 2 6 0,0 3-7 15,0 4 1-15,-2 1 0 0,1 4-3 0,-1 2 2 16,0 1-1-16,-1 0 2 0,2 2 1 0,0 0 0 16,2 2-1-16,3-1-1 0,1-2 0 0,2-4 1 15,3-2-1-15,3-2-52 0,-1-2 3 0,4-5-22 0,1-2-15 16,3-6-11-16,-1-3-7 0,3-2-8 0,2-3-99 16,4-4 33-16,4-2-36 0,3-7 28 0,2-2-123 15</inkml:trace>
  <inkml:trace contextRef="#ctx0" brushRef="#br0" timeOffset="75004.4">8688 5738 2744 0,'0'0'163'15,"0"0"361"-15,0 0-506 0,0 0-32 0,0 0 8 0,0 0-12 16,0 0 44-16,0 1 15 0,0-1-7 0,0 1 6 16,16 14-30-16,-16-15-1 0,1 0 1 0,21 5-1 15,-11-3 1-15,1 0-5 0,1 0-4 0,1-1 0 16,-1 1-4-16,1-1 2 0,-1 0-1 0,-1-1 0 16,1 0-7-16,-1 0-3 0,1 0-3 0,0 0-5 15,0 0-66-15,-1-4-105 0,1 1-12 0,0-1-36 0,1-2-87 16,3 0 920-16</inkml:trace>
  <inkml:trace contextRef="#ctx0" brushRef="#br0" timeOffset="75388.06">9099 5744 3255 0,'0'0'-1'0,"0"1"-29"0,0-1 9 0,-10 21-10 16,8-12 34-16,-3 0 1 0,2 5-2 0,-2 2 2 15,1 1-4-15,0 2 0 0,0 0 0 0,1 0 0 16,-1 0 2-16,1-1 2 0,1-2-2 0,1-1 1 16,1-2-3-16,1-4 6 0,1 1-1 0,1-3 2 15,0-1-4-15,-3-6-19 0,1 0 7 0,-1 0-11 0,19 5 13 16,-19-5 2-16,16-7 2 0,-5 2 1 0,0-3 5 15,2-1 0 1,2-3 2-16,-3-3 1 0,1-1 11 0,0 1 17 16,-1-1-2-16,-2 0 7 0,-1-1-7 0,-2 1-2 15,-1-1-6-15,-2 0 3 0,-1 1-6 16,-1 0 15-16,-1 1 2 0,-3-1 3 0,0 0-6 0,-1 2-20 16,-1-1-2-16,0 2-7 0,-1 1-13 0,0 1-6 15,0 1-3-15,-2 2-1 0,1 0-8 0,-1 2-21 16,1 0-4-16,0 2-8 0,-1 0-28 0,1 2-65 0,0 0-13 15,6 2-27-15,-1 0-111 0,1 0-112 0,-20 8-190 16</inkml:trace>
  <inkml:trace contextRef="#ctx0" brushRef="#br0" timeOffset="75620.25">9388 5877 2767 0,'0'0'474'0,"0"0"-370"0,0 0 37 0,0 1-119 0,5 17-27 0,-5-18 14 15,0 0-2-15,10 22 7 0,-10-21-5 0,0-1-6 16,5 23-1-16,-5-23 0 0,0 1 2 0,1 18-23 16,-1-19-5-16,0 1-13 0,0-1-62 0,-5 17-58 15,5-17-9-15,0 0-22 0,0 0-86 0,0 0-154 16,0 0-163-16</inkml:trace>
  <inkml:trace contextRef="#ctx0" brushRef="#br0" timeOffset="76854.53">9612 5528 2349 0,'0'0'103'0,"0"0"123"0,0 0-209 0,-1 0-6 15,0 0 15-15,1 0-6 0,-16 2 54 0,16-2-36 0,0 0-1 16,0 0-13-16,-1 1-24 0,1-1 10 0,-8 17-1 16,8-17 5-16,0 0-5 0,0 1-4 0,-5 21 0 0,3-12 0 15,1 0 6-15,0 2 17 0,0 1 4 0,-2 0 4 16,2 2 10-16,0-1-3 0,0 2-3 0,0 1 2 31,0-1 7-31,0 0-19 0,1-1 4 0,-1-1-11 16,1-1-9-16,0 1-6 0,0 0-3 0,0-1-1 15,0 0-1-15,0-2-1 0,-1 0 4 0,0-2-4 16,0 1 0-16,0-2 0 0,1-1-2 0,0 0-2 0,0-7-51 0,0 0-67 16,0 1-14-16,0-1-20 0,0 17-75 0,0-17-25 15,0 0-18-15,0 0-10 0,0 0-138 0</inkml:trace>
  <inkml:trace contextRef="#ctx0" brushRef="#br0" timeOffset="77225.2">9647 5276 2653 0,'0'0'455'0,"0"0"-386"0,0 0 18 0,0 0-85 16,0 1-60-16,11 14 29 0,-5-6 2 0,2 3 13 15,0 0 24-15,1 2-7 0,1 3 2 0,0 1-5 16,3 2 3-16,-1 0 2 0,-1 0-5 0,1 0 4 16,0 1-5-16,0-1 3 0,-1 0 1 0,1 1 1 15,-2 1 1-15,0 1 12 0,0 1 2 0,0 2 3 16,0 0-1-16,-4 0-3 0,1 1-6 0,-3-1 4 0,0 1-2 0,-2 2-5 15,-2 3 2-15,-3 2-3 0,-2 0 2 0,-2-1 0 16,-1 0 4-16,-4 2-2 0,0 0 1 0,0 3-4 0,-1 0-1 16,-2 0 0-16,-1-3-1 0,-1 1 0 15,-2-1-1-15,0-2 1 0,1 0-5 0,-1-3-18 16,1-3-12-16,-1-5-11 16,1-1-105-16,1-4-136 0,2-1-22 0,2-1-68 15,1-3-401-15</inkml:trace>
  <inkml:trace contextRef="#ctx0" brushRef="#br0" timeOffset="78121.2">9972 5545 2658 0,'0'0'202'0,"0"0"-156"0,0 0 16 16,0 0-61-16,0 0 25 0,0 0 29 0,1 0-3 0,17-6 9 15,-18 6-19-15,0 0-19 0,16 3 2 0,-16-3-8 32,1 0 8-32,23 6 4 0,-15-5-2 0,2 1 2 15,1 0-16-15,0-1-4 0,0 0 0 0,-1-1-1 16,1 1-10-16,-2 1 3 0,0 0 1 0,-1 0 2 16,-1 0-6-16,0-1-40 0,-1 1-19 0,0-2-13 0,-1 1-115 15,-6-1-113-15,1 0-24 0,0 0 83 0,15 0 1259 16</inkml:trace>
  <inkml:trace contextRef="#ctx0" brushRef="#br0" timeOffset="78337.48">9967 5755 3080 0,'0'0'36'0,"0"0"-42"15,0 1 0-15,4 15-4 0,-4-16 73 0,0 0 16 0,0 1-1 16,23 15 1-16,-15-11-43 0,2 0-19 0,0-1 0 15,2 1-6 1,1-2-4-16,2-1-8 0,1 0-2 0,0-1-1 16,1-1 5-16,-2 1-2 0,1 0 0 15,-2-1-3-15,0 0-5 0,0 0 3 0,-2 1-6 0,1-1 4 16,-2 0-18-16,0 1-122 0,-1-1 12 0,2 0-56 16,0 3-36-16,1-2-99 0,1 0-38 0</inkml:trace>
  <inkml:trace contextRef="#ctx0" brushRef="#br0" timeOffset="78920.98">10433 5411 2980 0,'0'0'102'0,"0"0"52"0,-1 0-167 16,-16 0-1-16,17 0 5 0,0 0 0 0,0 0 31 0,-1 1-21 16,-14 18 0-16,11-10-7 0,2 2-2 0,-1 2 0 15,1 3 4-15,1 1-3 0,-1 2-1 0,1 1 3 16,-1 2 2-16,2 2 0 0,0 1 0 16,0 0 2-16,1 0-1 0,1-2 2 0,0 0 0 0,1-4-1 15,2-1-3-15,1-4 1 0,0-1-10 0,2-1 4 16,0-4 5-16,0 0 1 0,1-1 22 0,1-4-10 0,0 0 2 31,3-3-5-31,-1-3 4 0,2-3 3 0,1 0-1 16,1-3 1-16,1 0-9 0,-1-1 10 15,-2-3-5-15,1-2 7 0,-3 0-4 0,1-3-2 0,-2 0 6 0,0-2-4 16,-3-1 2-16,0-2-5 0,-2 0-4 0,0-1 1 16,-1 1-1-16,-2-1-3 0,-2-1-1 0,-1-2-1 15,-1 0-18-15,-2 0-24 0,1 2 8 0,-2 3-11 16,0 3 27-16,-1 5 0 0,-1 3 3 0,-1 1-3 0,-1 3-16 15,-3-1 16-15,0 3-8 0,-3 3 11 0,-1 0-9 16,0 3-32-16,-1 2 7 0,-3 0-18 0,3 2-26 16,-1 0-93-16,2 1-22 0,2 2-36 0,1 0-194 0</inkml:trace>
  <inkml:trace contextRef="#ctx0" brushRef="#br0" timeOffset="79203.84">10502 5189 2510 0,'0'0'391'0,"0"0"-310"0,0 0 1 15,0 0-95-15,0 0 25 0,0 0 8 0,0 0-1 0,-5 21 0 16,6-10-13-16,0 2 2 0,0 3-2 0,1 2 3 16,1 2 3-16,1 1 6 0,-1 0-2 0,-1 4 3 15,-1 0-6-15,1 3-5 0,-2 1 3 0,0 2-4 16,-2 0 1-16,-1 0-6 0,0 1 4 0,0 1-4 15,-2 1 7-15,1 0-6 0,-1-1 2 0,1-1-1 0,1-1 2 16,0-1-7-16,0-1-1 0,2-1-1 0,1-3 3 16,0-3 3-16,0-2-3 0,1-4 0 0,0-2-12 15,1-4-98-15,0-1 3 0,1-1-44 0,0-2-73 0,1-2-110 16,-4-4-17-16</inkml:trace>
  <inkml:trace contextRef="#ctx0" brushRef="#br0" timeOffset="79487.75">10828 5205 3129 0,'0'0'94'0,"0"0"20"16,0 0-144-16,0 0 9 0,-1 0 2 0,1 0 4 15,-1 0 21-15,-14 18-8 0,11-7 0 0,-2 4-4 16,-1 2-8-16,0 3 9 0,-3 3-1 0,1 3 5 0,-2 3 7 16,0 2-7-16,-1 2 3 0,3 2-3 0,-2 0 0 15,2-3 5-15,0 4-4 0,2-3 4 0,0 0-8 0,5-1-2 16,-1-4-2-16,1-3-8 0,2-1-101 0,0-5-17 16,2 0-23-16,2-3 10 0,0-2-50 0,3-4-97 15,1-2 3-15,1-5-78 0,4-2-506 0</inkml:trace>
  <inkml:trace contextRef="#ctx0" brushRef="#br0" timeOffset="79870.8">10878 5425 2720 0,'-6'1'96'16,"0"0"86"-16,-1 2-196 0,1 2 13 0,1 1 4 0,-2 3 5 15,1 2 14-15,0 2-14 0,-1 2-2 0,1 2-4 16,-1 1-8-16,3-1 5 0,0 1-1 0,0 1 2 16,1-2 6-16,1 0-8 0,1-2 3 0,1-3-4 15,1 0-3-15,0-2-7 0,2-2-1 0,0-3-5 0,-3-5-32 16,1 0 33-16,0 0-10 0,18 6 22 0,-11-8 6 16,2-3 7-16,0-2-3 0,2-1 3 15,1-3-4-15,0-1 18 0,0-1-2 0,1 0 9 0,-2-2 7 0,1 1 0 16,-1 0 1-16,-2-1-1 0,0 1 14 0,-2 0-8 15,-1 0-2-15,-2-1-3 0,0 1-3 0,-3 0 11 32,-1-1 2-32,-1 2 0 0,-2-1-3 0,-1 1-14 15,-1 1 1-15,0 2-7 0,-1 1-4 0,0 2 10 16,1 2-10-16,-2 0 7 0,1 2-21 0,0 2-12 0,-2 0 0 16,1 2-9-16,-1 0-27 0,0 0-34 0,0 2-8 15,2 0-13-15,-1 1-61 0,1 0-59 0,0-1-23 16,2 3-23-16,-1-1-198 0</inkml:trace>
  <inkml:trace contextRef="#ctx0" brushRef="#br0" timeOffset="80037.66">11053 5528 1558 0,'0'0'243'0,"0"0"1001"0,7 18-1265 15,-5-10 17-15,1 1 0 0,0 2 8 0,-1 2 15 0,0 0-14 16,-1 1 4-16,1 0-9 0,-1-3-7 0,1 0-80 15,-1-2-22-15,0-1-30 0,-1-8-160 0,0 0 926 32</inkml:trace>
  <inkml:trace contextRef="#ctx0" brushRef="#br0" timeOffset="80404.47">11301 5227 2644 0,'0'0'446'0,"0"0"-361"0,0 0-35 0,0 0-80 16,0 0 13-16,-1 1 28 0,-10 19-3 0,7-10 10 15,0 3-19-15,-2 4 0 0,-1 2-1 0,1 2 0 16,-2 1 0-16,1 0 2 0,-1 3 0 0,1 1 0 0,0 1 0 16,2 0-3-16,-1-1 3 0,1-2-2 0,1-1 7 15,1-3-6-15,0-1 3 0,2-1-4 0,1-2 6 0,1-3-1 16,2-2-3-16,0-3 0 0,2 0-10 0,0-4-9 31,1 0 4-31,1-2-3 0,2-1 16 0,1-3 7 16,1 0 2-16,2-4 3 0,0 0 12 0,1-1 4 15,-1-1 1-15,-2-1 2 0,-1-1 15 0,1 1 2 16,0-1 0-16,-3 0-2 0,0 0-16 0,-1 0 0 16,-5 0 0-16,1 3 0 0,-1 0 2 0,-2 1 0 15,-2-1-5-15,0 2 1 0,-1-2-21 0,3 7-22 0,0 0 1 16,-1 0-11-16,-15-13-19 0,16 13-41 0,-1 0-6 15,-16-1-13-15,17 1-39 0,0 0-82 0,-22 2-8 0,21-2-40 16,1 0-159-16</inkml:trace>
  <inkml:trace contextRef="#ctx0" brushRef="#br0" timeOffset="80670.8">11536 5108 3542 0,'0'0'19'0,"0"0"-394"0,0 1 315 0,1-1 20 15,12 23 3-15,-7-9 10 0,-1 2 30 0,-1 4 10 16,0 4-4-16,-1 1 6 0,0 2-11 0,0 0 6 16,0 0-5-16,0 2 5 0,-1 2-3 0,-2 2-1 15,-1 1 5-15,-1 0-4 0,-2-1-2 0,1 1 5 16,-2 0-3-16,-2 0 3 0,0 1 1 0,0-1-8 15,-2-1 4-15,0-5-6 0,-1 0 5 0,0-2-27 0,0-2-15 16,0-2-10-16,2-2-102 0,0-4-66 0,1-2-20 16,0-4-21-16,2-3-118 0</inkml:trace>
  <inkml:trace contextRef="#ctx0" brushRef="#br0" timeOffset="80887.42">11631 5387 2790 0,'0'0'206'0,"0"0"-206"15,0 0 24-15,21 2-72 0,-10 0 91 0,2 1-9 16,0 0-2-16,1 0-3 0,1 1-18 0,2 0-4 16,-1 1-2-16,2-1 0 0,1 0-5 0,-2 0 1 15,0-1-1-15,-1 1 2 0,-2-1 0 0,-1 0-50 16,-2 0-8-16,-2-1-23 0,-1-1-73 0,-1 0-75 0,-1-1-10 15,-6 0-37-15,1 0-190 0</inkml:trace>
  <inkml:trace contextRef="#ctx0" brushRef="#br0" timeOffset="81087.5">11796 5205 2868 0,'0'0'84'0,"0"0"-85"0,0 0-12 0,0 1-10 15,-9 17 49-15,6-9 6 0,1 2-1 0,-1 4-1 0,-1 1-22 0,1 2-7 32,-1 3 4-32,1 3-4 0,1 1 10 0,-1 2-5 15,1 2 1-15,-1 0-3 0,2 0 0 0,-1-1-4 16,2-2-3-16,-1-2-12 0,2 0-127 0,0-1-137 16,0-2-28-16,3-3-44 0,-1-3-225 0</inkml:trace>
  <inkml:trace contextRef="#ctx0" brushRef="#br0" timeOffset="81437.03">12038 5379 2884 0,'0'0'194'0,"0"0"-177"0,0 1-8 0,-10 16-45 15,7-8 14-15,-1 4 20 0,0 2 3 0,-2 2 4 16,-1 2 1-16,3 2-5 0,-1 0 1 0,1 0-1 15,1 0 5-15,0-1-3 0,1 0-1 0,1-2 0 0,1-4-2 32,0-1-17-32,2-4-3 0,3-1-8 0,-2-2-25 15,2-2-24-15,-5-4 14 0,1 0-12 0,21 1 54 0,-10-5 11 16,3-2 0-16,2-3 4 0,0-1 8 0,0-4 2 16,1-2 5-16,-2-2-3 0,0 1 17 0,-2 0 12 15,-1 1 2-15,-1 1 4 0,-3-3 5 0,-1 2-2 16,-2-1 3-16,-2 0 0 0,-1 1 22 0,-3 0-2 15,0-1-5-15,-2 2-2 0,-1 0-38 0,0 3-9 16,-2 0-4-16,0 1-1 0,-2 3-13 0,-1 0-10 0,1 2-15 16,-3 1-1-16,0 0-72 0,-3 3-70 0,-2-1-5 15,0 3-32-15,-2 0-113 0</inkml:trace>
  <inkml:trace contextRef="#ctx0" brushRef="#br0" timeOffset="81687.34">12175 5029 2619 0,'0'0'446'16,"0"0"-405"-16,0 0 53 0,0 0-140 0,0 0 28 0,8 22 18 16,-6-10 4-16,0 5 4 0,-2 0-1 0,0 6-1 15,-1 1-2-15,-2 5 0 0,-1 2 2 0,-3 2-2 16,1 1 2-16,-3 1-2 0,1 2 3 0,-1 2-4 15,-2 1 3-15,2 1-5 0,-1-3 3 0,2 0-4 16,-1-2 0-16,3 0-1 0,-2-2 1 0,2-5-63 16,1-1-8-16,1-4-27 0,2 0-82 0,2-3-40 0,0 0-16 15,3-2-17-15,1-2-156 0</inkml:trace>
  <inkml:trace contextRef="#ctx0" brushRef="#br0" timeOffset="81987.16">12376 5112 3146 0,'0'0'105'0,"0"0"94"15,0 0-235-15,-9 9 9 0,6 2 3 0,-2 5 4 0,-1 3 11 0,0 4 8 16,-2 2-1-16,-1 2 3 0,0 2-3 0,0 0 4 16,0 3-4-16,0 3 4 0,0 0-1 0,0 4 1 15,2-3 3-15,-3-1-3 0,4 0-1 0,0-2-2 0,1-1 1 16,2-1-7-16,1-4-59 0,2-5-55 0,0-2-13 16,2-4-9-16,1-2-17 0,4-2-10 0,0-2-13 0,3 0-3 15,0-4-86-15</inkml:trace>
  <inkml:trace contextRef="#ctx0" brushRef="#br0" timeOffset="82287.5">12465 5395 1497 0,'-7'0'894'0,"-1"1"-681"16,0 1-126-16,-1 3-97 0,0 1 17 0,-2 2 51 15,1 1-2-15,0 2 16 0,0 0-18 0,1 3-41 16,-1 0 5-16,2 1-16 0,-2-1 2 0,4 0-1 16,-1-2 0-16,3-1 0 0,0 1-6 0,2-3 3 15,0-2-2-15,2 0 3 0,0-7 5 0,0 0-7 0,0 1 5 16,0-1-4-16,1 1 22 0,16 4-17 0,-17-5 3 16,14-9-6-16,-4 4 4 0,1-3 3 0,-1 0 5 15,0-1-1-15,0-2 7 0,1 0-1 0,-3 0-2 0,0-2 1 16,-1 0-7-16,-2 0-11 0,-1 0-2 0,-1 1-3 15,0 0-14-15,-2-1-54 0,0 2-8 0,0-1-22 32,-2 1-80-32,0 2-159 0,-1 0-162 0</inkml:trace>
  <inkml:trace contextRef="#ctx0" brushRef="#br0" timeOffset="82470.64">12454 5619 2782 0,'0'0'477'0,"0"0"-437"15,0 0 34-15,0 1-98 0,1-1 1 0,0 1 17 16,12 17-2-16,-13-18 1 0,0 0-75 0,0 1-119 0,1-1 11 16,-1 1-43-16,20 6 18 0,-20-7-202 0</inkml:trace>
  <inkml:trace contextRef="#ctx0" brushRef="#br0" timeOffset="82737.09">12661 5427 2527 0,'0'0'603'0,"0"0"-476"16,0 0-71-16,0 1-83 0,0-1 6 0,7 23 25 16,-3-14 0-16,-2 2 9 0,0 0-5 0,-1 1-3 15,-1 2-1-15,0 0 0 0,0-1-4 0,-2 2 12 16,0 0-7-16,-2 0 8 0,1 3-12 0,-1-2 0 16,-1-1-18-16,1 0 2 0,1-1-86 0,-2-2-52 0,3-2-14 15,-3-2-17-15,1 0-92 0,1-4-192 0</inkml:trace>
  <inkml:trace contextRef="#ctx0" brushRef="#br0" timeOffset="83057.03">12705 5099 2173 0,'0'0'366'0,"0"0"-204"16,0 0 70-16,0 0-232 0,0 0-42 0,18 12 57 15,-10-5 5-15,0 1 17 0,0 4 9 0,2 2-31 16,-2 3 0-16,2 3-11 0,0 1-7 0,-2 2 19 16,1 1-1-16,-1 1 9 0,0-1 7 0,1 4-8 0,-2 0 3 15,-2 4-5-15,-2 1-8 0,-3 2-2 0,0 0-1 16,-4 1 0-16,-1 2-1 0,-2 2-2 0,-3 0 2 15,-2 1-2 1,-2-1-1-16,-1 0 2 0,-3 0-8 0,-3 0-1 16,0-1-97-16,-1-3-171 0,0-1-32 0,1 1-70 15,-2 0-383-15</inkml:trace>
  <inkml:trace contextRef="#ctx0" brushRef="#br0" timeOffset="83454.47">11491 6197 3352 0,'0'0'106'0,"0"0"-114"0,13-6-1 15,0 6-37-15,4 2-8 0,2-1 75 0,1 1-6 0,1 0 9 16,1 0-19-16,-1-4-4 0,5 2 2 0,-1 1-3 15,0 0-2-15,-2 1 2 0,1 1 3 0,-3-2 1 16,2 3 0-16,-1-3-4 0,0 1-1 0,-1 2 0 16,-2-1 0-16,-2-1-9 0,-1 1-28 0,-2-2 3 15,-1 1-131-15,0 0-79 0,1-1-26 0,-1 0-37 16,2-3-273-16</inkml:trace>
  <inkml:trace contextRef="#ctx0" brushRef="#br0" timeOffset="83637.52">12369 6013 3691 0,'1'9'102'0,"2"5"-43"0,0 3-62 0,2 9 25 0,0 6 1 15,-2 4 10-15,-1 3 4 0,-3 6-19 0,-2 1-3 16,-1 4-5-16,-2 1-13 0,-1 2-14 0,-2-2-33 0,1 1-7 15,-1 2-254-15,2 0 512 0</inkml:trace>
  <inkml:trace contextRef="#ctx0" brushRef="#br0" timeOffset="85353.75">412 5519 2521 0,'-5'-4'60'15,"5"4"-76"-15,0 0 2 0,0-1 50 0,0 1-35 0,0-1-15 16,0 1-2-16,9-17-4 0,-9 17 3 0,10-9 7 16,1 7 0-16,3 1 3 0,1 1 1 0,2 0-4 15,2 0 3-15,2 2-3 0,0-1 9 0,1 0 7 0,3 0 5 16,0 0 2-1,6 1 9-15,-1-1 7 0,1 0-2 0,-2-1 4 0,0 0 10 0,1-1 2 0,4 1 1 16,2-2-1 0,2-1-10-16,-2 1 2 0,-2-2-6 0,-1 0 3 15,0 0-9-15,0-1 0 0,1 1-5 0,-4 0 3 16,-3 0-15-16,-3 1 2 0,-3 0 1 0,-2 1-1 16,0 0-1-16,-3 1 0 0,2-1 0 0,-3 1 0 15,1-1-8-15,-2 0 2 0,-2 0 2 0,-1-1 0 16,-1-1-14-16,-2-1-57 0,1-1-5 0,-1-1-19 0,-1-1-43 15,-2-3-6-15,0-3 0 0,0-2 1 0,-2-1 17 16,-3-2 35-16,1-1 12 0,-3 2 10 0,-2-1 66 0,-2 1 27 16,-1 2 4-16,-2 1 12 0,0 0 36 0,0 3 23 15,1 0-6-15,-1 1 8 0,1 2-32 16,2 0-38-16,-1 2-3 0,2 2-14 0,5 5-18 0,0 0-16 16,0 0-5-16,-1 0-5 0,0 0-40 0,1 0 11 15,0 0 3-15,-1 13 6 0,7-5 39 0,2 1 12 0,1 1 2 16,2 1 4-16,2 0 15 0,2 0 2 0,1 2 6 15,1-1-3-15,2 0 14 0,2 0 6 0,-1-1-2 16,3 0 4 0,0 1 8-16,0 1-6 0,-1 0 3 0,-3 0-6 15,-1-1-14-15,-4 1-3 0,-1 1 2 0,-4 1-2 16,-1 2-7-16,-4 1-7 0,-1 1-4 0,-4 2 0 16,-1 2 3-16,-4 0-6 0,-4 1-9 0,-3 2-8 15,-2 2-143-15,-5 4-226 0,-4 1-200 0</inkml:trace>
  <inkml:trace contextRef="#ctx0" brushRef="#br0" timeOffset="88003.55">1205 6666 2029 0,'-5'-3'104'0,"5"3"-34"16,0 0 0-16,-1 0-24 0,1 0-48 0,0 0-20 15,0 0 0-15,0 0-4 0,0 0 3 0,0 0 14 16,0 0 1-16,23 1 5 0,-15 1 0 0,0 0 2 15,3 0 0-15,-1 0 1 0,5-1-2 0,0 1 12 16,2 0-5-16,1 0 10 0,0 0-2 0,0-1 1 0,0 0 3 16,0 0-1-16,1 1 10 0,-2-1 6 0,1 0 0 15,0 0 0-15,2-1-3 0,0-1 0 0,0 0-5 0,1-2 4 16,-2 0-2-16,-2 0-1 0,-1 0 2 0,-1-2-3 16,-2 2-2-16,-2-1-12 0,0 0 1 0,-1 3-5 15,-1-2 3-15,-1 0-5 0,0 0 0 0,-2 0-3 16,1-1 3-16,0 1-6 0,-1 0-1 0,-2-1-6 15,-4 4-32-15,0-1-20 0,1 1 0 0,6-17-8 0,-7 17-7 32,0-1-15-32,-6-19 6 0,2 12-5 0,-2 1 31 15,-1-2 43-15,0 0-6 0,-2 0 20 0,0 0 10 0,-1 0 13 16,2 1 7-16,-1 1 2 0,1 0 29 0,2 1 15 16,0 1-7-16,2 2 6 0,4 3-26 15,-1 0-25-15,1-1 0 0,-1 1-11 0,1-1-19 0,0 1-13 16,-1 0 3-16,1 0-5 0,0 0 11 0,0 0 4 15,1 1-3-15,17 12 4 0,-10-8 12 0,3 1 8 16,-1 0 1-16,2 0 1 0,1 0-3 0,3 1 0 16,0 1 0-16,1 0 1 0,-1 2 11 0,-3-1 8 0,0 1-2 15,-1 1 2-15,-2 1-8 0,-3 0 12 0,0 0-1 16,-4 0 4-16,-1 3-8 0,-2 3-3 0,-4 2-6 0,-2 2 2 16,-3 0-1-16,-2 2-6 0,-3-1 6 0,1 1-9 15,-4-2-8-15,1 1-29 0,0-1-42 0,2 0-3 16,-1 1-189-16,2-2 857 0</inkml:trace>
  <inkml:trace contextRef="#ctx0" brushRef="#br0" timeOffset="89820.37">5181 6659 1004 0,'0'0'239'0,"0"0"-69"0,0 0 110 0,0 0-217 15,0 0-9-15,0-1-27 0,0 1-8 0,0-1 5 0,0 1-7 16,0-1-9-16,0 1 4 0,0-1-3 0,0 1 3 16,8-17 3-16,-8 17 8 0,0 0 7 0,0 0 0 15,0 0 29-15,0-1 2 0,0 1 1 0,0-1 0 16,1 1-4-16,-1-1-6 0,1 1-5 0,-1-1 0 15,0 1-12-15,1 0-8 0,-1-1-1 0,17-8-4 0,-17 9-13 32,0 0-2-32,0 0-2 0,0 0 0 0,1 0-4 15,-1 0-3-15,19-1 5 0,-19 1-3 0,0 0 6 16,0 0-6-16,1 0 2 0,17 3-2 0,-18-3 4 0,0 0 8 16,1 0 1-16,20 4 4 0,-21-4 16 0,1 0-1 15,17-4 0-15,-18 4 0 0,0 0 8 0,20-6-8 16,-20 6 2-16,0 0-5 0,22-5-5 0,-22 5-5 15,0 0 6-15,20-5-6 0,-20 5-3 0,0 0-9 16,20-4-3-16,-20 4 0 0,0 0 1 0,18-5-3 16,-18 5 1-16,0 0-2 0,19-6 1 0,-19 6 7 0,0 0 0 15,20-6 2-15,-20 6-7 0,0 0 5 0,20-8-1 16,-20 8 3-16,0 0-1 0,20-7 1 0,-20 7-3 16,0 0 2-16,19-7-1 0,-19 7-2 0,1 0-2 0,-1 0 1 15,20-4-1-15,-20 4 4 0,1 0-4 0,-1 0 3 16,1 0-2-16,17-2-3 0,-18 2 3 0,0 0-4 15,0 0 6-15,0 0-6 0,1 0 4 0,-1 0-6 32,17 3 0-32,-17-3 4 0,0 0-3 0,0 0 3 15,0 0-7-15,0 0-1 0,1 0 1 0,0 1-4 0,-1-1-46 16,16 11-122-16,-16-11-28 0,0 0-45 0,0 0-239 0</inkml:trace>
  <inkml:trace contextRef="#ctx0" brushRef="#br0" timeOffset="95702.98">5319 6705 29 0,'0'-1'371'0,"-1"1"-128"0,1-1 176 15,0 1-420-15,-9-18-74 0,9 18-64 0</inkml:trace>
  <inkml:trace contextRef="#ctx0" brushRef="#br0" timeOffset="96336.86">5210 6619 1954 0,'0'0'153'0,"0"0"-75"16,0 0 22-16,0 0-50 0,0-1-36 0,0 1 15 0,0-1-10 16,0 1 11-16,0 0-24 0,0-1-6 0,0 1 2 15,1-1-3 1,-1 1 1-16,0 0-1 0,18-3-3 0,-18 3 1 15,0 0 1-15,0 0 9 0,0 0-2 0,1 0 5 16,-1 0-8-16,1 1 3 0,17 10 0 0,-18-11 1 16,0 0-8-16,0 0 4 0,1 0-2 0,0 0 5 15,-1 1-3-15,0-1 0 0,17 13-2 0,-17-13 0 16,0 0-1-16,1 0-17 0,-1 0-29 0,17 4-3 16,-17-4-163-16,0 0-118 0,21 0-182 0</inkml:trace>
  <inkml:trace contextRef="#ctx0" brushRef="#br0" timeOffset="98052.73">5667 6556 1507 0,'0'0'200'15,"0"0"-108"-15,0 0 3 0,-1 0-39 0,1 0-5 0,-1 0-8 16,1 0 2-16,0 0-7 0,-1 0-18 0,0 0-4 16,1 0-1-16,0 0-2 0,-1 0-7 0,1 0 7 15,-1 0-3 1,1 0 5-16,-1 0 11 0,1 0 8 0,0 1 5 0,-1-1 1 0,1 1 13 0,-1-1-12 15,1 1 9-15,-1-1-9 0,1 0 4 0,-1 1-9 0,1-1-1 16,-1 1-2-16,1-1-5 0,0 1-3 0,-1-1-5 31,1 1 2-31,0-1-7 0,0 0-10 0,0 1 4 0,0-1-6 16,0 1 4-16,1 15-2 0,-1-16-4 0,0 0 1 16,0 0-7-16,0 0 3 0,0 1 2 0,1-1 0 15,15 12-2-15,-16-12 7 0,0 0-5 0,1 0 8 16,-1 1-6-16,1-1 2 0,17 11 3 0,-18-11-1 15,1 0 4-15,-1 0-4 0,17 5 2 0,-17-5-2 16,1 0 4-16,0 0-2 0,19 3-4 0,-20-3 1 0,0 0 0 16,16 3 2-16,-16-3 0 0,0 0 0 0,17 4 2 15,-17-4-9-15,1 0 4 0,16 6-5 0,-17-6 1 0,0 0 11 16,19 4 2-16,-18-4 3 0,-1 0 5 0,22 4 1 16,-22-4-4-16,0 0 3 0,22-1-5 0,-22 1 4 15,0 0 0-15,23 0 0 0,-14 0-9 0,2-1-1 16,0 0-1-16,0 0 1 0,-1 0-2 0,0 0 3 15,0-1-3-15,0 1 2 0,-1 0-5 0,0 0-2 16,0 0 4 0,-1 0-3-16,0 0-4 0,0 1 3 0,-1 0-3 15,0-1 6-15,0 2 5 0,1-2-9 16,-1 2 7-16,0-1-7 0,-7 0 8 0,0 0-9 0,18-4 3 16,-18 4-4-16,1 0 9 0,16-1-7 0,-17 1 1 15,0 0-2-15,21-4 7 0,-21 4-6 0,0 0 4 0,21-3-5 16,-20 3 1-16,0 0 0 0,19 0-2 0,-20 0 1 15,0 0-1-15,19-1 1 0,-19 1 0 0,0 0 1 16,16 1-1-16,-16-1 0 0,1 0 4 0,15 1-1 16,-16-1 11-16,0 0-8 0,1 0 2 0,19 3-4 0,-20-3 6 15,0 0-2-15,1 0-1 0,19 1-1 0,-20-1-7 16,0 0 4 0,0 0 4-16,19 3-1 0,-19-3 2 0,0 0-4 0,1 0 2 0,-1 0-2 0,17 0-1 0,-17 0 7 15,1 0-5-15,-1 0 5 0,0 0-4 0,1 0 2 16,-1 0-1-16,1 0 1 0,15 2-3 0,-16-2-7 15,0 0 3-15,0 0-3 0,0 0-3 0,0 0-47 16,0 0-20-16,0 0-17 0,1 0-150 0,0 0-211 31,-1 0-118-31</inkml:trace>
  <inkml:trace contextRef="#ctx0" brushRef="#br0" timeOffset="99836.52">2903 6763 1722 0,'0'0'126'0,"0"0"15"0,0 0 10 15,0 0-8-15,-1 0-64 0,1 0-27 0,-1 0-5 0,1 0 2 16,0 0-24-16,0 0 9 0,0 0-1 0,0-1 3 31,0 1-5-31,0 0-13 0,0 0 3 0,0 0-6 16,0 0 0-16,0 1 0 0,0-1 0 0,1 21 1 16,-1-21-3-16,-1 15-10 0,-1-6 2 0,0 3-5 15,-1 0-2-15,0 2-3 0,-2-1-4 0,1 2 3 0,-2-1 4 16,0 0-1-16,0 1 2 0,-1 0-3 0,-1-1 8 0,1 0-5 15,0 0 3-15,-1-1-3 0,0 0 4 0,1 0 0 16,-1-1-1-16,2 0-1 0,0-1-2 0,1 0 2 16,2 0-2-16,1-2 4 0,-1 1 2 0,0-1-3 15,3 0 5-15,-1 1-4 0,2 0 8 0,0-1 4 16,1 0 1-16,1-1 1 0,0 0 3 0,3 0 11 16,0-1 1-16,4-1 4 0,2 0 14 0,1 0-4 15,2-1 2-15,0-1-5 0,2-1-4 0,2-2-11 0,0 2 0 16,0-2-4-16,1 0-10 0,-3 0 1 15,2-1-5-15,1 0 4 0,1 0-10 0,-1 1 1 0,1-1 2 16,-2 0-1-16,-1 0-3 0,-1 0-18 0,-1 0-4 0,-2 0-5 31,-1 0-18-31,-1 1-36 0,-2-1-3 16,-3 0-16-16,0 0-44 0,-7 0-60 0,1 0-16 0,-1 0-32 16,16-8-221-16</inkml:trace>
  <inkml:trace contextRef="#ctx0" brushRef="#br0" timeOffset="100136.65">2854 6970 1341 0,'0'0'190'0,"0"0"471"16,0 0 287-16,0 0-835 0,0 0-132 0,0 0-9 15,0-1 8-15,0 1-5 0,18-13 26 0,-8 11-1 0,-1 2-2 32,3-1 2-32,-1 1 2 0,1 0-5 0,1 1 3 0,-1-1-5 15,0 1 5-15,-1-1 0 0,1 1 0 16,0 0 0-16,1 0 2 0,-1-1 3 0,0 0-2 0,0 0 3 16,-1 0-2-16,-1-1-1 0,-1 0 2 0,-1 0-1 15,0-1-1-15,-1 0-46 0,-1 0-11 0,-6 2-17 16,0 0-79-16,1-1-75 0,0 1-25 0,15-20-36 0,-15 12-289 15</inkml:trace>
  <inkml:trace contextRef="#ctx0" brushRef="#br0" timeOffset="100370">2824 6726 3147 0,'0'0'147'0,"0"0"-98"0,0 0-26 0,0 0-10 0,0 0-21 0,0 0 0 0,0 0 0 15,0 1 1-15,15 12 9 0,-5-9 0 0,0-1 4 32,3 1-4-32,1 0 0 0,3 0 0 0,0 0 3 15,1-1-1-15,1-1 8 0,-1 0-4 0,-1-1-5 16,2-1 2-16,1 0-5 0,0 0-5 0,2-2 1 16,-2 0-7-16,-1-1-28 0,0 0-29 0,-1-1-6 0,-1 0-8 15,0 0-40-15,-2 1-70 0,0-1-11 0,0-1-29 16,0 0-118-16</inkml:trace>
  <inkml:trace contextRef="#ctx0" brushRef="#br0" timeOffset="100636.38">3245 6657 2519 0,'0'0'445'0,"0"0"-426"16,0 0-96-1,0 0 197-15,0 0-112 0,0 0-8 0,12-2 0 16,-1 2-3-16,1 1 11 0,0 1 1 0,2-1 1 16,1 0-1-16,1 0 0 0,0 0-4 0,2 0 3 15,-1 0-3-15,0 2-3 0,0-2 6 0,0 2-5 16,1-1 6-16,-1-1-9 0,1 0 6 0,0-1-2 16,-1 1 3-16,-1 1-4 0,-1-1 4 0,-1 1-5 0,-2-2 1 15,0 0-42-15,-2 0-53 0,-1-1-16 0,-2 2-15 16,-7-1-86-16,0 0-133 0,1 0-59 0</inkml:trace>
  <inkml:trace contextRef="#ctx0" brushRef="#br0" timeOffset="100969.58">3462 6692 2926 0,'0'0'147'0,"0"0"-82"15,0 0-33-15,-1 0-2 0,0 0-37 0,1 0 6 16,-1 1 2-1,1-1 0-15,-12 22-7 0,10-12-4 0,1 2-3 0,-4 3 2 0,1 3-7 0,0 4 3 16,-2 3 2-16,0 0 1 0,-1 4 10 0,0-1 0 31,-3 2-5-31,0 1 4 0,1 0-6 0,-1 1 9 0,1-2 2 16,-1-1 3-16,2 0 2 0,0-2-3 0,1-1 2 16,1-2-2-16,1-1-3 0,2-2 4 0,0-3 0 15,2-2 3-15,0-1 3 0,2-2 9 0,2-1 1 0,0-1 4 16,2-1 13-16,2-1 3 0,1-1 1 0,2-1 0 15,0-1 4-15,3 1-6 0,0-2-2 0,2 0-2 16,0-1-9-16,1-1-10 0,2 0 1 0,-1-2-5 16,3 1-3-16,0-1-2 0,0-1 3 0,-1 0-3 15,-1-1-4-15,0-1-2 0,0 1-10 0,-3-1 1 0,1 0-48 16,-2 0-59-16,0-2-6 0,-1 0-24 0,0-1-79 16,1-2-108-1,-3-1-20-15</inkml:trace>
  <inkml:trace contextRef="#ctx0" brushRef="#br0" timeOffset="101476.84">3692 6782 3207 0,'0'0'82'0,"0"0"-86"0,0 0-8 0,0 0-22 16,0 0 0-16,1 0 29 0,22 2-1 0,-14 0 8 16,1 0-3-16,1 2-1 0,1-1 0 0,2 1-1 15,0 1-1-15,1 1 4 0,-2 0-1 0,1 0 1 16,-3-1 3-16,0 1-3 0,0-1 3 0,-2 1-3 0,-1 0 3 16,-2-2-1-16,-2 2-1 0,1-1 1 0,-3 1-2 15,0 0-3 1,1 0 1-16,-4 0-2 0,0 0 4 0,-2 1-11 0,-2 0 4 0,1 1-7 0,-3 1 8 0,-2 0-7 15,0-1 4-15,-3 2-4 0,1-1 9 0,-1 0 5 32,0 0-2-32,0 0 3 0,1 0 2 0,0-1 8 15,2 0 0-15,1-1 3 0,2 0 2 0,3-2-4 16,3-5 5-16,0 0-5 0,0 1 10 0,0-1-5 16,2 18-3-16,-2-18 0 0,0 0 5 0,22 6 3 0,-10-3-2 15,1-2 1-15,2 1-2 0,0-1-10 0,-1 0 3 16,0 0-7-16,-1 2-5 0,-1-3 6 0,2 3 1 15,-3 0 0-15,1 0-7 0,-3 1 1 0,-1-1-4 16,-2 1 2-16,-2-1-5 0,0 3-10 0,-2 1 4 0,-2-1-5 16,-1 4-5-16,-3-1-9 0,-2 3 1 0,-4 2-3 15,-3 0 5-15,-4 3 15 0,-1 0-6 0,-1 1 9 16,1-1 1-16,0-2-68 0,0 0-7 0,0-3-31 16,1-1-99-16,2-3-110 0,0-2-46 0</inkml:trace>
  <inkml:trace contextRef="#ctx0" brushRef="#br0" timeOffset="101736.57">3965 6826 2370 0,'0'0'99'0,"0"0"60"0,0 0-105 0,18 2-38 15,-11 1 7-15,2 1-15 0,-1 1 31 0,1 3-14 0,0-1 6 16,-1 3-10-16,2 1 4 0,0 3-14 0,1 1 5 0,-1 1-7 15,-1 2-5-15,0 0 10 0,0 1-5 0,1 0 6 16,1 1-8-16,2 0 0 0,1-2 3 0,-1-1 0 16,1 1 2-16,-2-3-3 0,1 1 3 15,-1-1-3-15,-1 0 10 0,0-2-7 0,1-1-4 0,-3 0 1 16,-1-2-2-16,-2-2 5 0,0 0-7 0,0-2 0 16,-6-6-61-16,0 0-66 0,0 0-13 0,1 1-24 15,0-1-108-15,-1 0-218 0</inkml:trace>
  <inkml:trace contextRef="#ctx0" brushRef="#br0" timeOffset="101936.7">4256 6771 2174 0,'0'0'365'0,"0"0"-87"16,0 0 38-16,0 0-146 0,-1 0-121 0,1 0-36 15,-1 0-3-15,-16 4-7 0,17-4 1 0,-7 11-12 0,1-1 2 16,-1 2-5-16,0 3 0 0,-4 4 0 0,-1 3-1 15,-2 6 2-15,-2 1 9 0,-4 3 0 0,1 1 1 16,-1 0 0-16,2-1 0 0,0-1 2 0,1-1-2 0,2-2-2 16,1-1-60-16,3-4-130 0,0-2-15 0,3-3-46 15,2-2-129-15</inkml:trace>
  <inkml:trace contextRef="#ctx0" brushRef="#br0" timeOffset="102153.14">4222 6965 1480 0,'0'0'252'0,"0"0"968"0,0 0-1112 16,0 0-70-1,16-1 15-15,-16 1-37 0,17 2-6 0,-7-1 2 16,1 0-5-16,0 1 3 0,-1 0-13 0,2 0 2 16,1 0 4-16,0 1-1 0,3-1 2 0,-1 0-1 15,1 1-3-15,-1-1 1 0,-1 1-1 0,0-1 1 16,-1 0 2-16,1 0-1 0,0-1 3 0,-1 0-1 15,-1 0-1-15,-1-1-1 0,-2 0-22 0,1-1-77 0,-2 0-8 16,-1-1-30-16,0 0-86 0,1-2-136 0,1-1-83 16</inkml:trace>
  <inkml:trace contextRef="#ctx0" brushRef="#br0" timeOffset="102519.55">4523 6797 2320 0,'0'0'396'15,"0"0"-273"-15,0 0 26 0,0 0-86 16,1 1-47-16,21 11 18 16,-9-7 0-16,0 1 10 0,3 0 16 0,-1 1-20 15,2 0-2-15,0 0-5 0,0 1-5 0,2-1-2 16,-1 2-1-16,2 2-1 0,-1-2-6 0,-3 2-6 16,0-1-1-16,0 1-2 0,-3-1-4 0,1 2-4 15,-3-1 3-15,-2 0-4 0,-1-1 4 0,-3 0 1 16,-1 1-6-16,-3-1 1 0,-1 1-21 0,-4 0-33 15,-2 0 7-15,-4 1-14 0,-2 2 15 0,-4-2 21 16,0 3-7-16,-2-1 11 0,1-1-2 0,2 2 19 0,-1-3 0 16,3 0 5-16,1-1 4 0,4-3 7 0,1-1 3 15,3 0 2-15,2-2 5 0,2-5 12 0,0 0 1 16,0 1 5-16,4 16-1 0,-4-17-5 0,0 1-1 0,18 11 0 16,-9-8 3-16,2-1-12 0,2 1-2 0,0-2-5 15,1 1-25-15,0-2-18 0,0-2-7 0,2-1-6 16,1 0-50-16,0-2-54 0,-1-1-14 0,1-1-19 0,-2-2-114 15,1-3-135-15,0-2-198 0</inkml:trace>
  <inkml:trace contextRef="#ctx0" brushRef="#br0" timeOffset="102771.67">4892 6615 3232 0,'0'0'114'0,"0"0"11"0,0 0-108 0,0 0-18 0,10 19 1 15,-2-11-4-15,1 1 18 0,0 1-5 0,1 3-3 16,0 2 2-16,0 1-8 0,1 1-1 0,-1-1 0 0,1 1 0 16,1-1 7-1,-1 1-4-15,1-2-2 0,1 0-4 0,-1-1-23 0,-1-1-46 0,0-2 4 0,-1-2-22 16,0 1-26-16,0-3-42 0,-1 1-12 0,2-2-15 15,-2-2-95-15,4-1-177 0</inkml:trace>
  <inkml:trace contextRef="#ctx0" brushRef="#br0" timeOffset="103186.37">5249 6722 2087 0,'-6'-1'349'16,"1"1"-50"-16,-1 0 59 0,0 1-197 0,1 2-122 0,-2-1-36 15,3 2-3-15,-4 0-7 0,0 1 5 0,-2 2-7 16,-4 1-1-16,3 1-1 0,-3 1-1 0,3-1 7 16,-1 1-1-16,1-2 1 0,2 1-19 0,1-3-80 0,1 0 4 15,2-2-32-15,5-4-26 0,0 0-31 0,-1 0 6 16,0 0-11-16,1 0 23 0,-1 0 54 0,-3-5-5 16,11-3 26-16,3-1 53 0,0 0 52 0,2-1 8 0,-2 3 16 15,0 0 35-15,0 3 25 0,-2 1 11 0,0 0 5 16,-1 1 37-16,-1 2-24 0,0 0-1 15,-6 0-10-15,0 0-21 0,0 0-10 0,1 0-2 0,15 16-4 16,-16-16-22-16,3 17-13 0,-2-7-3 0,0 4-3 16,-2 1-14-1,1 5 1-15,-2 1 1 0,0 5 2 16,0 1 7-16,-3 2 14 0,2 2-7 0,-2 2 10 0,3 1-1 16,-2 0-8-16,2 0-2 0,-2 1-3 0,1 0-12 15,1 1-5-15,-1-2 1 0,2-2-3 0,-2-1-1 0,2-2-2 16,-1-1 3-16,2-1-3 0,0-2 2 0,2-1-5 15,-2-5 2-15,2-1-3 0,-1-3 6 0,1-2-19 16,1-1-7-16,0-5-8 16,-1 0-34-16,-2-7-43 0,0 1-6 0,0-1-16 0,1 1-52 0,-1-1-13 15,17 5-16-15,-14-13-1 0,3-3-75 0,2-6 1013 0</inkml:trace>
  <inkml:trace contextRef="#ctx0" brushRef="#br0" timeOffset="103602.99">5414 6713 2636 0,'0'0'250'0,"0"0"-140"0,0 0-19 0,0 0-39 0,0 0-70 15,0 0 4-15,0 0-4 0,0 0 4 0,0 1-4 16,0-1 9-16,17 12 4 0,-6-9 1 0,2-1 7 0,1 0 9 15,3 0-3-15,-1 0 4 0,0-1-9 0,1 0 3 16,1 1-1-16,0 0 1 0,-1-1-3 0,1 1 6 16,-1-1-5-16,0 1 9 0,0 0 17 0,0 0 7 15,-1 0 5-15,0 1-4 0,-2 0-7 0,-2 1-7 16,-2 0-2-16,-1 0-2 0,-1 0-13 0,-2 1 1 0,0-1-4 16,-2 2 2-16,-1-1-14 0,-1 2 0 0,0 0 0 15,-2 0 2-15,0 2 13 0,-2 1-1 0,0 0 1 16,-1 1-2-1,0 0 4-15,-2 2-3 0,1 0 7 0,0 3-6 0,-1 1 5 0,2 0-4 0,-1 2-5 0,1 1 3 16,-1 2 0-16,1 1-2 0,0 0 2 0,1 0-3 31,-2 0-2-31,1 0-2 0,-2 1 0 16,1-1-1-16,0-1 1 0,0-1-11 0,0-2-13 0,0-2-4 16,-1-1-81-16,-2-2-31 0,2-2-19 0,-1-3-10 0,-2-2-130 15,-1-1-142-15</inkml:trace>
  <inkml:trace contextRef="#ctx0" brushRef="#br0" timeOffset="103770.03">5476 7262 2459 0,'-7'0'302'0,"1"1"-132"16,6-1-7-16,0 0-46 0,0 0-61 0,-1 0 6 15,0 0-2-15,1 0 1 0,0 1-17 0,0-1-11 16,12 14 5-16,1-10-8 0,1-1-9 0,3 0-3 0,2 0-3 16,3 1 2-16,0-2 2 0,2-1-13 15,-2 1 6-15,4-2-9 0,-1 2 1 0,1-2 3 0,0 1-6 16,0 0 6-16,-1-1-6 0,-1 1-26 0,0 1-11 15,-3-2-12-15,2 1-90 0,-2-2-177 0,1-3-51 0</inkml:trace>
  <inkml:trace contextRef="#ctx0" brushRef="#br0" timeOffset="107085.83">6197 7028 2836 0,'0'0'173'0,"0"0"-5"0,0 0-7 0,0 0-126 15,0 0-55-15,13 5 5 0,0-5-8 0,3 0 22 0,3 0 4 16,-7-3-1-16,8 3 0 0,0-1 0 0,2 0 6 15,1-1-9-15,0 0 5 0,0 1-6 0,-2 0 4 0,-1-1 1 16,-2 1-2 0,-2 0 2-16,0-1-1 0,-5 1 0 15,3-1 0-15,-1 1-1 0,0 0-1 0,1-1 0 16,-1 1 0-16,-1-1-2 0,-2 0 0 0,-1 0-128 16,-1-1-9-16,-3-1-56 0,-5 4-166 0</inkml:trace>
  <inkml:trace contextRef="#ctx0" brushRef="#br0" timeOffset="107338.57">6220 7084 3217 0,'0'0'145'0,"0"0"-87"0,0 0-16 0,0 0-15 15,19-2-4-15,-9 2 14 0,0 0 0 0,3 1 3 16,-1-1-16-16,2 0-2 0,2 1-2 0,1-1 1 0,2 0-18 15,-2 2 5 1,0-3-6-16,-1 1 7 0,-1 0-9 0,-1 0 3 0,-1 2 1 0,-2-2 1 0,1 1-1 0,-2-1-3 16,-2 1 1-16,1 0-1 0,-1 0-1 0,-1-1-19 31,-7 0-20-31,0 0-6 0,18-1-131 0,-10 0-138 16,2 1-35-16,3-2-66 0,2-3-457 0</inkml:trace>
  <inkml:trace contextRef="#ctx0" brushRef="#br0" timeOffset="108202.11">6197 6820 2664 0,'0'0'152'0,"0"0"-13"15,-1 0-1-15,1 0-38 0,0 0-70 0,-1 0-13 16,1 0-1-16,0 0 7 0,0 0-1 0,-1 0-7 31,1 0 4-31,0 0-5 0,0 0 1 0,1 0-15 16,0 0 5-16,19 6-6 0,-12-3 7 0,1 1 8 0,1 0-2 16,0 0 3-16,1 1 0 0,0-2 1 0,0 1 0 15,3 0 2-15,1-1 11 0,1 0-11 0,2 0 5 16,1-1-8-16,0-1 3 0,-1 0-6 0,2 0-1 0,-3-1-1 15,1 0 4-15,-1 1-12 0,-2-1 6 0,0 0-8 16,0 0 2-16,-2 0 1 0,2 1-3 0,-1 0 3 16,-2 0-3-16,-2 0-6 0,-1 0-31 0,-1 1 2 15,-1 1-144-15,0-2-126 0,-2 0-22 0,1 0-65 16,1 1-382-16</inkml:trace>
  <inkml:trace contextRef="#ctx0" brushRef="#br0" timeOffset="108719.16">6829 6687 1865 0,'-5'-1'83'0,"5"1"68"16,-1 0-117-16,0 0-25 0,1 0 0 0,-18 0-9 15,18 0 0-15,0 0-14 0,0 0-6 0,0 0-3 16,0 0-33-16,-1 0-39 0,0 0-5 0,1 0-14 0,-1 0-40 16,1 0-113-16,0 0-74 0</inkml:trace>
  <inkml:trace contextRef="#ctx0" brushRef="#br0" timeOffset="109819.68">6904 6734 3165 0,'0'0'127'0,"0"0"-42"0,0 0-9 0,0 0-53 16,0 0-51-16,0 0 12 0,11 7-12 0,-2-4 27 15,2 0-3-15,-7-3-2 0,8 3-1 0,1 1 1 0,0-2 0 16,3 1-2-16,-1-2 7 0,1 2-6 0,1-1 7 16,-3 0 0-1,-1-1-4-15,0 2 4 0,-3-1 1 0,-1 0 6 16,-2 2 0-16,-1-1 2 0,-6-3 3 0,0 0-3 16,1 1-9-16,6 16 1 0,-7-17-21 0,0 0 2 15,-8 18 1-15,2-11 0 0,0 1 1 0,-2 0 11 16,-2 0 1-16,1 1 2 0,-1-2 2 0,-1 2-2 15,1 0 5-15,0-1-2 0,0 1 1 0,0-1 1 16,1 0 0-16,2 1 1 0,1-2-1 0,1-1-3 0,2 1-2 16,1-2 0-16,2-5 1 0,0 1-11 15,0-1 1-15,5 18-5 0,-5-18 1 0,14 9 15 0,-5-5-3 16,2 0 8-16,0 0 5 0,2-1-6 0,0 1 4 16,0-1-5-16,1 0 2 0,-2 0 2 0,1 1 0 0,-2 0 2 15,-2 0 5-15,-1 2 3 0,-1-1 1 0,-1 2 2 16,-2 1 14-16,-1 0-9 0,-2 0 9 0,-2 1-10 15,-1 0 5-15,-4 4-16 16,-1 1 5-16,-4 3-7 16,-1 2 4-16,-3 0-7 0,-3 1-6 0,0-2 2 0,0-1-18 15,0 0-54-15,0-3-3 0,3-1-24 0,2-3-77 16,1-3-96-16,4-2-17 0,8-5-39 0,0 0-190 0</inkml:trace>
  <inkml:trace contextRef="#ctx0" brushRef="#br0" timeOffset="110168.35">7434 6653 2524 0,'0'0'433'0,"0"0"-277"0,0 0 12 15,0 0-60-15,0 0-95 0,0 0-8 0,0 0-7 16,0 0 3-16,-3 18 4 0,-1-7 2 0,-1 3-1 0,-1 3 2 16,-2 4 1-16,-1 1-3 0,-1 1 2 15,1 3-3-15,0 0 1 16,0 0-3-16,-1 1-1 0,0 1-1 0,0 0-4 15,1 0 4-15,-1 0-1 0,2-1 3 0,-1-1 4 0,0-1-5 0,2-1 1 0,-1 0-3 16,1 0-4-16,2 0 8 0,0-1-4 0,1-1 6 31,1-3-11-31,3-1 3 0,1-2 1 0,2-3 1 0,2-1-3 16,1-2 8-16,1-2-5 0,3 1 8 0,0-2 3 16,2 0 3-16,1-1 3 0,3-2-3 0,0-2-3 0,1-1 0 15,1-1 1-15,2-1-2 0,0-1 2 16,1 1-12-16,1-2 2 0,-2 0-5 0,1 0-8 0,-3 0 7 15,-3-3-2-15,1 2 4 0,-2-1-10 16,-2 0-40-16,0 2-25 0,-3-3-9 0,0 1-124 0,-1-3-119 16,0-2-22-16</inkml:trace>
  <inkml:trace contextRef="#ctx0" brushRef="#br0" timeOffset="110419.22">7308 6928 2569 0,'0'0'439'15,"0"0"-228"-15,0 0 28 0,0 0-119 0,0 0-108 16,0 0-11-16,0 0-3 0,20 0 1 0,-10 1 10 16,2 1-2-16,1 0 2 0,3 1-3 0,0-1-5 0,5-1-2 15,2 1 1-15,1-1-1 0,0 0 1 0,-1 0 3 16,-1-1-3-16,-2 0 0 0,0-1-1 0,-1 0 1 15,-1 0-4-15,-1-1 1 0,-1-1-12 0,-1-1-79 16,-1 1 6-16,-1-3-35 0,-1 1-38 0,-1-1-91 16,-2-2-22-16,-3 1-41 0,0-3-263 0</inkml:trace>
  <inkml:trace contextRef="#ctx0" brushRef="#br0" timeOffset="110636.11">7328 6689 2312 0,'0'0'396'0,"0"0"-221"0,0 0-3 0,0 0-37 16,0 0-129-1,0 0-11-15,0 0-1 0,11-5 2 16,-1 6 26-16,2 0-2 0,3-1-3 0,3 1 1 16,2-1-4-16,3 0-9 0,2 1 2 0,0-1-5 0,-1 0-2 15,-1 0 2-15,1 0-1 0,-2 0 0 16,0 0-7-16,2 0-50 0,-2-1-25 0,3-2-16 0,-2 1-147 0,0-3-127 15,-1-1-68-15</inkml:trace>
  <inkml:trace contextRef="#ctx0" brushRef="#br0" timeOffset="110851.78">7694 6612 2927 0,'0'0'61'15,"0"0"-28"-15,23 5-5 0,-9-2-1 16,3 0 38-16,4 0-21 0,0 1 5 0,2-3-16 0,-1 2-32 0,4-2 6 0,1 2-2 0,0-2 3 31,-1 1-6-31,-1-1 3 0,-3 1-5 0,-1-1 6 16,-2-1-4-16,0 0-12 0,0-1-30 0,0-1-1 16,-1 1-150-16,-1-1-76 0,-2-2-25 0,-2 0-38 15,-2-3-301-15</inkml:trace>
  <inkml:trace contextRef="#ctx0" brushRef="#br0" timeOffset="111153.46">8027 6643 2387 0,'-7'5'97'0,"-1"1"62"0,1 0-134 16,-1 3-20-16,1 2 7 0,-3 1-7 0,0 1 38 0,-2 1-13 16,-1 1 1-16,1 4-6 0,-1-1 1 0,0 4-10 15,-1-1 0-15,-1 3-5 0,0 2-8 0,0 1-1 0,0 4-3 16,-1 1 1-1,1 2-4-15,0 2 4 0,1 1 0 0,1 0 2 16,1-1 6-16,4 0 28 0,1-2 2 0,3-3 9 16,3-2 8-16,2-5-10 0,2-2 3 0,3-1-7 15,2-1-4-15,0-2 5 0,3-1 2 0,-1-4 1 16,3 0-7-16,-1-3-16 0,1-1 1 0,3-2-6 16,0-1-7-16,2-2-3 0,2 0-3 0,1-3 2 15,0-1-6-15,-1 0-6 0,0-1 4 0,-2-2-5 16,-1 0 1-16,-1-1-9 0,0 0-9 0,-1-2 0 0,1 1-35 15,-1-2-105-15,2-1 6 0,-3-2-48 0,1-1-70 16,-3-1-93-16,-2-3-108 0</inkml:trace>
  <inkml:trace contextRef="#ctx0" brushRef="#br0" timeOffset="111369.09">7955 6885 2932 0,'0'0'66'0,"0"0"-64"0,0 0-7 16,15 15-11 0,-5-5 24-16,2 3 22 0,-1 1 0 0,2 3 5 0,1 0-4 0,0 1-6 0,3 2 1 0,1 1-5 31,2-1-15-31,2-1 5 0,-1-1-6 0,-1-1 5 16,0 1-7-16,-3 1-1 0,1-1 3 0,-1-2-3 15,-1-1 0-15,-1-2-6 0,-1-3-5 0,1-1-5 16,0-2-56-16,0-1-95 0,0-2-9 0,-2-4-35 15,1 0-104-15</inkml:trace>
  <inkml:trace contextRef="#ctx0" brushRef="#br0" timeOffset="111569.62">8229 6859 1995 0,'0'0'333'0,"-1"0"-40"16,1 0 66-16,-19 2-231 15,19-2-138-15,-12 11-8 0,5 0-3 0,-1 4 3 0,-4 4 22 0,-1 4 0 0,0 3 0 16,-2 2 0 0,-1 1 0-16,1-1-5 0,1 2 2 15,0 0-3-15,2 0 6 0,0-1-4 0,1-2-6 0,0-4-17 16,2-1-232-16,2-3-212 0</inkml:trace>
  <inkml:trace contextRef="#ctx0" brushRef="#br0" timeOffset="111977.88">8288 6607 3107 0,'0'0'107'0,"0"0"20"0,0 0-123 0,0 0-32 16,0 0 3-16,1 0-9 0,14 10 34 0,-15-10-8 15,14 11 2-15,-5-4-8 0,1 0-2 0,2-1-5 16,0 1 4-16,0-3-5 0,1 1 3 0,2 0 0 15,-1-2 4-15,2 2 1 0,-1 0 25 0,1-4-4 16,0 3 6 0,1-4-6-16,0 1 4 0,1 1-2 0,-1-1-3 15,-1 1 1-15,-1 0-5 0,-2 2 13 0,-1-1-2 16,-1 1 5-16,-2 1-4 0,-2 0 10 0,-1 0-2 0,-2 1 5 16,0 1 2-16,-1 0-3 0,-1 1 2 0,-2 1-3 15,0 1-8-15,-1 2-2 0,0 1-4 0,-2 2 3 16,0 1-8-16,-1 1 2 0,0 1 0 0,-1 2 0 0,-1 1-4 15,2 3-4-15,-1 2 2 0,2 2-2 16,1 0 1-16,-1 0 3 0,1 0 0 0,1 2 1 0,0-2-1 16,1 3 2-16,-1 0-3 0,0-2 3 0,1-1-6 15,1-3 0-15,0-2-4 0,-1-1 3 0,1-1-5 16,0-2-78-16,0 0-14 0,-1-5-34 0,1 0-143 0,-1-3-156 16,-1-2-65-16</inkml:trace>
  <inkml:trace contextRef="#ctx0" brushRef="#br0" timeOffset="112172.87">8384 7365 2862 0,'0'0'233'0,"0"0"-149"0,0 0-4 16,0 0-50-16,-3 19-31 0,3-19 36 0,0 1-3 0,13 18 15 15,-7-12-10-15,2 1-12 0,2-1-2 0,2 1-4 16,0-1-19-16,2 0-5 0,-1 0-1 0,2-1 0 15,2-1-3-15,0-1-9 0,2 0-4 0,-1-1-1 16,1-3-8-16,-1 1-19 0,0-3-26 0,-1-1-7 0,-1-1-165 16,2-3-117-16,0-3-55 0</inkml:trace>
  <inkml:trace contextRef="#ctx0" brushRef="#br0" timeOffset="112420.87">8756 7074 2816 0,'0'0'130'0,"0"0"176"0,1 0-260 0,17 5-16 0,-5-2 16 16,3 0-12-16,1 0 48 0,1 0-33 15,0 0 1-15,2-1-14 0,-2 1-26 0,-1 0-1 0,1-2-1 0,-4 2-1 16,2 0-3-16,1-1-2 0,0 2 0 0,-2-1 0 15,-1 0-1-15,-2-1-2 0,-1 0-17 0,0 0 1 16,-2-2-88-16,-1 1-85 0,0-2-10 0,-1-1-33 16,0-1-102-16,0-1-159 0</inkml:trace>
  <inkml:trace contextRef="#ctx0" brushRef="#br0" timeOffset="112809.01">9114 6842 3181 0,'0'0'53'0,"0"0"-28"16,0 0 2-1,12 9-8-15,-3-4 24 0,1 1-3 0,2-1 2 16,5 0-4-16,1 1-13 0,3-1-4 16,0 1 1-16,1 1-3 0,0-2-3 0,-2 1-2 0,-1 0-2 0,-1 2 0 15,-2-1-6-15,-2 0 2 0,2 0 1 16,-3 0-1-16,-2-1 1 0,-1 1 3 0,-2 0-2 0,-3 0 2 15,0 0 1-15,-3 1 1 0,-2-1-8 0,-2 1 2 16,-3 0-40-16,-3 1-3 0,-2 1 1 0,-2 1-1 16,-3 0 9-16,0 0 10 0,-1-1-3 0,0 1 6 15,-1-1 2-15,1 0 11 0,2 0 5 0,-1 0 2 16,3 0 0-16,1 1 0 0,1-1-2 16,3 0 1-16,1-2 1 0,2 1-3 0,2-1 4 0,2-1-2 0,2 1 9 15,1-1 5-15,3 0-1 0,2-1 1 0,1 1-5 16,2-1-8-16,2-1 1 0,1 0-3 0,2-1 1 0,1-1-1 15,-2 0-2-15,2 0 0 16,-1-1-4-16,3-1-2 0,0 0-2 0,0-1 0 0,-1 0-18 0,-2-2-126 31,0-1-6-31,-1-2-55 0,0-2-160 0,0-2 866 16</inkml:trace>
  <inkml:trace contextRef="#ctx0" brushRef="#br0" timeOffset="113152.49">9831 6755 2848 0,'0'0'489'0,"0"0"-384"0,0 0 25 0,0 0-95 16,0 1-54-16,-9 16 6 0,7-8 0 15,-4 3 4-15,0 3 6 0,-1 4 2 0,-3 0 0 0,-1 2 1 0,0 2 6 0,-3-1-6 16,1 2 2-16,0 3-3 0,-2 0 4 15,0 0-4-15,-1 0 1 0,1-2-2 0,0 1 7 0,1-1-6 16,1 0 4-16,2 0-3 0,2-2 8 0,3-2-5 31,2-3 0-31,3-1-1 0,1-2 5 0,5-2-3 16,0-1 2-16,2-3-2 0,2-2 3 0,3-1-7 16,3-2 1-16,1-1-3 0,2 1 0 0,1-3 0 15,-1-1 0-15,0-1 0 0,0-2 0 0,-1 0-7 0,0 0 3 16,0 0-5-16,0 0-4 0,0 0-11 0,0-2-10 15,0 1-6-15,-2-1-102 0,-1-1-114 0,-2-1-23 16,-1-2-40-16,-1-1-201 0</inkml:trace>
  <inkml:trace contextRef="#ctx0" brushRef="#br0" timeOffset="113390.67">9628 7049 2979 0,'0'0'138'0,"0"0"202"16,0 0-316-16,0 1-22 0,11 11 8 0,0-8-10 16,1 0 34-16,3 1 3 15,0-2 0-15,2 1-1 0,2 1-7 0,3-3-17 16,0 1 3-16,0-1-9 0,1-1 0 0,-1 0-7 0,2-1 1 16,-1-1-2-16,-1 0 1 0,-3-2-6 15,0 0 0-15,-3 0-4 0,1-2-7 0,-4 0-47 16,1 0-5-16,-4 0-20 0,0-2-77 0,-2 1-109 15,1-2-11-15,-2-1-44 0,0-2-161 0</inkml:trace>
  <inkml:trace contextRef="#ctx0" brushRef="#br0" timeOffset="113621.54">9710 6808 2672 0,'0'0'274'0,"0"0"-177"15,0 0 21-15,-1 0-81 0,1 0-39 0,0 0 13 0,0 0-8 0,0 0 11 0,1 0-9 0,19 8 7 16,-7-4-2-16,6 0 4 0,-1 0 7 0,5-1-2 16,3 0-1-16,1 0-2 0,3-1-11 0,0 1-2 31,-2-1 4-31,-2-1-3 0,-2 0-7 0,-1 0 3 16,-1-1-2-16,0 0 2 0,0-1-11 0,0-1-91 15,-2-2-10-15,-2 0-36 0,-3-2-122 0,-1-2-141 16,-2-1 788-16</inkml:trace>
  <inkml:trace contextRef="#ctx0" brushRef="#br0" timeOffset="113819.18">9993 6601 2905 0,'0'0'162'0,"0"0"-103"16,1 0-29-16,23 11-6 0,-10-7 11 0,3 3 16 0,2 0-3 0,3-1 4 0,0 0-30 15,2-3-11-15,-2 1 0 0,0 0-4 0,-1 0 0 16,-1 1-4 0,0 0 4-16,1-1-5 0,-1 1 0 0,1-3-9 0,-3 2-21 0,-1-2-1 0,-2 0-112 0,-3 0-63 31,-1-2-27-31,-2 0-21 0,-1 1-188 0</inkml:trace>
  <inkml:trace contextRef="#ctx0" brushRef="#br0" timeOffset="114136.14">10236 6685 2918 0,'0'0'49'0,"-1"1"-32"0,1-1 4 15,-16 16-12-15,16-16 15 0,-8 17-12 0,4-6 3 0,-2 2-7 16,0 2-8-16,-2 4 0 0,-1 1-3 0,1 3 3 16,-1 1-2-16,-2 1 6 0,0 2-3 0,-2 3 5 15,-1 2-14-15,-2 1 8 0,0 0 1 0,0 0 3 16,2-1 3-16,1-1 31 0,2-1-12 0,5 0 19 15,0 0-11-15,3-5-12 0,0-1 13 0,2-4-10 0,2-1 32 16,2-3-7-16,2 0-2 0,1-2-3 16,1 0-9-16,0-3-12 15,3 0 4-15,2-2-7 0,2-1 8 0,1-2-1 16,1 0-2-16,-1-2-1 0,2-1-22 0,0-1-2 16,0-2-1-16,1-1-2 0,0-1-11 0,0-3-19 15,1 0 1-15,2-2-9 0,-1-1-22 0,2-1-77 16,-1-1-1-16,-3-1-33 0,0-3-79 0,-2 0-67 15,0-3-43-15</inkml:trace>
  <inkml:trace contextRef="#ctx0" brushRef="#br0" timeOffset="114318.9">10433 6671 2417 0,'0'0'521'0,"0"0"-383"0,0 0-27 0,0 0-101 15,7 10-22-15,-2-2 12 0,2 3-3 0,0 2 7 16,1 3-4-16,0 0 1 0,2 2-1 0,0-1 1 0,2 0 2 16,-2-1-42-16,2 0-19 0,-1-3-19 31,1-1-153-31,0-2-89 0,0-2-17 0,1-2-60 0,1-1-485 0</inkml:trace>
  <inkml:trace contextRef="#ctx0" brushRef="#br0" timeOffset="114501.98">10823 6728 1241 0,'0'0'1217'0,"0"0"-898"0,-17 7-175 15,10-2-124-15,-3 1-43 0,-2 2 13 0,-2 3-4 16,-5 1 8-16,0 2 10 0,-1-1 4 0,1 1-1 0,1-1 0 16,2 1-4-16,-1-3-1 0,1 0-1 0,2-3 0 15,-1 3-12-15,3-3-149 0,1-2 10 0,0 1-65 16,0-5-48-16,3 2-4 15,1-2-10-15,7-2-7 0,0 0-141 0</inkml:trace>
  <inkml:trace contextRef="#ctx0" brushRef="#br0" timeOffset="114685.74">10549 6879 863 0,'15'-9'-468'16,"-7"6"1214"-1,-3 2-348-15,-5 1-34 0,1 0-93 0,0 0-101 16,18-2-59-16,-19 2 1 0,1 0-20 0,-1 0 0 0,18 12-19 16,-13-3 4-16,-2 2-11 0,-1 0-14 0,1 4-12 15,-2-1-4-15,1 4-1 0,0 0-11 0,-2 3 8 16,0 2-3-16,0 0 5 0,-1 0 4 15,-2 2-10-15,1 1 7 0,-2 2-8 0,1 2 0 0,-2-1-14 16,-1-1-4-16,2-3-1 0,-1-2-5 16,1-2-8-16,1-3-21 0,0-2 0 0,1-2-100 0,1-3-94 15,1-2 3-15,0-9-46 0,0 0-121 0</inkml:trace>
  <inkml:trace contextRef="#ctx0" brushRef="#br0" timeOffset="115103.17">10905 6644 2877 0,'0'0'230'16,"0"0"-180"-16,0 0 14 0,0 0-74 0,0 0-20 16,0 0 24-16,1 1 0 0,-1-1 7 0,19 17-1 15,-13-12-13-15,4 1-1 0,-1-2-3 0,1 1 10 0,1 0 10 16,0-1 1-16,0 1 4 0,1-1 5 0,-1 1-1 15,0-1 3-15,-1 0 0 0,-1 0 11 0,0 1 8 16,0 0-4-16,-1 0 4 0,-1-1-7 0,-1 0-5 16,0 0 1-16,-2 0-3 0,1 0-7 0,-1 2 5 15,0-1-3-15,-1 0 2 16,-1 1-8-16,0 0 3 0,-2 0-2 0,-1 1 3 16,0 1-3-16,0 1-7 0,0 0 1 0,0 1-3 0,-1-1 4 0,-1 2-1 0,0 0 0 0,1 0-1 31,-3 1-1-31,2 2 2 0,0 2-3 0,-1 0 2 0,2 1-4 0,-2 2 9 0,0-1-2 0,1 2 4 15,1 1-7-15,-2-1 1 0,1 1-1 0,0 0 1 32,-2 0 8-32,3 3 1 0,-2-1 4 0,0-1-3 15,1 0-1-15,-1-2-3 0,0-1-3 0,0-2 0 0,1 0-8 16,-1-2-3-16,1-3 1 0,0 3-6 16,-1-4-65-16,1 2-112 0,1-2-22 0,-1-2-34 0,0 0-135 15,0 0-120-15</inkml:trace>
  <inkml:trace contextRef="#ctx0" brushRef="#br0" timeOffset="115334.47">10851 7391 2052 0,'-8'2'147'0,"1"-1"263"0,1 1-308 0,0 0-28 0,6-2 8 16,-1 0-7-16,1 0 60 0,0 0-36 0,-1 0 2 16,1 0-17-16,-1 1-18 0,1-1-37 0,0 1 7 15,7 15-18-15,2-14 9 16,2 0 1-16,2 0 4 0,2-1-3 0,1 0-3 0,1-1-4 0,1 1-6 15,1-1 3-15,1 0-10 0,1 0-5 0,-2 0 5 0,0 0-7 32,-2 0-1-32,-1 1 0 0,-1-1-1 0,-1 0 0 15,-1 0 0-15,-3 0-33 0,0-1-9 0,-3 1-14 16,0 0-88-16,0-1-115 0,-1 0-22 0,-1 0-45 16,1-2-220-16</inkml:trace>
  <inkml:trace contextRef="#ctx0" brushRef="#br0" timeOffset="115652.28">11386 6952 3065 0,'0'0'528'15,"0"0"-434"-15,0 0 25 0,0 0-86 16,1 0-39-16,17 5 10 0,-8-3-4 0,2 1 8 16,-1 0 1-16,2 0-4 0,0 0-1 0,1 0-1 15,0 1-4-15,0-1 2 0,1 0 0 0,-2-1 2 16,0 0-4-16,-3 0-1 0,2 0-1 0,-2-1-2 15,0 1-28-15,2-2-86 0,-3 0-13 0,1 1-35 0,0-1-152 0,-2-1-280 16</inkml:trace>
  <inkml:trace contextRef="#ctx0" brushRef="#br0" timeOffset="115855.73">11441 7157 3323 0,'0'0'97'0,"1"0"-64"0,14 13-19 16,-5-8 1-16,1 1 22 0,2 0 4 0,0 0-8 16,1 0 4-16,-1 0-30 0,1-1-3 0,-3 0-1 0,2-1-1 31,0 0-10-31,1-1 2 0,2 0-6 0,-2 0-3 16,1-1-87-16,-2 0-95 0,0-2-23 0,1 0-26 15,-2-2-117-15</inkml:trace>
  <inkml:trace contextRef="#ctx0" brushRef="#br0" timeOffset="116338.6">12164 7052 3121 0,'0'0'418'0,"0"0"-316"0,-1 1-33 0,-13 19-71 16,9-11-15-16,-2 4 9 0,-1 2 0 0,-1 4 5 15,-2 2 7-15,1 2-1 0,-1 1-3 0,0 0 0 16,1 0-6-16,2 0 5 0,1-2 2 0,2 0 1 15,0-1-1-15,3-1-11 0,2-1 0 0,2-2-5 16,1-3 0-16,4-2-23 0,0-1 6 0,2-2-8 0,2-1 34 16,1-2 12-16,0-2 7 0,1-2 0 0,3-2 21 15,1 0-7-15,0-4 8 0,1-1-7 0,2-2 9 0,1-1-1 16,0-2-3-16,3-2 2 0,-2-1-7 0,0-2 2 16,0 0-10-1,-3-3 6-15,-1 0-7 0,-2 0-10 0,-2-2 7 0,-2 1-10 0,-1 0 3 0,-2-1 6 16,-1 0-6-16,-3 1 6 0,-2 1-8 0,-1 0-2 15,-2 1 7-15,-1 1-7 0,-1 3 4 0,-1 0-7 16,-3 2-3 0,-1-1 0-16,-2 0-7 0,-3 2-6 0,0-1 1 0,-3 1-3 15,-1 0-6-15,-2 3-27 16,-2-1-7-16,-1 2-13 0,-2 0-89 0,-2 1-178 0,-1 1-36 0,-3 0 52 16,0 2 1081-16</inkml:trace>
  <inkml:trace contextRef="#ctx0" brushRef="#br0" timeOffset="117285.99">8211 7514 2269 0,'0'0'142'0,"0"0"11"0,0 0-2 0,0 0-57 16,0 0-54-16,0 0-33 0,0 0 1 0,0-1-1 0,0 1-8 16,0-1 4-16,0 1-1 0,0-1 4 0,0 1 3 15,0-1 14 1,0 1 0-16,0 0 3 0,0-1 0 16,0 1-7-16,0-1 3 0,0 1-4 0,0-1 12 0,0 1 23 15,0-1-1-15,0 1 8 0,0 0-10 0,0-1-13 16,0 1 2-16,0-1-4 0,0 1 2 0,0-1-5 15,0 1 0-15,8-17 0 0,-8 17-3 0,0 0 0 16,0 0 4-16,0 0-2 0,0 0 6 0,0-1-4 16,0 1-7-16,0 0 2 0,0-1-13 0,0 1 7 0,6-16-6 15,-6 16 6-15,0 0-6 0,0 0-1 0,0 0 1 16,0 0-2-16,0 0-4 0,0 0 3 0,0 0 1 16,0-1 0-16,0 1 1 0,-1 0-2 0,1-1 0 0,0 1 0 15,-1 0 0 1,1 0-9-16,-1 0 5 0,1 0-7 0,0 0-5 0,-1 0-6 0,-15-2-7 0,16 2 2 15,0 0-28-15,0 0-37 0,0 0-20 0,-1 0-13 32,1 0-143-32,0 1-235 0,-1-1-79 0</inkml:trace>
  <inkml:trace contextRef="#ctx0" brushRef="#br0" timeOffset="117818.15">10382 7624 3335 0,'0'0'135'0,"0"0"-51"0,0 0 63 16,0 0-147-1,0 0 0-15,0 0-10 0,0 0 20 0,0 0-4 0,0 0 8 0,0 0-12 0,0 0-4 0,0 1 2 16,0-1-4-16,0 1 0 0,0-1-7 0,0 0-13 16,0 1-2-16,5 16-88 0,-5-17-164 0,0 0-70 15</inkml:trace>
  <inkml:trace contextRef="#ctx0" brushRef="#br0" timeOffset="126005.76">5322 7901 839 0,'0'0'297'0,"0"0"-89"15,0 0 139-15,0 0-251 0,0 0-17 0,0 0-28 0,-1 0-24 16,1 0-2-16,0 0-5 0,-1 0 2 0,1 0 1 16,0 0 3-16,-1 0-3 0,1 0 0 0,-1 0 5 15,1 0-3-15,0 0 4 0,-1 0 7 0,1 0 3 16,-1 0 7-16,1 0-3 0,0 0 8 0,-1 0-4 15,1 0 0-15,0 0-2 16,0 0-4-16,0 0-9 0,0 0-4 0,0 0 1 0,0 0-5 0,0 0 3 0,0 0-3 16,0 1 1-1,0-1 0-15,0 1-11 0,1-1 5 16,-1 1-8-16,0-1-5 0,17 15 10 0,-17-15-5 0,0 0 7 16,1 0-5-16,-1 0 0 0,17 7 4 0,-17-7-4 15,0 0 0-15,1 0 9 0,18 9-7 0,-19-9 9 16,0 0-3-16,17 3 4 0,-17-3-1 0,0 0 2 15,21 3-6-15,-21-3-6 0,0 0 3 0,21 2-4 16,-11 0 5-16,1-1-7 0,0 0 4 0,0-1-5 0,0 1 7 16,-1-1-5-16,0 0 2 0,-1 1-2 0,1-2-7 15,0 0 8-15,-1 2-3 0,1-1 5 0,0 2 1 0,-1 0-4 16,0-2 2-16,-1 2-2 0,-1-2-3 0,0 0 1 16,1 1-3-16,-1 0 3 0,-1 0-3 0,1 0 4 15,-1 0-4 1,1 0 3-16,0 1-9 0,-2-1 3 0,2 0 2 15,-1 1 1-15,1 0-3 0,0-1 7 0,-1 0 0 0,0-1 2 16,-6 0 0-16,1 0-1 0,16 3-1 0,-17-3 1 16,0 0-1-16,18 2-1 0,-18-2-3 15,0 0 2-15,20 0 4 0,-20 0-3 0,0 0 2 16,22-2-2-16,-22 2 3 0,0 0-4 0,23-2 4 16,-23 2-4-16,1 0 4 0,21-5-3 0,-22 5 0 15,1 0 0-15,19-2-4 0,-20 2 6 0,0 0-1 0,18-4 2 16,-18 4-8-16,1 0 4 0,16-4-5 0,-17 4 5 15,0 0-4-15,19-3-2 0,-19 3 4 0,0 0-2 16,0 0 1-16,18-3 2 0,-18 3-5 0,0 0 4 16,0 0-5-16,1 0 0 0,0 0 2 0,15-1-3 0,-16 1 5 15,0 0-4-15,0 0 1 16,0 0-2-16,1 0 5 0,0 0-5 0,-1 0-1 0,0 0-2 0,0 0-6 16,1 0 5-16,0 0-6 0,-1 0 0 0,0 0-40 15,1 0-50-15,-1 0-14 0,1 0-20 0,15 6-125 0,-16-6-198 16,0 0-67-1</inkml:trace>
  <inkml:trace contextRef="#ctx0" brushRef="#br0" timeOffset="130168.58">5387 7889 1291 0,'0'0'137'0,"0"0"54"0,0 0 15 0,0-1-31 0,0 1-65 16,-1 0-50-16,1-1-5 0,0 1-2 15,-1-1-24-15,1 1 5 0,-17-15-9 0,17 15 7 0,0 0-19 0,0 0 3 16,-1 0 1-16,1 0-1 0,-1 0-10 0,1 0 11 31,-1 0-6-31,0 0 2 0,1 0 2 0,-16 0-3 0,16 0 3 0,0 0 5 0,0 0 4 16,0 0 0-16,0 0 1 0,0 0-6 0,0 0 7 0,0 0 0 31,0 0 2-31,0 0-7 0,0 0 2 0,0 0-9 16,0 0 6-16,0 0-11 0,0 0-4 0,0 0 3 15,0 0-4-15,0 0-1 0,0 0-2 0,0 1-1 0,0-1-1 16,0 1-3-16,0-1-2 0,0 1 1 0,5 16 0 15,-5-17 5-15,0 0 2 0,0 0 3 0,0 1 0 16,0-1-1-16,1 0 2 0,18 17-1 0,-19-17 2 16,0 0-1-16,0 0 10 0,1 0-3 0,18 9 6 15,-19-9-2-15,1 0-5 0,18 5 3 0,-18-5-4 0,15 3-5 16,-7-2 7-16,0 0-8 0,-1-1 7 0,2 0-4 16,-2 0 3-16,1 0 0 0,-1 1 1 0,0 0 6 15,1 0 5-15,-2 0 1 0,1-1-1 0,0-1-7 0,-1 1 0 16,1 0 3-16,1 0-1 0,-1 1 4 0,0-2-4 15,0 0 2-15,-1 0-4 0,0 0 2 0,0 0-1 16,-1-1-1 0,1 1-1-16,0 0 1 0,-2-1-1 0,-5 2 0 0,0 0-1 15,17-6-5-15,-17 6 2 16,0 0-1-16,0-1 1 0,21-7 3 0,-21 8-2 0,0 0 0 16,0 0-1-16,20-8-3 0,-20 8-3 0,0 0 3 15,0 0-4-15,0 0 3 0,1 0-2 0,0-1 2 16,16-6-2-16,-17 7-1 0,0 0-2 0,0 0-4 15,0 0 1-15,0 0-7 0,0 0-10 0,0 0-14 0,0 0-4 16,0 0-95-16,1 0-149 16,-1 0-41-16,0 0 66 0,1 0 1101 0</inkml:trace>
  <inkml:trace contextRef="#ctx0" brushRef="#br0" timeOffset="134251.76">756 8243 1971 0,'-7'-3'280'0,"-1"0"86"15,1 1 8-15,1-1-220 16,6 3-95-16,0 0-36 0,0 0-9 0,-1 0 5 16,0 0-22-16,1-1-13 0,-1 1 1 0,1-1-5 15,-1 1-6-15,1 0-8 0,0 0 4 0,0 0-3 16,0 0 25-16,15 3 3 0,-6 1 3 0,1-1-1 15,0 1 12-15,0-2 0 0,0 2 5 0,2-1-3 16,1 0 7-16,2-1-1 0,3 1 7 0,0-1-4 0,-1 0 10 16,0 0 0-16,-1 1-3 0,-2 0 2 0,1 0-3 15,-2 2-4-15,-1 0-1 0,-2 0 0 0,0 1-2 16,-1 0-8-16,-2 0 7 0,-1 0-7 0,-2 1 4 0,-1-1 2 16,-1 2-5-16,-1-1 4 15,0 0-3-15,-1 1-3 0,-1-1 1 0,0 2-1 0,-2 1 8 0,-3 1 0 16,-2 1-2-1,-2 2 1-15,-3 0-6 0,-3 3-4 0,-2 1 2 16,-2 1-4-16,-2 1-5 0,-3 1 1 0,0-1 5 16,2-1-1-16,1-1 1 0,4-1-2 0,3 0-1 15,-1-1 2-15,2 0 2 0,0-1-3 0,1-1-1 0,2-1-1 16,0-2 7-16,3-1-7 0,1 0 2 16,2-2-3-16,0-1 1 0,3-1-2 0,2-6 0 0,0 1 0 15,0-1-2-15,-1 17-1 0,1-17 0 0,0 0-1 16,0 0 1-16,16 12 1 0,-16-12 1 0,17 4-1 15,-6-2 2-15,3 0 1 0,0-1-1 0,2 0 2 16,1 0-2-16,-1-1 6 0,2 0-4 0,3 1 3 16,1-1-7-16,3 1 4 0,-2-1 5 0,-1 0-1 15,-1 1-5-15,-2 1 3 0,-2 1-4 0,-1-1 4 16,-1 1 0-16,-3 0-3 0,0-1 5 0,0 1-6 0,0 0 4 0,-1-1-2 16,-1 2-2-16,-2-1 0 0,0 1-1 0,0-2-79 15,-1 1-10-15,-1 0-33 0,0-1-112 0,0 1-71 16,0-2-9-1,1-1-34-15,1 0-178 0</inkml:trace>
  <inkml:trace contextRef="#ctx0" brushRef="#br0" timeOffset="134836">1239 8397 3020 0,'0'0'134'16,"0"0"109"-16,0 0-181 0,0 0-38 0,0 0 3 0,0 0-14 0,0 0 7 16,22-3-16-16,-14 2 0 15,3 0-4-15,1 0 1 0,2 0-5 0,1-1 4 0,-1 1-6 0,0 0 6 0,0 1 1 16,-1-1 1-1,1 1 0-15,-1 0-2 0,0 0 2 0,-1 1-2 16,0-1 2-16,-1 1 2 0,0-1-7 0,0 1 5 16,1-1-4-16,1 0 9 0,0 0-8 0,-1 1 2 15,0-1-6-15,-1 1-14 0,-2-1-67 0,0-2-3 16,-2 0-25-16,0 0-62 0,-7 2-88 0,0 0-26 16,1 0-33-16,16-4-210 0</inkml:trace>
  <inkml:trace contextRef="#ctx0" brushRef="#br0" timeOffset="135068.88">1421 8481 2765 0,'0'0'304'0,"0"0"-182"0,0 0-18 0,0 1-45 16,0-1-22-16,0 1 6 0,0-1-3 0,0 1 3 0,0-1-13 16,0 1-13-16,0-1 1 0,0 1-4 15,20 12 3-15,-12-13-2 0,0 1 0 16,2 0 0-16,1-1 3 0,-1 0-3 0,3 0 2 0,1 0-3 15,0-1-5-15,-1 1 2 0,1 0-1 16,-2 0 1-16,0 0-6 0,-2 0 0 16,0 0 1-16,0 1-1 0,-2 0-3 0,-1-1-3 0,1 2-6 0,-8-2-3 0,0 0-64 0,0 0-134 31,19 2-16-31,-19-2-53 0,1 0-188 0</inkml:trace>
  <inkml:trace contextRef="#ctx0" brushRef="#br0" timeOffset="135951.79">1923 8185 2896 0,'-6'2'176'0,"0"0"-8"0,0 0 3 0,1-1-83 16,0 3-59-16,0 0-19 0,1 2-7 0,-2 0 3 15,0 3-11-15,-6-1-3 0,4 7 2 0,0 2-2 16,-1 4 3-16,-1 4 4 0,0 1-2 0,-1 2 3 16,0 1-2-16,-2 2 5 0,1 3-2 0,-2 3 4 0,0 0-11 15,0-1 10-15,1 0-4 0,1 0 7 0,1 0-4 16,1-1-5-16,3-1 2 0,2-4-3 0,1-4 4 0,1-3-2 15,2-3-2-15,1-4-2 0,1-1 2 0,2-4-12 16,1-3 1-16,2-3-6 0,0-1-7 0,2-4-4 16,1-1 8-16,3-4-4 0,2-2 30 0,3-5 6 31,1-3 7-31,-1-2-3 0,1-3 8 0,-1 1 12 0,-1-2-7 16,-1-1 9-16,-1 0-16 0,-2 1-3 15,-2-1 0-15,-2-1 0 0,-1 2 0 0,-2 0 6 0,-2 4-4 16,-1 1 4-16,-2 0 0 0,-3 3 1 0,-2-2-2 15,-1 2-1-15,0 1-11 0,0 2-12 0,-1 1 1 0,-2 1-7 16,1 2-2-16,-2 1-13 0,-1 1-1 0,2 2-5 16,-1 0-16-16,0 2-6 0,1 0-13 0,1 3-1 15,0-1-65-15,2 1-57 16,1 0-14-16,5-3-23 0,0 0-130 0</inkml:trace>
  <inkml:trace contextRef="#ctx0" brushRef="#br0" timeOffset="136234.84">2032 8319 2904 0,'0'0'145'0,"0"0"211"0,0 0-295 0,0 1-38 15,4 15 7-15,-4-16-19 0,9 14 0 0,-2-4-9 0,0 1 2 16,0 2-3-16,1 1 6 0,-1 3-3 0,3 1-1 15,0 3 0-15,-2 0-4 0,2 2 1 0,0-1 3 16,2 1-1-16,-1-1 3 0,3 0-2 0,1-1-2 0,-3-1 0 16,2 1-3-16,-2-2 2 0,0 1 0 0,-1-2 0 15,0-2 2-15,-1-1 0 0,-1-2-1 0,-2-1-1 16,0-2-32-16,0-2-48 0,-2-1-10 0,-5-7-14 16,1 0-46-16,-1 0-31 0,17 4-10 0,-17-4-9 0,0 0-49 15,8-19-142-15</inkml:trace>
  <inkml:trace contextRef="#ctx0" brushRef="#br0" timeOffset="136468.34">2292 8278 2629 0,'-4'6'446'0,"0"0"-209"0,0 0 47 15,0 2-170-15,-1 0-96 0,1 1-11 0,0 2-2 16,0 1-2-16,-1 1-2 0,-1 2 3 0,-3 0-2 0,1 4 2 16,0 0-9-16,-1 3 3 0,-1 0-3 15,-2 2 4-15,0-1 4 0,-2 1-2 0,0 0 0 0,2-1-2 16,-1-1-9-16,1-1-25 0,2-1-3 0,-1-1-11 16,2-2-49-16,1-2-98 0,-1-2-15 0,3-3-40 0,0-1-170 15</inkml:trace>
  <inkml:trace contextRef="#ctx0" brushRef="#br0" timeOffset="136701.88">2550 8395 2600 0,'0'0'443'0,"0"0"-262"15,0 0 27-15,0 0-109 0,0 0-79 0,0 1-6 0,15 16-3 16,-15-17-1-16,0 1-11 0,1-1 6 0,17 19-8 0,-14-12 5 16,1 1-32-16,-2 0-68 0,-1 0 11 0,0-1-33 15,1 1-26-15,-2 1-84 0,0 0-8 0,-1 1-33 16,-1 0-128-16</inkml:trace>
  <inkml:trace contextRef="#ctx0" brushRef="#br0" timeOffset="136835.38">2629 8718 2653 0,'-2'9'187'0,"0"3"389"0,0 0-466 0,-1 2-56 16,3 1 3-16,-3 1-23 0,0 2-14 0,-2 1-9 15,-1 2-3-15,-2 3-2 0,-3-1-12 0,1 1-156 32,-2-3-61-32,-2 0-76 0,-2 0-652 0</inkml:trace>
  <inkml:trace contextRef="#ctx0" brushRef="#br0" timeOffset="137485.14">3099 8185 3524 0,'0'0'148'0,"-1"0"-39"0,1 0-1 0,0 0-70 16,0 0-34-16,-19-10-15 0,19 10-5 0,0 0 4 15,0 0-15-15,0 0-17 0,0 1-1 0,-3 21-4 16,0-8 5-16,1 7-12 0,-1 4 6 0,-2 8-7 0,0 3 13 0,-4 3 26 16,1 4 0-16,-2 1 9 0,1 1 7 31,0-2 5-31,0-2-1 0,4-5 3 0,-1-4-3 0,2-4 4 16,1-3-1-16,1-4 1 0,2-2 0 0,0-6 15 15,2-1 2-15,1-4 4 0,0-3-2 0,-3-5-12 16,0 0-7-16,1 0 0 0,20-1-16 0,-12-7 10 15,1-2 2-15,2-4 4 0,1-2 9 0,1-3 7 16,0-3 1-16,-1-2 3 0,1-2 10 0,0 0-3 16,-2-1-6-16,1-3 1 0,0 0-19 0,-2-2-8 0,1-2 2 15,0 3-3-15,-2 1 3 0,0 3 1 0,0 1-8 16,-4 2 0-16,1 2-40 0,-1 2-30 0,-3 3-10 0,0 2-10 16,0 2-63-16,-3 1-32 0,0 3-39 0,-1 2-3 0,1 7-166 15</inkml:trace>
  <inkml:trace contextRef="#ctx0" brushRef="#br0" timeOffset="138002.62">3455 8548 3221 0,'0'0'145'0,"0"0"66"0,0 0-136 0,0 0-46 0,0-1-4 16,-1-16-9-16,1 17 12 0,0 0-7 0,0-1-5 15,-12-18-1-15,12 19-23 0,0-1-9 0,-15-16-3 0,7 12-3 16,-1-1-18-16,-3 2-14 0,-1 0 9 0,-2 0-9 16,-2 2 15-16,-1 1 27 0,1 2 0 0,0 1 13 15,2 2 9-15,2 2-5 0,0 1-6 0,1 2 2 16,2 1-6-16,2 3-6 0,1 1 2 0,2 3-5 15,2 3 0-15,0 0 6 16,1 0-1-16,0 0 3 0,1-1-8 0,1 0 5 16,2-1-9-16,0-2 8 0,1-3-3 0,1-2-6 15,-2-3 6-15,4-2-6 0,0-1 9 0,2-3-2 16,1-1 1-16,2-1-3 0,-1-4-14 0,2-1 5 16,1-3 0-16,-1-4 3 0,2-2 14 0,-1-3 3 15,1-1 3-15,-2-1-1 0,0 0 7 0,-2 0 2 16,0 2-4-16,-4 1 4 0,1 0-1 0,-3 2 14 15,-3 1-4-15,1 1 6 0,-2 2-12 0,0 2 9 16,0 1 1-16,0 7 3 0,0-1 3 0,0 1-4 0,0 0-5 0,0-1 2 16,0 1-18-16,0 0-1 15,0 0-1-15,0 0-2 0,-6 15-13 0,7-4 9 0,0 1-3 16,1 3 5-16,1 0 3 0,1 2-1 0,0 0-3 16,0 1 1-16,0 0 4 0,0 1-8 0,0-1 1 0,1-2-14 15,0-2-108-15,1-2-94 0,1 0-23 0,-2-4-23 16,2-1-116-16</inkml:trace>
  <inkml:trace contextRef="#ctx0" brushRef="#br0" timeOffset="138303.62">3620 8438 2253 0,'0'1'182'0,"0"-1"453"0,6 20-523 0,-6-20-74 15,3 17 12-15,-1-6-37 0,0 2-2 0,1 2 4 16,0 3-3-16,-1 1 3 0,0 2-5 0,-1 0-7 16,-3 0 6-16,1-1-6 0,-3 1 1 0,1-3 0 15,0 1-8-15,-2-3 3 0,0-3-29 0,1-1-9 0,-1-4 7 16,1-2-6-16,4-6 29 0,0 0 7 0,-1 0 2 0,1 1 0 16,-1-1 9-16,-16 3-2 0,17-3 0 0,0 0 1 15,0-1 17-15,-5-19 8 0,5 19-2 16,2-15 2-16,1 7-8 0,0-1-3 0,1 0 0 0,2-3-3 15,1 1-12-15,1-1-2 0,3 0-3 0,1 1-1 16,0-2-13-16,3 1 5 0,1 0-16 0,1 0 3 16,2 1-107-16,0 0-106 0,-1 0-21 0,2 0-38 0,-1 1-195 15</inkml:trace>
  <inkml:trace contextRef="#ctx0" brushRef="#br0" timeOffset="138585.78">3978 8233 2488 0,'0'0'419'16,"0"0"-132"-16,0 0 48 0,-17 16-184 0,17-16-142 0,0 1-25 0,-16 19-10 15,11-9 0-15,-1 3-5 0,-1 5 14 0,-1 3-2 0,-1 4 6 16,0 1 0-16,1 3 8 0,1 3-1 0,-1 3 5 15,0 1 0 1,4 1 0-16,-1 0 0 0,2-2-1 0,2-1 0 16,0-3-21-16,1-4 5 0,3-3-12 0,1-2-8 0,2-4-36 15,1-3-1-15,0-3-14 0,0-3-16 0,3-2-65 16,-1-2 8-16,2-3-31 0,2-2-30 16,2-6-21-16,0-2-10 0,1-6-31 0,0-2-373 15</inkml:trace>
  <inkml:trace contextRef="#ctx0" brushRef="#br0" timeOffset="139068.78">4000 8395 3062 0,'0'0'208'0,"0"0"-123"0,0 0-35 0,1 0-15 15,16 7-50-15,-8-6 26 0,2 2-7 0,1-1 13 16,1 1-11-16,0-2-5 0,1 2 4 0,0 1-5 16,2-1 2-16,0 0 2 0,0-1-2 0,-1 2 1 31,-1-1 0-31,-1 1-1 0,-2 1 2 0,-1-1-3 16,-1 1-1-16,-1-1 13 0,-2 1-7 0,0 0 9 0,-1-1-4 15,-5-4-5-15,0 1 7 0,0-1-7 0,3 19 0 16,-3-19-3-16,0 1-3 0,-12 17 1 0,6-11-1 0,-1 1 0 15,-3 0-1-15,-3 1-3 0,-1 1-11 0,-2-1 9 16,-1 2 0-16,1-2 6 0,0 0 10 0,3-1 0 16,3-1 3-16,2-1 0 0,2-1 4 0,2 1 8 15,0-1-3-15,1-1 5 0,3-4 9 0,0 1-16 16,0-1 3-16,0 0-9 0,0 1-11 0,3 17 3 16,-3-18-6-16,0 0 2 0,18 10-2 0,-9-7 1 15,2 0 3-15,1-1-3 0,3 0-2 0,1 0 8 0,0-1 1 16,1 1 3-16,0-1 0 0,0-1-7 0,2 0 2 15,-3 0-4-15,1-1-2 0,0 0 0 0,-2 0-2 0,2 0 2 16,-2 1 2-16,1-1-10 0,0 0-16 0,-2-1-1 16,0 0-67-16,-4 1-55 0,0-1-10 0,-2 0-24 15,-2 1-110-15,0-3-185 0,-1 0 805 0</inkml:trace>
  <inkml:trace contextRef="#ctx0" brushRef="#br0" timeOffset="139385.28">4442 8195 3283 0,'0'0'144'0,"0"0"71"0,0 0-151 0,0 0-45 0,0 0-8 15,0 0-6-15,0 0-4 0,17 19 3 0,-10-10-1 0,1 1-1 16,-1 2-12 0,3 1 7-16,0 3-7 0,-1 1 8 0,2 3-6 0,-3 1 9 0,2 1-1 0,0 1 2 15,0-1-3-15,0 3 1 0,-1 1 3 0,0 1 0 32,-1 1 6-32,-2 0 1 0,1 1 0 0,-4-2 0 15,0 0 6-15,-1 3 4 0,-3-1-4 0,-3 2 4 16,-1 1-7-16,-2-2-10 0,-2-2-3 0,-3-1-11 0,0-1-95 15,-3-2-369-15,-1 1-185 0</inkml:trace>
  <inkml:trace contextRef="#ctx0" brushRef="#br0" timeOffset="140636.14">829 8413 2721 0,'0'0'152'0,"0"0"-5"0,-1 0 0 15,1 0-78-15,0 0-42 0,0 0-25 0,0 0 2 16,0 0-4 0,0 0-20-16,0 1 5 0,7 14-6 0,2-4 7 15,1-1 0-15,3 3 10 0,0 2-3 0,3 2 5 16,-1 3-6-16,1 0-28 0,1 1-39 0,-1 2-4 15,2 1-193-15,1 4-175 0</inkml:trace>
  <inkml:trace contextRef="#ctx0" brushRef="#br0" timeOffset="141430.53">4019 8492 2508 0,'0'0'152'0,"0"0"14"0,0 0-2 0,0-1-64 15,0 1-56-15,6-17-35 0,-6 17-2 0,0 0 1 16,0 0-8-16,1 0-9 0,16-5-6 0,-17 5 0 15,0 0-5-15,14 12 5 0,-7-3 5 0,1 3-2 16,2 2 12-16,2 3 0 0,1 1 2 0,3 3-3 0,1-1-3 16,3 1-35-16,0 2-46 0,3-1-11 0,2-1-278 15</inkml:trace>
  <inkml:trace contextRef="#ctx0" brushRef="#br0" timeOffset="142289.29">4859 8391 2360 0,'0'0'159'16,"0"0"24"-16,0 0 2 0,0 0-61 0,-1 0-63 0,1 0-40 15,-1 0 1-15,1 0-1 0,0 0-11 16,0 0-6-16,0 0-4 0,0 0 0 0,15 0-4 0,-7 3 4 16,2-1 1-16,1 0 1 0,1 0-1 0,0 0-1 15,1 1 0-15,-1 0-1 0,1 2 1 0,-1-1 0 16,3 1 0-16,-2-1 2 0,1-2-4 0,1 2-50 15,-2 0-5-15,1-1-22 0,-3 2-81 0,0-2-90 0,-2 0-20 16,0 1-49 0,-1 1-362-16</inkml:trace>
  <inkml:trace contextRef="#ctx0" brushRef="#br0" timeOffset="142519.31">4822 8618 2857 0,'0'0'165'0,"0"0"268"0,0 0-338 15,0 0-73-15,20 1 12 0,-9-1-32 0,3-1 18 16,1 1-9-16,0 0 3 0,0 0-5 0,-2 0 4 0,2 0-15 16,-1-1 7-16,0 0-8 0,0 0 3 0,1 1 0 15,0 0-9-15,0-1 3 0,-3 1-49 0,0-1-44 16,-1 2-12-16,-1-1-14 0,-1 0-72 0,-1 0-82 15,1-1-27-15,0 1-39 0,-1-2-295 0</inkml:trace>
  <inkml:trace contextRef="#ctx0" brushRef="#br0" timeOffset="143402.1">1620 9113 2706 0,'0'0'170'16,"0"0"-20"-16,0 0-4 0,0 0-86 16,0 0-64-16,0 0 4 0,0 1-2 0,1-1 6 15,16 11 0-15,-17-11-8 0,0 0 4 0,0 0-5 16,20 6 4-16,-20-6 1 0,0 0-5 0,1 0 4 15,20 6-11-15,-21-6-98 0,0 0-7 0,18 4-44 16,-11-3-139-16,4-1 890 0</inkml:trace>
  <inkml:trace contextRef="#ctx0" brushRef="#br0" timeOffset="144384.81">5207 8295 2334 0,'0'0'160'0,"0"0"21"0,0 0 5 0,0 0-52 0,0 0-71 16,-1 0-46-16,1 0 1 0,-16-2-1 0,16 2 1 0,0 0-7 15,0 0-1-15,0 0-2 0,0 0 1 0,0 0-11 16,0 1 4-16,0-1-6 0,-2 17 1 0,2-17 3 15,1 0-4-15,-1 1 4 0,24 18-2 0,-13-13 2 16,4 1 2-16,1-1 1 0,0 1 3 0,0-2-1 16,0 0-3-16,0 1 1 0,-1-1-1 0,-1 0 0 15,-1-1 6 1,-2 0-4-16,0 1 0 0,-3 1 5 16,-1-1-3-16,-2 0 5 0,0 0 2 0,-4 1 0 0,1-1-4 15,-3 3 0-15,0-2-29 0,0 2 12 0,-4-1-6 16,-1 1 10-16,-2 0-3 0,-1 1 8 0,1 1-5 15,-3 0 6-15,0 1-5 0,-1-1 3 0,0 0 2 0,0 0 0 16,-1-1-2-16,2 0 3 0,2-1-1 0,-1 0 2 16,0-1 3-16,1-1-10 0,0 1 5 0,2-1-6 15,2-1 3-15,0 1-3 0,1-2-4 16,4-4 1-16,0 1-9 0,0-1-13 0,-3 19 2 0,3-19-5 16,0 0 11-16,0 0 12 0,17 6 3 15,-9-3 3-15,2-2 11 0,0 0 0 0,2 0 1 0,1 0 0 16,-1 0 0-16,1 0 2 0,1 0 1 15,1 1 1-15,-1 0 5 0,0 1-1 0,0 0-3 0,-1-1 0 16,-2 2-7-16,2-1 6 0,-2 1 0 16,-1 1 1-16,-2-1-1 0,-1 2 8 0,-2-1 4 0,-3 2 0 15,1 0 10-15,-3 1-3 0,-2 0-1 0,-2 2 0 0,-2 0-5 0,-2 4-13 32,0-1 3-32,-1 2-8 0,-1-1-8 0,-2-1-4 0,2 0-5 15,-1 0-1-15,1-1-26 0,1 1-53 0,1-2-2 16,1-2-20-16,1-1-41 0,1-2-77 0,5-6-20 15,0 0-31-15,0 0-184 0</inkml:trace>
  <inkml:trace contextRef="#ctx0" brushRef="#br0" timeOffset="144860.81">5776 8193 3168 0,'0'0'143'0,"-1"1"94"0,1-1-167 0,-18 16-60 16,18-16-1-16,0 1-16 0,-12 17 5 0,7-7-5 0,0 1 3 15,-1 2-3-15,1 1 7 0,-2 2-11 0,0 1 5 16,0 3-7-16,-1 1 13 0,-1 3-3 0,0 1 3 15,-1 2-5-15,-2 2 4 0,2 2 1 0,0 0-1 16,0 0 1-16,3 0-1 0,-1-1 1 0,0-2 1 0,2 0 1 16,1-1-4-16,2-5-3 0,2 1 0 0,1-4-2 15,1-2 1-15,-1-4 7 0,3-2 1 0,-1-2 3 16,2-2-7-16,0 0-2 16,0-3-5-16,2-4 3 0,1 0-7 0,0-2-3 0,3-2 5 0,0-4-2 0,2 0 25 0,1-2 5 15,0 0 3 1,-1-3 0-16,0 0 10 0,-2-3 11 0,1 0-7 0,-2 0 7 0,-1-1-10 0,-1 1-2 15,-2-2 2-15,0 1-4 0,-3 0-2 16,-1 0-12 0,0 1 5-16,-2 1-5 0,-1 2 9 0,0 2-13 0,-2 1 1 0,-1 2-4 0,-1 0-6 0,-2 2-6 31,-1 1-2-31,-1 0-4 0,-1 2-17 0,-2 1-13 16,0 1-3-16,-2 1-7 0,0 1-46 0,3 0-125 15,-2 1-27-15,3 2-49 0,-1 1-241 0</inkml:trace>
  <inkml:trace contextRef="#ctx0" brushRef="#br0" timeOffset="145654.29">6007 8214 1943 0,'0'0'356'15,"0"0"-81"-15,-18-2 157 0,18 2-282 0,0 0-45 16,-1 0-68-16,-16 2-37 0,17-2 0 0,0 0-5 16,0 0-17-16,-10 21-1 0,8-8-6 0,0 2 4 0,2 5-6 15,-1 4 11-15,1 2 4 0,0 3 1 0,0 1 10 16,1 0 2-16,-1 2-2 0,2 0 2 0,-1-3 3 0,1 0 0 16,0-4 2-16,2-5 1 0,-1-2 3 0,2-2 9 15,-2-3 3-15,1 0 2 0,0-3 20 0,0-2-8 16,-1-2 0-1,-3-6-4-15,0 0-12 0,1 0 3 0,-1 0-3 16,17 4 1-16,-17-4-17 0,12-12 11 0,-5 1-5 0,-1-3 8 0,3-1 0 0,1-2 0 16,0-2 3-16,1-4-1 0,1-1 10 0,-1-3 3 0,1-2 1 15,0-1-1-15,0 0-12 0,-2-1-7 32,0 1-1-32,0 0-1 0,-1 1-4 0,0 1-3 0,1 1 2 0,-1 3-1 15,-1 3 4-15,-2 4-16 0,0 2-13 0,-2 2-3 16,0 0-58-16,-3 2-38 0,0 1-1 0,-1 3-16 15,0 1-39-15,0 6-98 0,0 0-28 0,0-1 89 16,-1 1 1265-16</inkml:trace>
  <inkml:trace contextRef="#ctx0" brushRef="#br0" timeOffset="146185.81">6353 8430 2290 0,'0'0'392'0,"0"0"-186"0,0-1-8 16,0 1-40-16,-7-16-137 0,7 16-12 0,0-1-5 31,-7-17 2-31,3 10 3 0,-1 1-9 0,-2 0 0 16,-1 0-6-16,1-1-19 0,-1 0 4 0,-1 2-1 0,0 0 3 15,0 1 0-15,-1 2 11 0,1 1 1 0,0 3 5 16,1 1 8-16,-1 2-15 0,0 2-2 0,1 1-6 16,-1 2-22-16,1 2 8 0,0 4-1 0,-1 3 5 15,1 3 16-15,2 2 16 0,0 2-3 0,0 1 8 16,3 0 1-16,1 1-5 0,1-2 2 16,2-2-4-16,0-2-4 0,2-4-3 0,0-1 0 0,2-3-2 0,-1-3-8 15,1-2-10-15,0-2 6 0,1-3-4 0,0-1 25 0,1-2-3 16,1-3-1-16,1-3 0 0,2-2-7 0,1-4 2 15,1-4 0-15,1-3 0 0,1-1-3 0,-2-2 6 16,1 0-1 0,1-1 3-16,-1 0 0 0,0 1 4 0,-1-1 1 0,-1 0 1 15,-3 1 3-15,-1 1 0 0,0 2-4 0,-3 3 2 0,0 2-7 0,-2 2 19 16,1 4-2 0,-4 8 10-16,0 0 13 0,0-1-9 0,0 1 5 15,0-1-8-15,0 1-3 0,0 0-25 0,0 0 4 16,0 0-14-16,3 16-22 0,-3-4 19 0,0 2-8 15,1 3 15-15,-1 3 6 0,1 3 3 0,-1 1 4 0,1 2-3 16,1 1-4-16,-2-2-2 0,2-1-3 0,0-2-4 16,1-2-69-16,0 0-105 0,1 0-5 0,-1-2-38 15,1-3-60-15,0-2-362 0</inkml:trace>
  <inkml:trace contextRef="#ctx0" brushRef="#br0" timeOffset="146552.76">6552 8310 2942 0,'0'0'209'0,"0"0"-144"16,-1 20-12-1,1-11-42-15,1 4-37 0,-1 2 21 0,2 2-5 16,-2 6 10-16,-1-1 0 0,-1 3 1 0,0 2-1 0,-1-1 2 15,-1 0-1-15,-1 0-4 0,1-3 5 0,-2-2-3 16,1-3 0-16,0-3-10 0,0-2-4 0,1-2 0 16,2-3 10-16,2-8 5 0,0 0 4 0,0 0-1 15,0 1 4-15,-1-1 7 0,1 0-4 0,0 0 4 16,0 0-9-16,0 0 3 0,0-18 3 16,5 6 1-16,0 0 16 0,3-2 6 0,1 0 3 0,3-2 1 0,2-1 6 15,2-1-23-15,1-1 2 0,0 0-9 0,0 0-6 16,0 3-4-16,-2 0-2 0,-1 4 1 0,0 0-3 15,-3 2 3-15,0 3-4 0,-1 0 1 0,-2 3-5 0,-1 0-28 32,2 1-8-32,-2 2-13 0,1-1-83 0,-1 2-84 0,-1-1-20 15,0 0-32-15,0 4-178 0</inkml:trace>
  <inkml:trace contextRef="#ctx0" brushRef="#br0" timeOffset="146885.54">7002 8178 3559 0,'0'0'-64'16,"-1"0"117"-16,1 1 89 0,-19 11-59 0,19-12-91 15,-1 0-4-15,-14 12 3 0,11-2-2 0,-4 1 4 0,1 2-5 32,-3 4-2-32,-1 3 1 0,-1 4 5 0,-1 3-8 0,-1 3 8 0,1 4-8 0,-3 3 14 0,2 4-1 31,1 2 1-31,0-1 1 0,1 0 0 0,5-1-6 16,0-1 3-16,5-3-4 0,2-2-8 0,4-6-27 15,1-5-2-15,3-3-6 0,1-2 16 0,3-2-25 16,1-1 14-16,0-4-20 0,2-2-8 0,3-4-64 15,0-3-10-15,3-4-22 0,0-4-78 0,2-5-98 0,2-2-77 16</inkml:trace>
  <inkml:trace contextRef="#ctx0" brushRef="#br0" timeOffset="147186.26">6991 8374 3495 0,'0'0'135'0,"0"1"59"0,1-1-155 0,14 20-44 16,-4-9 5-16,-1 2-17 0,3 2 23 0,-1 2-2 31,0 0 1-31,1 1-2 0,-3 1-3 0,2 0 0 16,-1 1-1-16,-1-1 1 0,1 0-3 0,-1-1 3 0,-2-2 0 15,-1 1-1-15,1-3-22 0,-3 0-8 0,3-2 0 16,-3 0-1-16,2-2-4 0,-2-2-32 0,0 0-4 16,0-2-11-16,2-1-36 0,-2-1-58 0,1 0-14 15,-1-2-19-15,-5-2-89 0,0 0-93 0,17-1-126 0</inkml:trace>
  <inkml:trace contextRef="#ctx0" brushRef="#br0" timeOffset="147418.29">7213 8343 3083 0,'0'0'266'0,"-1"1"-137"16,1-1-22-16,-16 16-36 0,16-16-68 0,-1 0 11 31,-11 18-3-31,7-10 3 0,0 2-10 0,0 2-4 16,-3 2-2-16,0 4-2 0,-1 2-6 0,-2 3 6 15,-1 1-2-15,0 2 3 0,-1 0-3 0,0-1-5 16,0 0-19-16,0-2 3 0,1-1-95 0,1-1-107 0,2-3-23 16,1-3-44-16,2-2-226 0</inkml:trace>
  <inkml:trace contextRef="#ctx0" brushRef="#br0" timeOffset="147719.5">7319 8186 3353 0,'2'7'147'0,"2"3"-107"16,3 1-22-16,3 5-16 0,1 3-11 0,3 5 17 15,0 1 6-15,-1 1 1 0,0 2-3 0,-3 0-6 16,0 2 0-16,-1 2-2 0,-1 2-1 0,0 4 1 0,-3-2-2 16,-2 1 3-16,-2 3-3 0,-2 1 6 0,-2 2-4 0,-3 1 5 15,-2 1 1-15,-2-1 3 0,-3 0-1 16,0 0-3-16,0-5-45 0,-2-1-175 0,-1-1-52 0,-2-4 38 16,-3 3 794-16</inkml:trace>
  <inkml:trace contextRef="#ctx0" brushRef="#br0" timeOffset="150534.64">7639 8385 2611 0,'0'0'195'0,"0"0"-55"0,0 0 88 31,0 0-184-31,0 0-13 0,-1 0-28 0,1 0 4 16,0-1-9-16,-17-7 6 0,17 8-7 0,0 0-1 15,-1 0 6-15,0 0-4 0,1 0 2 0,-1 0-11 0,1 0-4 16,-1 0-1-16,1 0 4 0,0 0 6 16,-1 1 5-16,1-1-1 0,0 1 12 0,-1-1 4 0,1 0-3 15,0 1 4-15,0-1 5 0,0 1-1 0,0-1 1 0,4 17-1 16,-4-17-6-16,0 0-5 0,18 7 1 0,-18-7-4 16,17 6-3-16,-8-3 0 0,2 0-3 0,0 0 1 15,0-1-1-15,-1 0-1 0,1-1 2 0,0 0-3 16,-2 1 2-16,0-2-29 0,-1 1 1 0,1 0-15 15,-3 0-40-15,1-1-53 16,-7 0-7-16,0 0-21 0,1 0-74 0,16 6-139 0,-17-6-186 0</inkml:trace>
  <inkml:trace contextRef="#ctx0" brushRef="#br0" timeOffset="150868.12">7604 8646 1771 0,'0'0'197'0,"0"0"556"0,-16 9-649 0,16-9-78 0,-1 0 6 16,1 0-29-16,-1 1 6 0,1-1 9 16,0 0-5-16,-1 1 5 0,0-1-11 0,1 1-11 0,0-1 4 15,0 1-8-15,-1-1-4 0,1 1 7 0,0-1-4 16,0 0 6-16,0 1 4 0,1-1 8 0,14 11 3 0,-15-11 1 16,1 0 18-16,15 2 19 0,-15-2 0 0,15 1 8 15,-7-1 6-15,0 1-19 16,2 0 4-16,0-1-9 0,0 0-3 0,1 0-7 0,-1 0 2 0,1 0-4 15,0 1 5-15,0-1-15 0,1 2 2 0,-1-1-7 16,-1-1-5-16,1 1 6 16,-2 0-7-16,0 0 7 0,-1 0 0 0,-1 0 0 15,-1 1 5-15,0-1-4 0,-1 1-5 0,1 0-5 0,-1 0-2 0,-1 0 0 0,-5-2-2 0,0 0 1 32,0 0-2-32,1 0 1 0,17 10-2 0,-18-10-48 15,0 0-6-15,0 0-23 0,1 0-92 0,-1 0-117 16,1 0-11-16,-1 0-47 0,16 6-155 0</inkml:trace>
  <inkml:trace contextRef="#ctx0" brushRef="#br0" timeOffset="151756.22">7978 8347 2954 0,'0'0'234'0,"0"0"-153"0,0 0-18 0,-1 0-37 0,1 0-27 0,-1 0 1 32,1 0 4-32,-1 0-1 0,1 0 5 0,0 1-2 15,0-1-4-15,1 1 1 0,15 15-3 0,-7-12 8 16,0-1-1-16,3 1 4 0,-1-1 7 0,1 0 2 15,1 0-2-15,1 0 1 0,-1 0-4 0,2 0-2 16,1 2 2-16,0 0-2 0,-3 0-10 0,-1 1 5 16,-2-2-3-16,-2 1 4 0,1 1-2 0,-3 0 2 0,-1 1-3 15,-1-1 3-15,-1 0-5 0,-3 1-1 0,0 0-2 16,-1 1 1-16,-1 1 0 16,-2 0-1-16,-1 1 3 0,0 0-3 0,-1 1-4 0,-1 0 5 0,-2 0-6 15,0 0 6-15,0 0-7 0,-2 0-7 0,-2 1 7 0,-1-1-6 16,0 0 6-16,-1 2 3 15,2 0-3-15,1 0 2 0,0 0 3 0,1-2 2 0,2 0-1 0,1-1 2 16,2-1-2-16,1-2 0 16,1 0 1-16,1 0-2 0,1-1-5 0,2-6-2 15,0 0-2-15,0 0 0 0,0 1-7 0,2 16-7 0,-2-17-1 0,0 0-1 0,0 0 1 16,0 0 6 0,0 0 1-16,21 8 3 0,-21-8 12 0,1 0 0 15,21 0 1-15,-13-1-1 0,2-1 0 0,2-1 2 16,2 0 1-16,1 0 2 0,1 0 5 0,-1 1-5 15,-3 0 2-15,-1 0-3 0,-2 1 4 0,-2 1 7 16,-1 0-4-16,-7 0 5 0,0 0-1 0,1 0-3 16,-1 0 1-16,0 1-3 0,8 19-8 0,-11-12-3 15,0 1-3-15,-4 3 2 0,0 3 0 0,-2 1 4 0,0 3 2 16,-3 1 1-16,-1 0-6 0,-1 1 5 0,0 0-2 16,2-1 5-16,0-1-1 0,2-2-28 0,1-1-4 15,3-3-12-15,0 0-38 0,0-4-58 0,3-1-15 0,3-8-24 16,0 1-126-16,0-1-191 0</inkml:trace>
  <inkml:trace contextRef="#ctx0" brushRef="#br0" timeOffset="152200.54">8526 8314 3596 0,'0'0'104'0,"0"0"-77"16,0 0-9-16,0 0-18 0,0 0-14 0,0 1 10 15,-5 17-1-15,5-18 3 0,-3 16-11 0,-1-7 0 0,1 3 0 16,-2 1 1-16,-2 2 6 0,1 2 1 0,-1 3 0 16,0 2 2-16,-1 2 3 0,0 1-2 15,0 1 0-15,-1 1 0 0,0 0 2 0,1 4 1 0,-2 0 2 0,2 4 0 16,-1 1 1-16,1 0-1 0,0-2-1 0,1-1 0 15,1 0 3-15,3-4-5 0,1 0 1 0,2-5-2 16,1-3-3-16,3-4-7 16,0-4 3-16,3-2-4 0,-2-2 5 0,3-4 1 15,1-1 4-15,0-2-2 0,2-2 5 0,2-4 2 16,1-2-6-16,1-3 5 0,1-2 3 16,1-3 8-16,1 0 2 0,0-2 1 0,-1-2 11 0,-3 0-4 15,1-2 6-15,-3 1-6 0,-1-2-6 0,-2 2 2 16,-2-1-8-16,-2-1 6 0,-2 2-11 0,-3 2-4 15,-1 0 1-15,-2 4 0 0,-2 1 3 0,0 2 4 16,-2 2-1-16,0 2 2 0,-2 1-2 0,1 1-11 16,-3 1-5-16,1 1-3 0,-3 1-13 0,1 1-35 15,-1 1-7-15,-2 2-20 0,2 0-135 0,-2 2-247 16,1 0-93-16</inkml:trace>
  <inkml:trace contextRef="#ctx0" brushRef="#br0" timeOffset="153134.76">5989 8969 2187 0,'0'0'140'0,"0"0"24"0,0 0-1 0,0 0-32 15,-1 0-70-15,0 0-53 0,1 0-1 0,-1 0 2 0,1 0-7 16,0 0 1-16,-1 0-1 16,1 0 2-16,0 0 1 0,0 0 10 0,1 0 7 0,18 7-1 15,-18-7 5-15,14 0 1 0,-7 1 1 0,2 0 1 0,0 1 3 0,0-1 11 16,0 0-2-1,3 1 6-15,0-1-6 0,2 0-2 0,1 1-3 0,1 0 2 0,0 0-9 0,1-1-3 16,1 0-6 0,0-1 1-16,1 1-10 0,0 0 8 0,-1-1-3 15,1 0 3-15,0 1-4 0,3-1-2 0,-1 0 3 0,-1 1-3 0,0 0 6 0,-1 1-6 16,-2-1 1 0,0 1-3-16,-1 1 0 0,0-2 4 0,0 0-3 0,1 2 4 15,1-1-7-15,2-1 8 0,-1 1-2 16,0-1 4-16,0-2-10 0,0 3 0 0,0-2-3 15,-3 0 3-15,1 0-7 0,-1-1 4 0,2 1-3 0,-1-1 4 16,2 1-2-16,-1 1-1 0,0-1 0 0,-1 2-1 16,-1-1-1-16,0 1 4 0,-1 0-1 0,-1-1 2 15,1 0-7-15,-1 0 4 0,-2 1 1 0,2 0 2 16,0 0-3-16,1-1 6 0,0 0-4 0,0 0 5 0,-1-1-6 16,1 3 11-16,-1-1-4 0,0-2 4 0,0 2-12 0,-1-1 7 15,0 0-8-15,-2-1 6 0,0 2-7 0,-2-2 1 16,1 0 1-16,0 2-2 0,0-2-5 0,1 1 6 15,-1 2-1-15,0-3 3 0,0 2-4 0,-1-1 2 16,0-1-1 0,-1 2 0-16,0-1 0 0,-1 0-1 0,0-1 1 15,0 0-2-15,-1 0-2 0,0 0 6 0,-1 1-2 16,0-1 4-16,-6 0-4 0,0 0-2 0,1 0 0 0,18 4-2 0,-19-4 2 0,1 0-9 0,-1 0-4 31,0 0-3-31,18 9-27 0,-18-9-38 0,0 0-8 16,0 0-18-16,0 0-99 0,0 0-147 0,12 17-31 15,-12-17 72-15,0 0 1198 0</inkml:trace>
  <inkml:trace contextRef="#ctx0" brushRef="#br0" timeOffset="154085.41">6165 8956 1823 0,'0'0'201'0,"0"0"-29"0,0 0 81 0,0 0-136 16,0 0-23-16,0 0-46 0,0 0-4 0,0 0 0 15,0 0 2 1,0 0-9-16,0 0-1 0,0 0-4 0,0 0 1 0,0 0-18 0,16 3-3 0,-16-3 1 0,15 0-2 31,-5 0-3-31,-1 0 3 0,2 0-4 0,-1 1 4 16,2 1-5-16,-2 0 5 0,1 1-3 0,1-1 5 15,0 1-2-15,2 2 0 0,0-2 3 0,3 1-2 16,0 0 6-16,0 1-3 0,1-1 2 0,2 1 0 16,-1 0 7-16,0-3-1 0,1 3 4 0,-1-1-2 0,1-1 3 15,0 1-1-15,2 0-6 0,1-1 4 0,-1 1-7 16,1-2-2-16,-2 1 2 0,-1 1-4 0,0-3-3 0,0 3 0 16,-1-1 0-16,0 0 2 0,2 2 3 0,0-3-2 15,1 2 5-15,1-1-4 0,-2-1 18 0,0 0-8 16,-2-2 1-16,1 2-4 0,-2 1 0 0,-1-1-1 15,1 0-3-15,-1 0 0 16,0 0-6-16,0 0 1 0,0 1 1 0,-1-2-2 16,-1 2-7-16,-1 0-1 0,-1-2-1 0,-1 2 1 0,0 0-1 0,-1-1-5 0,-1 0 2 15,0 0-2-15,0-1 3 0,-2 0-32 16,0 1-14 0,-2-1-11-16,2 1-97 0,0-1-225 0,1 0-50 0</inkml:trace>
  <inkml:trace contextRef="#ctx0" brushRef="#br0" timeOffset="156767.79">3109 8982 2086 0,'-11'2'133'0,"1"0"-36"0,1-1 60 15,1 0-113 1,2-1-8-16,0 0-18 0,-6-1 7 0,6 1-4 0,6 0 6 0,0 0-7 0,-1 0 9 16,-16-3 2-1,17 3 1-15,0 0 5 0,-1 0-4 0,1 0-1 16,-16-4-1-16,16 4-3 0,0 0-2 15,0 0 1-15,0 0-2 0,-1 0 0 0,0 0 12 0,1 1 0 0,-1-1 5 16,1 1 2-16,0-1-4 0,0 1-2 0,-4 16-1 16,4-17-9-16,0 0-5 0,1 0 1 0,0 0-3 15,19 8-2-15,-12-6-10 0,1 0 0 0,1 0-3 16,0 1-3-16,3-2 5 0,-1 0-3 0,1-1 4 16,1 2-4-16,-1-1 0 0,2 1 2 0,-1-1-2 15,1 0-3-15,-1 0 4 0,0-1-1 0,1 2 4 0,-1-3 7 16,3 0-3-16,1 1-2 0,1-2 0 0,1 1-1 15,0-2 4-15,0 0 2 0,0 1-1 0,0-1-6 0,0 0-4 16,-1 0 5-16,0 1-5 0,0 0-1 0,0 0 5 31,1 1-6-31,0-1 5 0,0 1-3 0,0 0-3 0,-3 1 3 16,2 0-2-16,-2 0 4 0,0 0-4 0,-1 0-2 16,0-3 1-16,2 2-1 0,-1 0 3 15,3 1 2-15,-1-1-1 0,0 0-5 0,0 1 7 0,1-1-6 0,-2 1 6 16,0-1-4-16,-1 0 0 0,-1 0 1 15,0 1-2-15,0-1-3 0,2 1 4 0,0-1-1 16,0 0 3-16,-1 1-4 0,1-1 6 0,-1 0-1 16,0 1 3-16,1-3-1 0,-2 1 1 0,1-1 2 0,-2 2 0 15,-1-2 1-15,1 1-4 0,2-1-1 0,1 1 0 16,0 0-3-16,-1 1-1 0,-2-1 1 0,0 1 0 16,0 0 4-16,0 0-5 0,-1 0 1 0,-2 1-1 15,0 0 4-15,-2 0-9 0,0 1 3 0,-1-1-3 16,0 2 3-16,-1-1 3 0,1 1-4 0,0-1 0 0,-1 2-34 15,3-1-71-15,0-1-28 0,0 1-26 16,2-2-212-16,2 0-423 0</inkml:trace>
  <inkml:trace contextRef="#ctx0" brushRef="#br0" timeOffset="157851.96">8858 8498 3005 0,'0'0'148'0,"0"0"-37"16,0 0-1-16,0 0-41 0,0 1-67 0,0-1-18 0,0 1-1 16,0-1 3-1,5 19 6-15,-5-19-9 0,0 0 1 0,9 16-3 16,-9-16 6-16,0 0-38 0,11 21-3 0,-11-21-16 0,1 0-52 0,11 22-73 0,-12-22-12 0,0 1-31 31,9 20-159-31</inkml:trace>
  <inkml:trace contextRef="#ctx0" brushRef="#br0" timeOffset="158035.25">8886 8882 3024 0,'-1'6'132'0,"0"2"-83"15,0-1-19-15,0 1-13 0,0 0-26 0,-1 1 10 16,2 1-2-16,-2-1 3 0,1 1-19 0,0 0-116 15,-1-1-7-15,0-1-53 0,-1 0-167 0</inkml:trace>
  <inkml:trace contextRef="#ctx0" brushRef="#br0" timeOffset="159695.07">9141 7969 2297 0,'0'0'151'0,"0"0"-88"16,0 0-3-16,-1 0-29 0,1 0-17 0,-1 0-4 15,1 1 1-15,-7 15-2 0,7-16-7 0,0 0-4 16,0 1 0-16,7 20-2 0,-3-12-1 0,-1 1-4 31,2 1 3-31,-2 1-2 0,2 2 7 0,0 2 1 0,1 1-1 16,0 1 1-16,0 1 9 0,-2 0-7 15,2-2 3-15,-2 1-5 0,1 1 8 0,0-2 4 0,-2 1 0 0,0-2 1 16,0 0 1-16,-2-2 2 0,-1 0 2 0,-1-1 0 16,-1 0 7-16,0-2-5 0,-2 0 1 0,0-1-3 15,-2-1 3-15,0-2-2 0,1-1-2 0,-2-2 1 16,0 0-2-16,-1-2-4 0,0 0 5 0,1-1-4 16,-1-1 12-16,-1 0 2 0,1-1 1 0,-1-2 0 0,0-1-5 15,0-1-2-15,-1-1-7 0,2-2 3 0,-1-2-5 16,-1-4 3-16,1-1 5 0,0-3-3 0,1 0-9 15,2-4-12-15,1 0 1 0,2-2-5 0,1 0 1 16,2 0-2-16,2-1-1 0,0 0 0 0,3 0 8 16,1 2 5-1,1 2-2-15,0 2 3 0,1 0-6 0,1 1 6 0,-1 0 1 16,1 2 1-16,1 1-6 0,0 1 5 0,0-1 1 16,2 2 2-16,0 1 3 0,2 1-3 15,-1 0-3-15,3 2 1 0,0 0-7 0,1 1 1 16,0 1 4-16,2 1-1 0,-2 2-3 0,0 1 3 0,-1 1-5 15,0 0 4-15,-1 2-2 0,0 0-3 0,-2 1 3 16,-1 1-6-16,-2 1-1 0,0 0 0 0,-1 0-4 0,-1 0 0 16,0 1-39-16,-1 1-34 0,-1-1-15 0,-1 0-7 15,-5-4-63-15,0 1-85 0,0-1-33 0</inkml:trace>
  <inkml:trace contextRef="#ctx0" brushRef="#br0" timeOffset="160234.63">9434 8081 2153 0,'0'0'369'0,"0"0"-196"0,-1 0-22 0,1 0-55 16,-16 0-72-16,16 0 6 0,-1 0-8 0,1 0 4 15,-17 6-25-15,16-6-4 16,-11 9 7-16,4-2-6 0,2 0 2 0,0 2-4 0,0 1-1 0,-1 1 0 15,0 2 4-15,-1 0-3 0,0 3 1 0,-1 2-1 0,2 2 4 16,-1 1-6-16,0 2 5 16,1 0-5-16,2 1 6 0,0 1 4 0,0-3-3 0,1 0 4 0,1-3-4 0,2 1 0 31,1-3 1-31,0-2 0 0,1-1 4 0,1-4 5 16,0-1-1-16,1-3 3 0,1 0 5 0,0-2-2 15,-4-4 0-15,0 0-2 0,17 3-9 0,-17-3 1 16,14-6 1-16,-6 1-1 0,0-2 5 0,0 0-2 15,-1-2 1-15,1-1-2 0,-1-1-1 0,0 0-4 16,-2 0 0-16,0 0-2 0,-1 0-1 0,-1 0 6 0,-2 0-5 16,-1 0 3-16,-2-2-18 0,1 3-10 15,-1 0-4-15,-1 0-1 0,1 2-3 0,-1 2-1 0,-2-1 7 16,0 2-6-16,1 1 10 0,-1 1-18 0,5 3-6 16,0 0-5-16,-1-1-26 0,-16-7-6 0,17 8-10 0,0 0-3 15,0 0-62-15,0 0-125 0,0 0-33 16</inkml:trace>
  <inkml:trace contextRef="#ctx0" brushRef="#br0" timeOffset="160564.38">9490 8201 2533 0,'0'0'259'0,"0"0"-149"16,0 0-21-16,0 0-36 0,0 0-54 0,0 0 4 0,0 0-4 15,0 0 4-15,0 1-3 0,3 16-1 0,-3-17 1 16,0 0 0-16,12 21 5 0,-7-11 9 0,3 1 0 0,-2 2 4 16,2 0 2-16,0 1 0 0,-1 1-5 0,3 1 2 15,-2-1-8-15,2 1-5 0,-2-2 3 0,0-1-4 16,1 0 3-16,-2-2 0 0,2 0-1 0,0 0 2 15,-2-2 0-15,2 1-12 16,-2-2-2-16,0-2-5 0,-1 1-16 0,-1-2-20 16,-1-1-5-16,-4-4-8 0,0 0-45 0,1 0-60 0,0 1-11 0,-1-1-22 0,0 0-83 0</inkml:trace>
  <inkml:trace contextRef="#ctx0" brushRef="#br0" timeOffset="160785.76">9618 8165 2450 0,'-5'3'442'0,"0"1"-295"0,0-1-9 16,0 1-93-16,1 0-45 0,1 1 8 0,-1 4-6 16,0 2 7-16,-1 1-7 0,-1 2-4 0,-2 1 2 0,1 1-2 0,-1 2 2 15,-1 1-5-15,1 0 5 16,-1 1-4-16,1 0 3 0,0-1-9 0,1 0-25 0,-1-1 4 15,1-1-89-15,0-2-61 0,2-1-11 0,-2-1-26 16,2 0-125-16</inkml:trace>
  <inkml:trace contextRef="#ctx0" brushRef="#br0" timeOffset="161167.91">9789 8079 2923 0,'0'0'236'0,"0"0"-159"15,0 0-21-15,0 0-36 0,0 0-22 0,0 0 2 0,0 0 8 0,0 0-3 0,23 5-1 16,-15-5 3-16,2 1-2 0,3-1 4 0,0-1 5 0,0 0 3 31,2 0-1-31,-2 1 2 16,1-1-5-16,0 0-4 0,0 1 3 0,-2-1-5 0,0 0-7 0,-1 1-20 15,-1-1-8-15,-1 1-5 0,-1-1-37 0,-1 1-55 16,1 0-3-16,-8 0-25 0,0 0-91 0,0 0-157 16,0 0-246-16</inkml:trace>
  <inkml:trace contextRef="#ctx0" brushRef="#br0" timeOffset="161368.6">9819 8277 2989 0,'0'0'261'0,"0"0"-175"16,0 1-3-16,0-1-56 0,0 0-11 0,20 19 11 0,-10-16-6 0,3 0 9 15,1 0-10-15,2-1-1 0,1 0-2 0,0-1 0 16,1-1-8-16,1 0-9 16,-1 0-5-16,-2 0-6 0,-1 0-68 15,-2-1-62-15,-1 0-9 0,0 0-22 0,-2 0-96 0,-1 1-186 16,-1 0 814-16</inkml:trace>
  <inkml:trace contextRef="#ctx0" brushRef="#br0" timeOffset="162350.41">8013 9211 2659 0,'0'0'128'0,"0"1"-27"0,0-1-6 15,0 0-63-15,1 1-42 0,0-1-5 0,16 7 4 0,-7-7 4 16,0-2-1-16,1 1 5 0,3 0-6 0,-1-3 7 31,1 0 1-31,2 1 2 0,-1 1 0 0,0 1 1 16,0 1-2-16,0-1 0 0,0-1 0 0,1 2 0 15,1-1-2-15,0 0 5 0,2 2 6 0,-1 0 2 16,2-1 23-16,1 0-6 0,2 0 1 0,-2-1-5 0,1 0-4 0,-2 1-4 16,-1-2-1-16,1 1-1 0,-1-1-8 15,-3-1 7-15,2 1-6 0,-3-2 5 0,0 2-6 0,0 0 5 16,-3 0 1-16,-1 1 1 0,-2 0-3 0,-2-1 1 16,-7 2 3-16,1 0-1 0,-1 0 5 0,1 0 4 15,16-5-3-15,-17 5 5 0,0 0 3 0,0 0-20 16,0 0 9-16,0 0-14 0,-1 0-2 0,-15-4-3 15,16 4-3-15,-1 0 3 0,-21-2 1 0,13 1-3 16,-3 1 2-16,0-1-2 16,-2 1 10-16,-1 0-7 0,-1-1 2 0,1 1-6 0,-2-1 4 0,0 1 2 0,-2 1-1 15,-1 0 1-15,0 1 0 16,-2-1 0-16,0 1-1 0,-3 1 1 0,3 0 4 0,0 0-5 0,1 0 1 16,2 0-2-1,1 1 3-15,-2-1 3 0,2 1 0 0,1-2 1 16,-2 1-2-16,1-1 2 0,1 0 2 0,1 0 0 15,2 0 8-15,2-1 7 0,1-1-5 0,0 2 6 16,2-1-2-16,2-1-7 0,7 0 2 0,-1 0-5 0,1 0-2 16,0 0-2-16,-17 2 1 0,17-2-2 0,0 0-6 15,0 0-4-15,0 0-1 0,0 0 0 0,1 0-4 16,-1 0 6-16,22-1-5 0,-14 0 5 0,1 1-1 0,1 0 6 16,3 0 2-16,1 0 0 0,2-2-4 0,1 1 7 15,2 0-7-15,0-1 9 0,0 1-4 0,2-1-6 16,0-1 5-16,0-1-5 0,0 0 14 0,1 0-9 15,1 0 2-15,1 0-4 0,2 0 3 0,-3 0 1 16,0 2-4-16,-1-1 3 0,-2 1 0 0,0 0-4 0,-2 1 7 16,1 0-8-1,-1 0 2-15,-1 1 4 0,1 0-4 0,-2 0 4 0,-1 0-13 0,-1 0-14 0,-1 0-10 16,0 0-8-16,-1-1-102 0,0-1-198 0,2-1-43 16</inkml:trace>
  <inkml:trace contextRef="#ctx0" brushRef="#br0" timeOffset="163351.56">10494 7904 1617 0,'0'0'184'0,"0"0"75"16,0 0 15-16,0-1-92 0,0 1-69 0,0-1-48 15,-10-16-3-15,10 17 2 0,0 0 0 0,0 0-12 16,0-1 2-16,-1 1-7 0,1 0-7 0,-11-18 6 15,11 18-5-15,0 0 5 0,0-1-8 0,-1 1-2 0,0-1 3 16,-14-10-4-16,15 11 0 0,-1 0 1 0,0 0-5 16,1 0 3-16,-19-2-9 15,19 2-6-15,-1 0 2 0,1 0-3 0,-18 9-6 0,18-9-5 16,0 1 1-16,0-1-2 16,-22 21-2-16,16-13-3 0,0 2-4 0,0 0 2 15,-1 2 0-15,1 0 0 0,-1 2 3 0,-1 1-2 16,1 1-2-16,-2 1 2 0,1 1 2 0,0 1 1 15,0 3 1-15,0 0 0 0,0 2-1 0,2 0 1 0,-1 1-3 0,2-1 0 16,-1 0-1-16,1 0 0 0,0-1 0 0,3 2-3 16,-2-2 3-16,3 0-3 15,1-2 4-15,0-2 1 0,3-1-2 0,-1-3 1 0,1-1-1 16,3-3-2-16,0-1 6 0,1-1-4 0,-1-2 2 0,1-1 1 16,2-2-2-16,1-1 2 0,0-2-6 0,1-1 0 15,-1-2-3-15,1-3 3 0,0 1 10 0,0-3-4 16,1-1 7-16,0-2-5 0,1-1 2 0,-3-2-3 15,1 1-3-15,0-1 1 0,-2-1-1 0,-2 0 8 16,-2-2-5-16,-3 0 5 0,0 0-12 0,-1 3 5 0,-1-1-3 16,-1 2 4-16,-1 1-8 0,0 1-1 0,-1 2 3 15,-2 0-2-15,-1 2 5 0,-1 0-7 16,0 0-3 0,-1 2-3-16,-2 1-20 0,-2 1-68 0,-3 0-6 0,-2 2-33 15,0 0-131-15,-7 5-835 0</inkml:trace>
  <inkml:trace contextRef="#ctx0" brushRef="#br0" timeOffset="167886.08">10839 8194 2448 0,'0'0'175'16,"0"0"8"-16,0 0 2 0,0 0-65 0,0 0-79 0,0 0-47 0,0 0-2 0,0 0-5 0,0 0-28 16,0 0-50-1,0 1-5-15,0-1-19 0,0 17-55 0,0-17-31 16,0 0-1-16,2 21-13 0,-2-12-37 0</inkml:trace>
  <inkml:trace contextRef="#ctx0" brushRef="#br0" timeOffset="168067.54">10807 8434 1937 0,'0'0'129'16,"0"0"288"-16,0 0-374 0,0 1-2 0,0-1 1 0,0 1 0 15,2 18 20-15,-2-19-22 0,0 0-2 0,0 1-9 16,2 19-24-16,-2-20-35 0,0 1-2 0,-3 21-16 16,1-13-38-1,-1 1-82-15,-1 0-20 0,-2 2-40 0,-3 2-274 0</inkml:trace>
  <inkml:trace contextRef="#ctx0" brushRef="#br0" timeOffset="168634.51">9797 8702 2440 0,'0'0'311'0,"0"0"-196"0,-1 0 4 0,1 0-72 0,0 0-39 16,-1 0-5-16,1 0-1 0,-1 1 0 0,1-1-6 0,0 1-8 16,-5 18-4-16,5-19 0 0,0 1-1 0,5 20 4 15,-3-11 7-15,-1 2-4 0,1 0 9 0,0 3-4 16,1 1-2-16,-2 1 2 0,1 2 9 0,-2 0-3 16,0 3 7-16,0 0-5 0,0 0 5 0,0 2 3 15,0 0-5-15,0-1 6 0,0 1 0 0,1-2-6 16,-1-2 3-16,1-2-4 0,-1-2 6 0,3-3 1 15,-1-2 7-15,1-4-3 0,1 1 9 0,0-3 4 0,2 0-7 16,0-2 4-16,1-3-26 0,1-4-12 0,2-1 3 0,3-3-3 16,0-3 18-16,0-1 9 0,2-3-3 0,-1-4 3 15,0 0-4 1,1-1 3-16,0 0 0 0,-1-1-1 0,0-1-11 0,-1-1-14 0,1 1-1 0,-2 0-9 31,1 1-27-31,0 3-22 0,-1 0-1 0,-1 2-6 16,-2 2-11-16,1 1-39 0,-3 1-6 0,1 2-18 0,-2 1-83 15,-1 3-155-15</inkml:trace>
  <inkml:trace contextRef="#ctx0" brushRef="#br0" timeOffset="169151.19">10225 9073 2433 0,'0'0'100'0,"0"0"-38"16,0 0-3-16,0-1-11 0,-1 1-15 0,-8-17-3 0,9 17-3 0,0-1 0 16,0 1-16-16,-12-17-8 0,12 17 4 15,-8-14-5-15,4 8-1 16,-1-1 6-16,1 2-4 0,-2 1 6 0,1 0 2 0,0 1 15 0,-1 1-3 0,0 0 7 31,1 2-5-31,-1-2-6 0,0 3-4 0,-1 1-1 0,0 1-17 0,-1 2-21 16,0 1 0-16,0 2-7 0,2 3 1 0,-3 2 13 15,1 1 7-15,2 2 1 0,0-1 17 16,2 3-8-16,0-3 7 0,0 1-6 0,2-2 7 16,1-2-1-16,1-1-7 0,2-3 5 0,1 0-2 0,1-3-6 15,-4-5 2-15,0 0-4 0,0 1 0 0,20 8-17 16,-19-9 7-16,14-1-9 0,-5-2 12 0,0-3 5 16,1-1-7-16,0-3 5 0,1-1-19 0,-2-2-1 15,2-2 2-15,-1-1 0 0,-1 0 10 0,-1 0 13 16,0-2-3-16,0 1 6 0,-1 1-6 0,1 0 7 0,-3 3-1 15,-1 0 3-15,-1 1 7 0,0 3 6 0,-2 2 2 16,-2 7 1-16,0-1 11 0,0 1-5 0,0 0 2 16,0-1-4-16,0 1-2 15,0-1-13-15,0 1 3 0,0 0-8 0,0 0-4 0,0 0 0 0,5 13-2 0,-3-3 3 16,-2 1 9 0,2 3 0-16,1 0 0 0,-1 2-1 15,1 1-4-15,0 0-3 0,-1 1 4 0,1-2-3 16,1-1 0-16,-2 0-10 0,2-2-16 0,0-1-1 0,0-1-69 15,0-4-32-15,0-1-5 0,0-2-13 0,-4-4-53 16,0 0-105-16,0 0-82 0</inkml:trace>
  <inkml:trace contextRef="#ctx0" brushRef="#br0" timeOffset="169471.46">10397 8915 2614 0,'-2'6'193'0,"1"0"-133"16,-1 1-29-16,1 3-20 0,0 1-20 0,0 3 7 0,-1 1-1 16,0 3 3-16,-1 0 0 0,-1-1 0 0,1-1 3 0,0-2-2 15,0 0 0-15,-1-2 6 0,1-1-4 0,1-2 4 16,-1-2 0-16,3-7 0 16,0 0 3-16,-1 1-3 15,1-1 9-15,-1 0-3 0,1 1-1 0,0-1 0 16,-1 1 4-16,0-1-6 0,1 0 4 0,0 0-6 15,0 0-8-15,6-12-7 0,0 4 5 0,2-2-3 0,1 0 11 16,2-1-5-16,1 1 0 0,3-1-1 16,-1 1 6-16,0-1-6 0,0 0-1 0,1 3-2 0,0-1 2 0,0-1-6 15,1 2 0-15,-2-1-10 0,0 2-76 16,-1 1-43-16,0-1-20 0,-1 1-4 0,0 0-60 0,0 0-96 16,1-1-77-16</inkml:trace>
  <inkml:trace contextRef="#ctx0" brushRef="#br0" timeOffset="169701.48">10667 8706 2970 0,'-6'4'298'0,"0"0"-213"0,0 0-18 0,1 2-53 16,-1 1-14-16,0 1-5 0,0 2-5 0,-1 3 0 15,2 2-10-15,-2 4-5 0,2-1 5 0,2 4-4 0,0 0 11 16,1 2 9-16,0 3-1 0,0 1 5 0,1 2 0 16,1 2 4-16,0 1 0 0,1-1 2 0,1-1-2 15,1-2-27-15,1-2-10 0,2-1-11 0,0-4-72 0,2-1-51 16,-1-4-12-16,2-3-17 0,0-1-86 0,1-5-128 16</inkml:trace>
  <inkml:trace contextRef="#ctx0" brushRef="#br0" timeOffset="170334.6">10909 8863 2823 0,'0'0'264'0,"0"0"-139"0,0 0-27 0,0 0-26 15,0 0-50-15,0 0-3 0,0-1-3 0,0 1 0 16,0-1-22-16,-4-17-7 0,4 18 0 0,0-1-1 0,0 1 1 16,-7-17 11-16,7 17 2 0,0-1 3 0,0 1 10 0,-19-12 3 15,19 12-1-15,0 0 2 0,-19-7-2 16,18 7-6-16,1 0 0 0,-21-3-3 0,21 3-5 0,-1 0 0 16,-20 3 1-16,21-3-1 0,-1 0 1 0,-19 6-4 15,20-6-4-15,-1 0 0 0,-17 11-5 0,18-11-1 16,0 1-2-16,-13 17-1 0,11-9-11 0,1 2 4 15,0-1 2-15,2 2 0 16,0-1 12-16,3 0-1 0,0 1 4 0,3 1-2 16,1-1 6-16,0 1 2 0,2-1-1 0,0 1 1 15,1-1-2-15,0 1-8 0,2-1 5 0,0-3-5 0,0 0 7 16,-2-1-3-16,1 0 1 0,-3 2-1 16,0-3 4-16,0 0 3 0,-3 1-1 0,1-3 3 15,-2 2 1-15,0-1 6 0,-3 0-4 0,0-1 4 16,-2-4 11-16,0-1-10 0,0 1 0 15,4 15-11-15,-4-16-3 0,0 0 2 0,0 0-3 16,-1 0 9-16,1 0-4 0,-19 5 0 0,19-5-1 16,-13 0 0-16,2-2 2 0,1 0-2 0,-1-1 1 0,-2 0-2 15,0-2 1-15,1 0 1 0,0-1 0 0,4 1-2 16,0 0 2-16,2 0 0 0,2 1 0 0,0 0 0 0,1-1 0 16,1 0-2-16,2 5 1 0,0 0-2 0,0-1-18 15,3-20 3-15,-3 21-7 0,0-1 19 0,17-19-1 16,-8 9 3-16,1-2-3 15,2-1-3-15,1-1 2 0,1 2 2 0,-1-2 0 0,1 1 1 0,-1 0-10 16,-1 1-4-16,1 0-3 0,-2 2-5 0,-1 0 1 0,-1 3 0 16,-2-1-3-1,-2 2-14-15,-1 1-14 0,0 0-4 0,-4 6-4 16,0 0-25-16,0-1-18 0,0 1-12 0,3-18-4 0,-3 18-74 16,0 0-122-16,0 0-99 0</inkml:trace>
  <inkml:trace contextRef="#ctx0" brushRef="#br0" timeOffset="170669.4">11019 8667 1328 0,'0'0'187'0,"0"0"527"16,0 0 268-16,0 0-797 0,0 0-148 0,0 0-32 16,0 0 4-16,0 0-13 0,0 0-7 0,0 0-11 15,0 1-4-15,1-1-2 0,-1 0-2 0,20 17 9 0,-20-17 1 16,0 0 2-16,16 12 9 0,-16-12 3 0,13 12 3 16,-7-5 0-1,0 0 7-15,0 2 7 0,0-1-2 0,1 1 3 16,0 1-17-16,-2-1 5 0,3 0-1 0,-3-1 2 15,-1 0-1-15,0-3-79 0,1 0-8 0,0 0-33 16,0-2-101-16,-5-3-53 0,1 0-22 0,-1 0-19 16,1 0-190-16</inkml:trace>
  <inkml:trace contextRef="#ctx0" brushRef="#br0" timeOffset="171153.01">11313 8559 2456 0,'0'0'144'0,"0"0"272"0,0 0-341 0,0 1-17 16,0-1 0-16,1 19-8 0,-1-19-14 0,0 1-16 16,-7 17 0-16,7-17-7 0,-8 14-11 0,4-6 2 15,-4 2-4-15,0 1 3 16,-1 2 2-16,0-2-5 0,-1 2 3 0,0 0-4 16,1-1 1-16,-1 0 0 0,0-1 2 0,0-1-2 15,1-1-4-15,0-1-4 0,1 0-8 0,1-3 2 16,0 0-36-16,7-6-33 0,-1 0-4 15,1 0-10-15,-1 1-24 0,1-1 9 0,0 1 0 0,-1-1 5 16,0 1 27-16,1-1 7 0,0 1 11 0,-1-1-2 16,1 0 46-16,-1 0 16 0,1 0 1 0,0 0 4 15,0 0-1-15,0 0 7 0,0 0 5 0,0 0 1 16,0 0 17-16,0 0 0 0,0 1 3 16,0-1 0-16,0 1 25 0,6 15 1 0,-6-16 6 0,0 1-3 0,0-1 5 15,6 18-9-15,-6-18-3 0,0 1 0 0,10 20-2 0,-7-11-14 16,1 0 6-16,1 0-9 0,-1 1-4 0,-1 0 13 15,1 1-10-15,0 0 11 0,-1 2-10 0,-1-1-9 16,0 0 11-16,1 0-9 0,-2 1 8 0,0-1-8 16,0 0-2-1,1 0 1-15,-2-2 1 0,0-1-6 0,1 0-1 16,-1 0-2-16,0 2-9 0,0-2-2 0,1 0-1 16,-1 0-1-16,1-2-13 0,0 0 3 0,-1 0 0 15,1 0 1-15,0 0 4 0,0-1-18 0,-1-1-1 16,0-6-8-16,0 0-20 0,0 1-38 0,2 17-11 0,-2-18-13 15,0 0-70-15,0 0-92 0,0 0-13 0,0 1-40 16,0-1-179-16</inkml:trace>
  <inkml:trace contextRef="#ctx0" brushRef="#br0" timeOffset="171518.22">11364 8655 2893 0,'0'0'153'0,"0"0"-111"0,0 0-20 16,0 0-20-16,0 0-18 0,0 0-4 0,0 0-2 15,0 1-1-15,0-1-4 0,3 16 21 0,0-8 4 0,3 1 4 16,0 2 3-16,-1 0 20 0,2 3-7 0,-1 2 12 16,1 2-1-16,-1 1 6 0,0 2 3 0,-1-1 2 15,0 1 14-15,-1 1-10 0,-1 1 1 0,0 3-6 16,-1 0-16-16,-2 2-12 0,1 1-1 0,-2 0-4 16,0 1-8-16,-2-1 0 0,0 1-7 0,-2 1 5 0,-1-1 0 0,-1 0-21 15,-1-1 8-15,0-2-16 0,-1 1-16 16,0-5-42-16,-1-1-18 0,0-4-14 0,2-3-109 0,2-6-105 15,0-1-41-15</inkml:trace>
  <inkml:trace contextRef="#ctx0" brushRef="#br0" timeOffset="171770.81">11569 8748 3613 0,'0'0'114'0,"0"0"-89"0,0 1-17 0,0-1-14 15,12 17-4-15,-12-17-2 0,0 0 3 0,22 10-5 16,-11-6-10-16,2 0 5 0,0 0-2 0,0-1 4 16,0 0-5-16,-1 0 5 0,-1-1-1 0,1 1 3 0,-3-1-10 15,0 0-19-15,1 1-7 0,-2-1-5 16,-1-2-32-16,0 2-31 0,0-2-5 0,-1 1-13 0,0 0-56 15,0 1-83-15,1-1-16 0</inkml:trace>
  <inkml:trace contextRef="#ctx0" brushRef="#br0" timeOffset="171985.7">11666 8977 3465 0,'0'0'54'0,"0"1"-45"0,0-1-3 0,12 17-10 16,-12-17 9-16,15 10-3 0,-5-7 0 0,1 0-2 15,1-3-15-15,0 1-23 0,1-1-6 0,1-1-5 16,-3 0-19-16,3-1-7 0,-2-1-6 0,0-1-4 16,0 1-40-16,-1-2-35 0,0 1-8 0,1-1-19 0,0-3-123 15</inkml:trace>
  <inkml:trace contextRef="#ctx0" brushRef="#br0" timeOffset="172418.81">12062 8641 2510 0,'0'0'422'0,"0"0"-189"15,0 0 77-15,0 1-242 0,-1-1-75 0,-14 18-20 0,15-18-12 16,-8 15-2-16,3-5-23 0,-1 2 20 0,-1 1 10 0,0 3 1 16,-1 1 27-16,2 3 3 0,-3 0-1 15,1 3 3-15,-1 1 6 0,-1 1 16 0,2 1-3 0,-1 2 6 16,1-2-9-16,0 2-2 0,1 1-7 0,1-3 4 0,2 1-13 16,0-3 6-16,2-3 1 0,1-2 1 15,1-3-6-15,1-3 0 0,1-1-2 0,1-2 1 16,1-3-12-16,0-2-2 0,2-1-5 0,-1-3 1 0,3 1-5 15,1-2 7-15,2-2 3 0,2-2 0 0,-1 0 2 16,3-3 10-16,-1-1-1 0,0-2 4 0,1-1 4 0,0-2 2 31,0 0-1-31,-2-2 1 0,0-1 4 0,-3-1-10 0,0 1 6 0,-2-2-6 0,-1-1 3 0,-2 1 2 32,-2 0 2-32,0 3 0 0,-2 0 6 0,-1 2 3 15,-1 3-1-15,-2 0 1 0,1 2-4 0,-2 1-10 0,-1 0 5 16,-1 1-7-16,-1 0-4 0,-1 2-5 0,-1 0-4 0,0 1 2 15,0 1-7-15,-1 1-23 0,0 0-8 16,2 2-11-16,0 0-83 0,0 1-96 0,0 1-25 16,0 0-38-16,0 1-233 0</inkml:trace>
  <inkml:trace contextRef="#ctx0" brushRef="#br0" timeOffset="172751.73">12333 8635 3431 0,'-1'6'233'0,"1"-6"-202"16,0 0-8-16,0 1-53 0,-6 21 7 0,4-13-14 31,-1 0 1-31,1 2-4 0,-2 1-1 0,1 0-53 0,-1 1 20 0,1 0-25 16,-1-1 78-16,1 2 15 0,0-1 3 15,0 0 3-15,2 0 13 0,1-2 11 16,0 0 5-16,1-1 1 0,2 0 7 0,1-1-12 0,0 2-2 16,2-2-3-16,1 0-8 0,-1-1-6 0,1-1 1 15,1-1-2-15,0 1-1 0,1-1-9 0,1 0 2 0,1-1-6 16,1 0 1-16,0-1-13 0,2 0-8 0,0-2-4 16,-1 0-42-16,3-2-68 15,-1 0 8-15,2-3-30 0,0 0-11 0,-1 0-4 0,-1-3-12 16,-3 1 0-16,1-1-81 0</inkml:trace>
  <inkml:trace contextRef="#ctx0" brushRef="#br0" timeOffset="173267.69">12454 8615 2195 0,'0'0'370'0,"0"0"-163"16,0 0 44-16,0 1-159 0,0-1-73 0,2 17 2 0,-2-17-1 15,0 15-1-15,0-4-13 0,0 2 6 0,-1 2-1 0,0 4 5 16,1 1 19-16,-1 3 37 0,-1 3-10 0,-2 3 18 16,1 1-17-16,-2 1-7 0,-1 1-3 0,1 4-3 15,-1 2-28-15,-1 0-13 0,0 2-1 0,-1-3-5 16,0-1-4-16,2 0-93 0,-1-3-20 0,2-2-42 15,0-1-225-15</inkml:trace>
  <inkml:trace contextRef="#ctx0" brushRef="#br0" timeOffset="178342.16">521 9110 2031 0,'0'0'145'0,"-1"0"11"15,1 0 2-15,-16 3-57 0,16-3-59 0,-1 0-34 0,0 0 4 16,1 0-6 0,0 0-15-16,0 0-7 0,0 0-1 0,0 0-1 0,0 0 12 0,0 0 6 0,0 1 0 15,0-1 4 1,0 1 9-16,0-1 8 0,0 1-2 0,0-1 4 15,0 1 1-15,1-1 0 0,0 0 1 0,-1 1-2 16,0-1-8-16,17 17 0 0,-17-17-5 0,0 0 3 16,1 0-7-16,-1 0 3 0,1 0-7 0,0 0 4 15,16 9-6-15,-17-9 1 0,0 0 6 0,0 1-2 0,1-1-1 16,15 14-2-16,-16-14-1 0,0 0-1 16,1 0 4-16,17 7 3 0,-18-7-4 0,0 0 5 0,19 3 4 0,-19-3-1 15,0 0 3-15,23 1-5 0,-14 0-2 16,1 0 1-16,0 0 2 0,-1-1-1 0,0 1-6 0,0 0 3 15,-1 0-5-15,0 0 5 0,0 1-3 0,-1-2-3 16,1 2 2-16,-1-1-1 0,0 0 0 0,1 1 3 0,-1 0-3 16,0 0 2-16,-1-1-2 0,1 0-1 15,-1 0 1-15,1-1-1 0,0 0 2 0,-1 0 5 16,1 1 1-16,1-2 2 0,0 0 0 16,1-1-4-16,2 0-3 0,0 1 1 0,1 0 1 0,-2-1 1 0,0 1-3 15,1 0 1 1,-1-1-10-16,0 2 11 0,-1-1-4 15,1 1 6-15,-1-1-4 0,0 1-2 0,-1-1 5 0,1 1-4 16,-2 0 3-16,2 0-4 0,0 0 1 0,0 0-1 16,0 0 13-16,2-1 1 0,1 0 2 0,0 0-2 15,0 0-3-15,1 0-6 0,1 0 2 0,2-1-4 16,0 1 5-16,-1-1-8 0,1 1 2 0,-1 0-3 0,1 0 5 16,-3 0-2-16,2 1-2 0,-1 0 0 0,-1 0 0 15,1 0-3-15,1-1 8 0,2 1-6 0,-1 0 4 0,1 0 1 16,0-1-5-16,-1 0 2 0,0 1-5 0,-1-1 6 15,0-1-2-15,0 2 4 0,-1-3-5 0,-1 1 2 16,0-1-2-16,-2 1 2 0,1 1 0 0,0 1 1 16,0 0 2-1,1-1-2-15,-1 1-1 0,-2 0 2 0,2 0 3 16,-4 0-2-16,1 0 0 0,0 0 3 0,-2 0-3 0,0 1 4 0,-7-1-4 0,0 0 6 0,1 0-6 16,17 2 6-1,-18-2-4-15,0 0 0 0,1 0 2 16,-1 0-3-16,0 0 5 0,1 0-2 0,-1 0 2 0,1 0-2 15,-1 0 10-15,0 0-5 0,1 0 4 16,-1 0-4-16,1 0 3 0,-1 0-2 0,0 0-4 0,0 0 2 16,0 0-11-16,0 0 2 0,-1 0 3 0,1 0-2 15,-18 3-1-15,18-3-4 0,0 0-2 0,-20-5 0 16,20 5-3-16,-17-1-1 0,9 0 1 0,-2-1-1 16,-1 0 1-16,-1 1-1 0,1-1-3 0,0 1 2 0,-1 0-1 15,2 0-4-15,0-1 1 16,-3 1-4-16,1 0-6 0,-2 0 2 0,0 0-3 0,-2 0 2 0,1 1-7 0,-2 0 11 15,-1-1-3-15,0 1 6 0,-2 0 7 0,2 1 4 16,-1-1 2 0,2 0 0-16,1 0 0 0,1 1 10 0,-1 0 4 0,0-1 2 0,1 0 11 0,-2-1-1 15,1 1-1-15,-2-1-1 0,1 0-12 0,-2-1 4 16,2 1-6-16,1-1 5 0,0 0-13 0,2 2 7 31,0-1-3-31,-1 0 3 0,2 1-9 0,-1 1 0 0,-2-1 0 16,1 1 0-16,-2-1 0 0,1 2 0 0,-1 0 1 15,-1-1 0-15,1 0 3 0,1 1 0 0,2-2 0 0,2 1 1 16,2-1-1-16,0 0-3 0,-1 0 1 0,1-1 0 16,-1 1 11-16,2-1-6 0,0-1 4 0,0 1-4 15,1 0 10-15,1-1-6 0,0 0 1 0,1 0-3 16,1 0 6-16,5 2-8 0,-1 0 5 0,0 0-6 16,1 0 0-16,-1 0-3 0,1-1 0 0,0 1 0 15,-1-1-1-15,1 1-7 0,-1-1-1 0,1 1-2 0,0-1-1 16,2-15-3-16,-2 16 2 15,0 0-1-15,23-5 2 0,-13 3 5 0,0 1-4 0,2 0 5 0,0 1-4 0,1-1 6 16,2 1 1-16,-1-1 0 0,2 1 0 0,4 0-2 16,1-2 3-16,3 2-1 0,1-2-1 0,-1 0 2 15,0 1-4-15,-1-1 3 0,0 1-4 0,-2-2 4 16,2 3 0-16,3-1 2 0,0-1 0 0,2 2-1 0,-1 0 1 16,-2 1 0-16,-1 0 9 0,-2-1-4 31,0 1 2-31,2-1-3 0,0 1-4 0,2 1 6 0,0-2-4 15,0 0 4-15,0 0-4 0,-3 0 0 0,0-2 1 0,0 1-1 16,0 1 0-16,2-1 2 0,1 1-4 0,2 0 2 0,-2 0-3 16,-2-1-1-16,-1 2 2 0,-2-1-2 15,1 3 0-15,-2-1 5 0,1 0-4 0,1 0 3 16,1 1-5-16,-1-1 1 0,-3 0 3 0,1 0-1 16,-1 1 6-16,-3 0-6 0,0-2 0 0,-1 2 0 0,-1-2 2 15,1 0 1-15,-2 1-3 0,2-1 3 0,-1 0 8 16,0 1 3-16,-1-2 5 0,0 2-4 0,-2-2 0 0,0 1-11 15,-1-1 2-15,-1 1-4 16,0-1 2-16,1 1-1 0,-2-1-1 0,-1 0 0 0,1 1-4 0,-3 0 1 16,2-1 2-1,-7 0 0-15,0 0-4 0,0 0 0 0,18 0-9 0,-18 0 0 0,1 0-83 0,15 0-177 16,-16 0-35-16,17-2-68 16,-5-1-337-16</inkml:trace>
  <inkml:trace contextRef="#ctx0" brushRef="#br0" timeOffset="183767.9">6194 8939 2091 0,'0'0'119'0,"0"0"4"0,0 0-1 0,0 0-1 16,0 0-71-16,0 0-20 0,0 0-5 0,0 0 11 15,0 0-17-15,0 0-11 0,0 0 3 0,1 0-5 16,17 1-1-16,-18-1-5 0,1 0 0 0,-1 1-1 16,21 9 1-16,-21-10 8 0,0 0 0 0,21 9 5 15,-20-9 13-15,15 7 2 0,-8-5-2 0,4 0 2 0,-2 1-2 16,5-2-6-16,0 1 4 0,0-2-7 0,2 1 0 16,-1-1 2-16,3 0-1 0,-1 1 2 0,0 0 7 0,1-1 5 31,-2 2 1-31,3 0 0 0,-3 0 0 0,4 0-3 15,-2 1 2-15,1 0-2 0,1-1-5 0,-1 2-4 16,0-1-3-16,-1-1 0 0,1 1-6 0,-1-1 3 16,-1 1-1-16,1-1 2 0,0 1-4 0,2 0-2 15,0-3 2-15,0 1-3 0,-2-1 3 0,1-1-5 0,-3 2 2 16,1-1-2-16,-1-1-1 0,-2 1 0 0,1 0-1 16,-2 0 2-16,-1-1-3 0,0 1-2 0,1 1-1 15,-1-1 1-15,0 3-2 0,-2-1 0 0,0 0-1 16,-1-2 1-16,0 4-2 0,-1-3-33 0,-1 1-9 0,0 1-17 15,1-3-109-15,-1 2-158 0,2-2-49 0</inkml:trace>
  <inkml:trace contextRef="#ctx0" brushRef="#br0" timeOffset="188851.93">5224 7784 1673 0,'-5'1'136'0,"-1"-1"17"0,0 2 3 0,1-1-60 0,5-1-61 0,-1 0-29 0,1 0 2 0,-1 0-2 16,1 0-8-1,-21 4-3-15,21-4-7 0,0 0 6 0,0 0-3 0,0 0 7 16,0 0 0-16,0 0 2 0,0 0-4 0,0 0 12 16,0 0-3-16,0 0 8 0,0 0 2 0,0 1-2 15,0-1 4-15,-1 1-2 0,1-1 14 0,-7 17 1 16,7-17 2-16,0 0-2 0,0 1 5 0,0-1 5 16,0 1-1-16,0-1 3 0,0 0-8 0,0 1 4 15,0-1-7-15,0 1 5 0,1-1-10 0,-1 1-11 0,12 15 4 16,-12-16-8-16,0 0 2 0,0 0-8 0,0 0 2 15,0 0-5-15,0 1 5 16,1-1 6-16,17 13 0 0,-18-13 4 0,0 0-1 16,1 0 12-16,-1 0-4 0,17 13 8 0,-17-13-4 0,0 0 3 0,1 0-4 0,16 9 2 15,-17-9-11 1,0 0-6-16,0 0 2 0,20 8-4 0,-20-8-1 0,0 0 3 0,1 0-3 0,18 4 3 16,-19-4-1-1,1 0-5-15,21 0 4 0,-13-1-5 0,0 0 0 16,0-1 2-16,1 0-6 0,0-1 6 0,0 1 4 15,-1 0-3-15,2 1 1 0,-1-1-3 0,0 1-1 16,1 0 2-16,0 0 0 0,1 0 0 0,-1 1-5 0,1 0 3 16,1 0 4-16,-2 0-1 0,2 0 2 0,-2 1 3 15,0 0 2-15,0-1 0 0,-1 0 6 0,2-1-3 16,-2 1-3-16,0-1 1 0,1 1-8 0,-2 0 1 16,0 0 0-16,1 0 0 0,-2 0 1 0,1 1-6 15,-2 0 4-15,0 0-5 0,1 1 5 0,0 0 0 16,1-1-3-16,-1 1 1 15,1 0-4-15,-2 1 0 0,0-2 1 0,-1 2 0 16,1-1 4-16,1 0-4 0,-2 1 1 0,1-1-2 0,-1-1-2 0,1 1 2 0,-1-1-4 16,1 1 2-16,-1 0 1 15,1 1-4-15,0-1 3 0,0-1-3 0,-1 1 2 0,1 0-2 0,-1 1 1 0,1-1-6 16,0 1-54 0,1 0-185-16,0 0-22 0,2-2-76 15,4 0-287-15</inkml:trace>
  <inkml:trace contextRef="#ctx0" brushRef="#br0" timeOffset="191093.13">6658 7910 2291 0,'0'0'251'0,"0"0"-61"0,0 0 110 0,0 0-221 16,0 0-28-16,0 0-48 0,0 0-12 0,0 0-2 15,0 0 2 1,0 0-5-16,0 0-6 0,0 0 3 0,0 0-3 0,17 3 10 0,-17-3 2 0,1 0-3 16,18 6 4-16,-19-6 7 0,0 0 0 0,17 5 0 0,-17-5-1 31,1 0 9-31,17 7-6 0,-18-7 6 0,0 0-5 15,18 4 18-15,-18-4 2 0,0 0 1 0,19 4 1 16,-19-4 4-16,1 0 3 0,20 2 2 0,-20-2-1 16,-1 0 3-16,23 1-6 0,-23-1-1 0,17-1-1 0,-17 1-8 15,16 1-4-15,-16-1 3 0,1 0-4 0,22 1 3 16,-13 2-7-16,0-2 1 0,-1 0-3 0,2 1 1 0,-3-3-1 16,2 1-4-16,-1 2 3 0,1-1-1 0,-1 0-4 15,1 0 5-15,1 1-5 0,-1-1-3 0,1 0 1 16,0 0-1-16,0 0 2 0,0 1-6 0,0-1 7 15,1 3-5-15,-2-2 6 0,3 1-4 0,-3-1 0 16,0 0-1-16,1 1 1 0,0 1-4 0,-1 1 0 16,0-1 3-16,1 1-3 0,-1-1-12 0,-1 1-14 15,1-1-6-15,0 0-2 0,-2 1-26 0,1 0-63 0,-1-1-17 16,-1 1-27-16,-1-1-171 0</inkml:trace>
  <inkml:trace contextRef="#ctx0" brushRef="#br0" timeOffset="48854.11">6156 3004 2010 0,'0'0'200'0,"0"0"9"15,0-1 4-15,0 1-114 0,0-1-71 0,0 1 38 16,0 0-13-16,2-17 13 0,-2 17-42 0,0 0-11 0,0 0 8 15,0 0-7-15,0 0 9 0,17-12-2 16,-17 12-2-16,1 0 0 0,-1 0-7 0,18-8 8 0,-18 8-7 16,0 0 7-16,17-3-5 0,-17 3 0 0,1 0 1 0,22-3-2 15,-14 2-7-15,1 0 7 0,1 0-2 0,0 1 5 16,1 0-2-16,0-1-9 0,1 1 4 0,0 0-6 16,1-1 0-16,1-1 4 0,0 3-3 0,0 0 3 15,0-1-3-15,1 1 2 0,0-1 1 0,1-1 1 16,-1 1 2-16,1-1 7 15,-1 1 0-15,1 2 4 0,0-2 3 0,-2 0-7 0,3 0 2 0,0-2-4 16,-1 0-3-16,0 1 0 16,-1 0-7-16,1 1 4 0,0 1-9 0,0-1-1 15,1 1 6-15,0 0-4 0,0-1 6 0,1 0-8 0,0 0 1 0,2 1-1 0,1-1 3 0,-2 0 0 32,0 0 2-32,0 0-2 0,-1 1-3 0,1 0 4 15,-1-1-4-15,0 0 6 0,-2-1-4 0,1 1 10 16,-1 1-5-16,1-1 7 0,0 1-10 0,-1 0 0 0,0-1 1 15,-2 1-2-15,3 1-1 0,-1-2 2 0,0 3-2 16,-1-2 1-16,1-1-3 0,1 2-3 0,1-2 4 16,1 1-1-16,-1 0-1 0,0 0 4 0,1 1-3 15,-1-1 5-15,0 0-1 0,0 1-4 0,0-1 0 0,0 0 0 16,0-1-1-16,-2 1-2 0,3 1 3 0,-1-1 0 16,-1 1 7-16,1-1-5 0,0-1 2 0,-2 1-2 15,2 0-1-15,0 0 2 16,-1 1-3-16,0-1 3 0,0-1-2 0,0 0 0 0,0-1 0 0,2 1 0 15,-1 0 3-15,0 0-4 16,0 0 1-16,-2 0 0 0,1 0 10 0,0 0-8 16,-1 1 3-16,0 0-3 0,-1 0 4 0,0 0-5 0,1 0 0 0,-1 1-2 0,0-1 3 0,0-1-2 31,-1 1 1-31,0 1-1 0,0-1-4 16,0 0 4-16,0 1-2 0,1 0 3 0,0-1 4 0,-1 0-8 15,-1 0 3-15,2 1-3 0,-1 0 4 0,2 0-3 16,1 0 1-16,-2-1-3 0,0 1 3 0,-1 1 0 15,0-1 0-15,0 1 0 0,1 0-1 0,1-1 1 16,-2 1 0-16,0 0 0 0,0-1 1 0,0 1 1 16,1-1-2-16,1 1 1 0,-1 0 1 0,2-1-3 0,-3 1 2 15,1 0-4-15,-1-1 4 0,2 1 0 0,-1 0 0 16,0-1-1-16,1 0-1 0,0 0 1 0,-1 0 1 16,1 1 1-16,0-2 0 0,0 1-4 0,0 0 2 0,0 0-2 15,0-1 8-15,0 1-7 0,-1 0 3 0,0 0-3 16,0-1 3-16,0 1 1 15,-1-1-2-15,-1 1 2 0,2-1 1 0,-1 0-7 16,1 1 1-16,1-1-3 0,-1 0 9 16,0-1-1-16,0 1 1 0,-1-1-3 0,0 0-2 0,1 1 3 0,1-1-2 0,-1 0 3 0,-1 0-5 15,-1-1 6 1,-1 1-1-16,0-1 2 0,2 0-9 0,0 1 7 16,0-1-1-16,-2 1 3 0,1-1-8 0,-1 1 5 15,-1 0-5-15,1 0 6 0,-1-1-2 0,-1 1-1 16,1-2 3-16,-1 1-3 0,0-1-2 0,0 1 5 0,1-1-2 15,-2 0 5-15,0 0-6 0,2 0 0 16,-2 0-1-16,-1 0 1 0,0-1 0 0,-1 1 1 16,0 0 0-16,-1 0 0 0,0 0-7 0,-1 0 5 0,1 0 0 15,-2 0 1-15,1 0 6 0,-6 2-7 16,0 0 2-16,0 0-3 0,18-9-4 0,-18 9 7 0,0 0-7 16,1 0 6-16,-1 0-6 0,18-9 6 0,-18 9-3 15,0 0 2-15,1 0-9 0,-1 0-6 0,1 0 8 0,0-1-7 16,-1 1 11-16,17-10-5 15,-17 10-4-15,0 0 1 0,0 0 2 0,0 0 5 0,0 0 0 0,0 0 1 16,0-1 3-16,0 1 1 0,0-1 2 0,0 1-2 16,0-1 5-16,10-15 1 15,-10 16-3-15,0 0 2 0,0 0 2 0,1 0-4 16,-1 0 6-16,17-10-6 0,-17 10 4 16,0 0-6-16,1 0 4 0,19-7-3 0,-20 7 6 0,1 0-6 15,-1 0 4-15,21-6-5 0,-21 6 3 0,1 0-1 16,22-3 0-16,-14 2 0 0,1-2 1 0,1 2 0 15,0-1-2-15,1 0 2 0,0 1-2 0,1-2 3 16,0 1-1-16,1 1 2 0,1 0-6 0,-1 0-1 16,0 1 2-16,-1-2-1 0,-1 1 1 0,2 0 4 15,-2-1-5-15,3 0 6 0,0 2-1 0,0-3-4 0,-1 1 3 16,0-1-3-16,0 0 6 0,0 1-7 0,0-1 3 16,1-1-4-16,-2 1 5 0,2 0-2 0,-1 0 1 15,-1-1-1-15,0 1 3 0,0 0-5 0,-2 0 0 0,2-1-2 16,0 1 0-16,1-2 2 0,-2 0 2 0,2 0 1 15,-1-1-3-15,0 1-3 0,0 1 0 0,-1-2 1 16,-1 1 7-16,1 0-2 16,0 0-2-16,-1 0-1 0,0-1-3 0,0 1 2 0,-3-1 1 0,1 1 0 15,-1-1-4-15,0 2 3 16,1-2-1-16,-3 1 1 0,1 0-3 16,0 0 1-16,-1 0 2 0,0 0 1 15,0 0 0-15,0 0-4 0,-1 0-1 0,-1 0 0 0,0 0 1 0,1 0-2 16,-5 5 0-16,0 0 1 0,0-1 8 15,0 1-15-15,7-20 8 0,-7 20-12 0,0 0 2 0,0-1-9 16,0 1-6-16,-1 0 1 0,-13-19-10 0,13 19 9 16,-12-10-2-16,4 5 4 0,-2 0-1 0,1-1 14 15,-2 0-5-15,0 1 8 0,0-1-3 0,-3 2 4 0,0-2 1 0,-1 1 0 16,-2 0-3-16,2 0 7 0,-2 0-6 16,0 0 8-16,-2 1-5 15,-2-1-1-15,0 0 7 0,-1 1-6 0,0-1 3 0,-2 1 3 0,0-1-6 16,-2 1 5-16,-1-1 1 0,1 1-3 0,-1 0 6 15,0-1-4-15,0 1-1 16,0-2 4-16,0 1-4 0,-1 1 4 0,-1-1 0 16,0 0-4-16,-1 1 4 0,0-1-4 15,-1-1 4-15,1 2 1 0,-1-1-5 0,0 0 4 0,-1 1-3 0,1-1 2 0,-2 0 2 0,0 1-1 32,0-1-4-32,1 2 4 0,-1-2-3 0,1 0 3 0,-1 1 2 15,-3-2 6-15,-1 0 1 0,-1-1 1 16,-2 1-5-16,1-1 0 0,1 2-1 0,1-1 2 0,1 1-4 0,0 0 0 15,1 1-4-15,1 1 2 0,0 0-8 0,0 0 5 16,0 0 3-16,0-1 0 0,-2 1 4 0,1 0-2 16,0-1-4-16,0 1 2 0,1 0 2 0,0 0-2 0,0 0 4 15,1 2-4 1,0-2-1-16,0 2 1 0,1-1 0 0,0 1 1 16,0 0-1-16,-1 0 0 0,1 1 1 0,0-1-1 0,1 1 0 0,-1 0 1 0,0 0-1 15,1 1 0-15,-1-1 0 16,3 1-1-16,-2 0 1 0,1 0 0 15,1 0 0-15,-2 0 3 0,1 0-3 0,2-1 2 0,-1 1-3 0,0 0 0 0,2 0 1 0,-2 0 0 32,1-1 3-32,0 1-1 0,0 1-1 0,0-1 0 0,1 1-4 0,0-1 1 0,1 1 2 0,-2 0 1 15,1-1 1-15,0 1-1 16,0 0 0-16,0 1 0 16,1-2 3-16,0 1-1 0,1 0-1 0,0-1 1 0,1 0-3 15,0 1 1-15,1-1-1 0,0 0 2 0,0 0 0 16,0 1 0-16,2-1-1 0,1 0 1 0,0 0-2 15,-1 0 2-15,0 0 0 0,1-1 1 0,0 1-2 0,1-1 6 16,0 0-1-16,-1 1 2 0,2-1-1 0,-1 0-1 16,1 1-2-16,0-1 1 0,1 0-6 0,0 1 1 15,1 0-1-15,0-1 1 0,-1 0 1 0,-1 0 3 0,3 0-3 16,-1 1 2-16,1-1-1 0,1 1-3 0,-2 0 3 16,2 1-4-16,-1-1 2 0,0 1 2 15,1 0-2-15,0 0 3 0,1 1-4 0,0-1 2 0,1 0 0 16,-1 2 2-16,2-1-5 0,0 1 6 15,0 1-1-15,0 0 2 0,1 0-4 0,0-1-1 0,2 1-1 16,0 0 1-16,0 1 1 0,0 1 4 0,0-1-1 16,1 1 1-1,0 0-4-15,1 2 3 0,2 0 0 0,0 3 2 16,0-1-1-16,1 1-4 0,1 1 6 0,0 0-4 16,2 0 10-16,1 0 3 0,1 1-2 0,0-1 4 15,1 1 5-15,1-1-1 0,0 0 1 0,0-1-2 16,0-2-3-16,1 1-3 0,0 1-2 0,0 0-1 0,0 1-4 15,0 0 4-15,1 0 1 0,0-1 0 0,-1-1-9 16,2 0 0-16,-1 0-1 0,0 0 2 16,1 0 4-16,-1-1-14 0,0-1 3 0,0 0-7 0,0 0 4 0,1-2-14 15,0 0-4-15,0 1-7 16,-1-1-41-16,1 0-55 0,-1 0-16 0,1-1-23 0,0 2-159 0,0 2-240 16</inkml:trace>
  <inkml:trace contextRef="#ctx0" brushRef="#br0" timeOffset="-96916.39">9899 1038 1386 0,'0'0'89'15,"0"0"-23"-15,0-1-4 0,0 1-7 0,0-1-59 0,-10-17 1 16,10 18 1-16,0 0 2 0,0 0 9 0,0 0 4 16,0 0 0-16,0-1 2 0,0 1 3 0,0 0-12 15,0-1 1-15,0 1-5 0,0 0 0 0,0 0-5 16,0 0 0-16,0 0-3 0,0 0-1 0,0 0 2 16,-1 0 0-16,1 0 1 0,-1 0 10 0,1 0 6 0,-18 8-1 15,18-8 1-15,0 0-8 0,-1 0 7 0,0 1-3 16,-12 16 4-1,13-17-9-15,0 0 4 0,0 1-1 0,-12 15 1 0,12-16 0 16,0 1-4-16,-6 18-1 0,6-19 0 16,0 0 5-16,-11 18-2 0,11-17 2 0,-4 14-3 0,1-7 8 15,0 0-1-15,0 1 6 0,1 1-4 16,1 0 3-16,-1-1 4 0,2 1-6 0,0 0 6 16,-2 1-12-16,1-1-3 0,-1-1 0 0,0 2-1 15,1-2-3-15,1 1 8 0,0 1 2 0,-1-3 1 0,1 2 8 16,-1-2-6-16,0 2-3 0,1-2 0 0,0 1-4 0,2-2-2 15,-1 0-1-15,0 0-2 0,0 0-8 0,-1-1 9 16,2 1-2-16,-1-1 5 0,0 1-10 0,0-2-8 16,2 2-5-16,0-1-6 0,-1 1-65 0,2-1-72 15,-1-1-22-15,2 1-31 0,1-2-244 0</inkml:trace>
  <inkml:trace contextRef="#ctx0" brushRef="#br0" timeOffset="-95983.82">10011 1130 1493 0,'0'0'257'0,"0"0"-200"0,0-1-6 16,0 1-13-16,0 0-41 0,0-1 3 0,0 1 4 0,0-1 1 31,0 1 17-31,3-16 7 0,-3 16 3 0,0 0 0 16,0 0 4-16,0 0-28 0,0 0 4 0,0 0-12 16,0 0 0-16,0 0-6 0,0 0-1 0,0 0-2 15,0 0 1-15,0 0 6 0,0 0-1 0,0 1 3 16,0-1 0-16,-1 17 2 0,1-17 0 0,0 0 1 0,0 1 3 15,1 17-2-15,-1-18 1 0,0 0-1 0,0 17-4 16,0-17 1-16,0 0 0 0,2 18 0 0,-2-18-1 0,0 0 0 16,1 17-1-16,1-9-1 0,-1 0 2 0,0 0 1 15,-1-1 1-15,1-1 1 0,3 2-4 0,-3 1 2 16,1-2-2-16,0 2 2 16,-2-3-1-16,3 1 0 0,0 0 5 0,1-1-3 15,-1 1-1-15,1-2 3 0,0 0-3 0,0 0 5 0,-4-5 7 0,0 0-9 16,0 1 6-16,17 12-7 15,-17-13 6-15,0 0 6 0,1 0-2 0,18 6 4 0,-19-6-2 0,1 0 0 0,-1 0-1 16,20-2 1 0,-20 2 1-16,1 0-6 0,17-6 4 0,-18 6-4 15,0 0 3-15,18-10-1 0,-18 10-2 0,1-1 2 16,16-12 4-16,-17 13-6 0,0-1 3 0,17-15-5 16,-17 16-1-16,0 0 0 0,14-19-1 0,-14 19 2 15,0 0-1-15,12-19 0 0,-12 19-2 0,1-1 1 16,10-16-6-16,-11 17 4 0,0 0 2 0,9-17-1 0,-9 17-5 15,0 0 6-15,3-17-6 0,-3 17 6 0,0 0-6 16,0-1-1-16,4-15 3 0,-4 16-1 0,0 0 3 16,0-1-2-16,0 1-2 0,-1-17 1 0,1 17 4 0,0 0-8 15,0 0 3-15,0-1-5 0,-9-15 9 0,9 16-4 16,0 0 5-16,0 0-5 0,0-1 1 0,-1 1 2 16,0 0-3-16,-16-15 2 15,17 15-7-15,0 0 3 0,-1 0-4 0,1 0 5 0,-1 0 1 0,-17-8-2 16,18 8 2-16,0 0-3 0,0 0 3 15,-1 0-2-15,-16-5 4 0,17 5-2 0,0 0 4 0,-1 0-4 0,0 0-3 16,1 0 0 0,-16 1-1-16,16-1 1 0,0 0 2 0,0 0-1 0,-1 0 0 0,1 0-2 0,-1 0-2 15,1 0 0 1,0 1-4-16,0-1 0 0,-17 13 1 0,17-13 0 16,0 0 1-16,0 0-2 0,0 1-5 0,-1-1 1 15,0 1-26-15,-10 17-86 0,11-18-11 0,0 1-38 16,0-1-148-16</inkml:trace>
  <inkml:trace contextRef="#ctx0" brushRef="#br0" timeOffset="-94777.16">8917 1279 1526 0,'0'0'78'0,"0"0"-20"0,0 0 1 0,0 0-25 16,0-1-23-16,0 1 47 0,0-1-2 0,-5-15 15 0,5 16-7 0,0 0-8 0,0 0-5 16,0-1 0-16,0 1-23 0,1-1-13 0,13-16 1 31,-14 17-5-31,1 0-5 0,-1 0-6 0,16-12 2 16,-16 12-2-16,1 0 4 0,19-9-4 0,-12 7-1 0,2 0-1 15,1 0 2-15,-1-1 0 0,1-1 0 16,1 0 0-16,0 2-4 0,1 0 6 0,0-1-2 0,1 2 4 15,-1 0-2-15,1 0 2 0,0-1 0 0,1 0 1 16,-1 0 1-16,2 0-5 0,0 1 2 16,-1 0-2-16,2 0 3 0,-2 0-3 0,0 0 2 0,-2 0-3 15,0 0 5-15,-1 0-5 0,0 1 0 16,-1 0-1-16,1 0 1 0,0 0 0 0,-2 0 2 0,0 1-1 16,-1-1 4-16,-1 0-5 0,0 2 0 15,0-2-2-15,-1 1 2 0,1 0 0 0,0 0 0 0,-1 0 0 0,0 1-2 0,-7-2 4 16,0 0-1-16,1 0 2 0,-1 0-5 0,17 4-1 15,-17-4 0-15,0 0-2 0,1 0-16 0,0 0-19 16,-1 0-7-16,0 0-5 0,1 1-32 0,-1-1-22 16,1 1 1-16,-1-1-11 0,0 1-17 0,16 6-50 15,-16-7-24 1,0 0-27-16,0 0-279 0</inkml:trace>
  <inkml:trace contextRef="#ctx0" brushRef="#br0" timeOffset="-94467.77">9450 1162 1207 0,'0'0'211'0,"0"0"-131"0,0 0 9 16,0-1-55-16,0 1-25 0,0-1 6 0,0 1-2 0,0-1 5 15,0 1 6-15,0-1-5 0,0 1-1 16,0 0-3-16,0-1-11 0,0 1-1 0,0-1-3 16,0 1 2-16,0-1-2 0,0 1-2 0,0-1 0 15,0 1-2-15,0 0 1 0,1-1 0 0,-1 1-1 0,1-1-1 0,-1 1-3 16,1 0 2-16,16-6 4 0,-17 6-1 0,0 0 3 0,0 0 0 15,1 0-2-15,-1 0 2 0,20 8-4 0,-20-8 3 16,0 0-1-16,1 0 1 0,17 9 0 0,-18-9 1 16,1 0 2-1,15 5 0-15,-16-5 0 0,1 0-2 16,-1 1-2-16,18 11 0 0,-18-12 2 0,0 0-2 0,0 0 0 16,1 1-2-16,-1-1-1 0,9 18 5 0,-9-18-3 15,0 1 3-15,0-1 0 0,-10 19-9 0,10-19 5 0,-10 13-9 16,4-8-2-16,-2 2-3 0,-1 1-6 0,1-2 2 15,-3 2-17-15,1 0-98 0,-1 0-52 0</inkml:trace>
  <inkml:trace contextRef="#ctx0" brushRef="#br0" timeOffset="-93684.44">8733 1991 1808 0,'0'0'311'0,"0"0"-252"16,0 0 1-16,0 0-20 0,0 0-40 0,0 0-8 0,0-1-1 0,0 1 0 15,0-1 16-15,0 1 8 0,0 0 1 0,1-1 2 16,-1 1 2-16,18-16-7 0,-18 16 2 0,0 0-5 16,22-7-15-16,-13 6 4 0,1-2-4 0,1 1 5 0,1-1 0 15,0 1-2-15,1-1 0 0,0 2-2 0,1-1-1 16,1 0 5-16,1 0 0 0,-1 0 2 15,1-1 4-15,-1 0 3 16,2 1 3-16,-1-2-1 0,0 2 6 0,0-1-7 0,-2 1 0 0,0-1-2 0,0-1 4 0,-2 2 5 16,-1-1-4-16,1 0 5 0,-2 2-3 0,1-1-1 31,0-1 0-31,-2 2-2 0,0 0-3 0,0-2-5 16,-1 1 2-16,0 1-3 0,1-1 0 0,1 1-6 15,-1 0 3-15,0 0-4 0,-1 1 8 0,1-1-8 16,-3-1-2-16,1 1-4 0,0-2-8 0,-2 2-22 0,-5 1-1 15,0 0-9-15,1 0-27 0,16-5-35 0,-17 5 0 16,0 0-13-16,1 0-16 0,0 0-38 16,-1 0-3-16,0-1-21 0,15-15-110 0</inkml:trace>
  <inkml:trace contextRef="#ctx0" brushRef="#br0" timeOffset="-93430.63">9269 1778 711 0,'0'0'136'0,"0"0"358"15,0 0-356-15,0-1-73 0,0 1-2 0,0 0-23 0,0-1-13 16,0 1 1-16,-1-1 3 0,1 1-1 0,0 0 7 15,0 0-2 1,0 0-1-16,0 0-2 0,0 0-17 0,0 0-7 0,0 1-3 0,0-1-1 0,1 1-7 0,14 17-2 31,-15-18 1-31,1 1 0 0,18 15 2 0,-12-11 2 16,1 1-3-16,-1 1 3 0,0-1 2 0,0 1-2 16,-1 0 1-16,0 0-1 0,-1 2 0 0,-1-1 5 15,-3 1-1-15,0 0 2 0,-3 0 0 0,1 2 12 16,-3-2 0-16,-1 2 3 0,0 0-3 0,-2 0-1 15,0 2-3-15,-2-1 0 0,0 0-12 0,-1 1-2 0,0-2-2 16,0 1-1-16,0 0 1 0,1 0-125 0,-2-2-14 16,1 0-83-16,2 0-537 0</inkml:trace>
  <inkml:trace contextRef="#ctx0" brushRef="#br0" timeOffset="-92399.07">9642 1779 2095 0,'0'0'118'0,"0"0"-82"0,0-1 18 16,0 1-46-16,0-1-27 0,0 1 11 16,0 0 0-16,0-1 6 0,0 1 2 0,0 0 4 15,1 0-6-15,-1 0 2 0,17-7-3 0,-17 7 1 16,0 0 0-16,20 2-1 0,-20-2-5 0,0 0 2 0,22 4-3 15,-22-4 3-15,0 0 5 0,23 6-4 0,-23-6 5 16,0 0-4-16,19 8 4 0,-19-8 3 0,1 0-3 16,16 11 3-16,-17-11-7 0,0 0 3 0,1 1-1 0,16 13 1 15,-17-14-1-15,0 0-1 0,0 1 1 0,9 18-2 16,-9-19-8-16,0 0 1 0,-1 18-3 0,1-18 4 16,0 1 6-16,-8 18-4 0,8-19 5 0,-6 14-4 15,1-4 9-15,0-1-3 16,0 1 1-16,-2-1-3 0,2 0 2 0,0 0 1 0,1-1 4 0,0 1-1 15,0-1-1-15,1-1 3 0,0 0-5 0,1 0 5 0,0-1 0 16,2-6 0 0,0 1-2-16,0-1 1 0,0 19-2 0,0-19 0 0,0 0-1 0,0 1 0 0,1-1 0 0,15 17-5 31,-16-17 4-31,0 0-6 0,21 3 1 0,-12-3-2 16,3 0 2-16,-2-1-1 0,1 0 0 0,1-2 7 15,-1 0-2-15,0-1 4 0,1-1-3 0,0 0-6 16,-2 0 1-16,1 0-3 0,-1 0 1 0,0-1-9 15,-2 0 0-15,1-1-4 0,0 0-9 0,-1 1 6 16,0-1 1-16,0 0 3 0,-2 0 13 0,0-1 8 0,0 2 4 16,-2-1 2-16,0 0 7 0,0 0 6 0,-2 1-2 0,0 0 3 15,-1 0 5-15,0 2 5 0,-1 4 1 0,0 0 1 16,0-1-1-16,0 1-5 0,0-1 0 0,0 1-2 16,0-1-5-16,-1 1-21 0,1-1 1 0,-1 1-9 15,1 0-14-15,-17-5-4 0,17 5 0 0,0 1-1 16,0-1 10-16,-15 20 11 0,10-11-4 0,2 0 7 15,-1 2-3-15,2 0 6 0,-1-2 0 0,2 2 2 16,-1-1 0-16,2-1 4 16,0 0-1-16,0-1 2 0,2-1 2 0,1-2 3 15,-3-5-4-15,0 1 4 0,0-1-4 0,1 1 2 16,19 10 4-16,-20-11-4 0,0 0 1 0,22-4 22 16,-14 0-1-16,3 0 10 0,-2-1 5 0,1-1-3 15,2 0-5-15,-3-3 1 0,2 1-8 0,-2 0 6 16,1 0 1-16,-3 0 1 0,0 0-4 0,-2-1 1 15,-1 1-6-15,-1 2 3 0,-3 6-17 0,0-1-10 0,6-17 2 16,-6 18-5-16,0 0-4 0,0-1-2 0,0 1-9 16,-4-18 1-16,4 18-30 0,0 0-11 0,-1 0-2 15,1 0-3-15,-17-6-8 0,17 6-27 0,0 0 0 16,-17 0-16-16,17 0-62 0,-16 1-182 0</inkml:trace>
  <inkml:trace contextRef="#ctx0" brushRef="#br0" timeOffset="-87351.61">9420 1082 445 0,'0'0'205'0,"0"0"-76"0,0 0 106 0,0 0-178 0,0 0 3 0,0 0-2 16,0-1 36-16,0 1-3 0,0-1 10 0,0 1-25 15,0-1-32 1,0 1 1-16,0 0-12 0,1-17-9 0,-1 17-13 16,0 0 1-16,0 0-5 0,0 0-2 0,0 0 3 15,0 0-3-15,0 0 2 0,0-1-8 0,0 1 0 16,-1-1 4-16,1 1-2 0,0-1 3 0,-1 1-3 15,1 0 1-15,-1-1 1 0,1 1 15 0,0-1 10 16,-1 1 0-16,0-1 4 0,1 1 5 0,-1-1-10 16,1 1 3-16,0-1-5 0,0 1-5 0,0 0-5 0,0 0-3 15,0 0 0-15,0 0-1 0,0 0-8 0,0 0 7 16,0 0-7-16,0 0 10 0,0 0-4 0,0 0-3 0,0 0 1 16,1 0 5-16,-1 1-8 0,17 14 6 0,-17-15-6 15,0 0 0-15,0 0 0 0,17 10 0 0,-17-10 1 16,0 0 1-1,16 7-1-15,-16-7 0 0,0 0 0 0,1 0-1 0,20 8-2 16,-21-8 1-16,0 0-1 0,0 0 0 0,19 11-1 0,-19-11-1 0,0 0 0 0,1 1 0 16,-1-1 6-1,17 11-5-15,-17-11 5 0,0 0-2 16,0 0-4-16,0 1 7 0,1-1-6 0,-1 1 10 16,1-1-5-16,-1 1-1 0,0-1-2 0,1 0 0 0,11 17-5 15,-12-17 5-15,0 0-3 0,0 0 2 0,0 1 0 16,0-1-2-16,0 1 2 0,0 15 1 0,0-16-5 15,0 0 1-15,0 1-2 0,-1-1 5 0,-8 18-2 16,9-18-1-16,0 0 0 0,-1 0 1 0,-11 19-2 16,12-19 2-16,-1 0-3 0,1 1-2 0,-14 17 6 15,14-18-3-15,-1 1 4 0,-10 17-1 0,11-17-1 0,-8 14 3 16,3-7-3-16,-2 0-5 0,1-1 7 0,-1 1-2 16,0-2 4-16,0 1-4 0,-1 0 3 15,1-1-3-15,0 1 2 0,0-3-8 0,1 1-101 0,0 0-17 16,-1-1-46-16,3 1-204 0</inkml:trace>
  <inkml:trace contextRef="#ctx0" brushRef="#br0" timeOffset="-86363.4">9393 1143 1618 0,'0'0'89'0,"0"0"-30"0,0 0 42 16,0 0-89-16,0 0-5 0,0 0-9 0,0-1 11 15,0 1 5-15,0 0 3 0,0-1 11 0,0 1-4 0,0-1-1 16,0 1-2-16,0 0-7 0,0 0-6 0,0 0-3 16,0 0-1-16,0 0-1 0,0 0 2 0,1 0 2 15,-1 0-1-15,1 0-3 0,-1 0-3 0,0 0 4 0,18-2-3 16,-18 2 4-16,0 0-5 0,0 0 2 0,1 0-2 15,15 3 1 1,-16-3 2-16,1 0-1 0,-1 0 2 0,17 2-4 16,-17-2 0-16,1 0 0 0,15 3 0 0,-16-3 0 0,0 0 2 0,1 0 0 0,18 1 2 15,-19-1 0-15,1 0 0 16,-1 0 2-16,1 0-2 16,16-1-4-16,-17 1 3 0,0 0-3 0,1 0 3 0,-1 0-4 15,0 0-3-15,1 0 4 0,-1 0-3 0,0 0 4 0,1 0-3 16,-1 0-2-16,1 0-1 0,-1 0 2 0,1 1-5 15,0-1 4-15,10 19-5 0,-11-19 0 0,0 1 9 16,0-1-4-16,-8 18 4 0,8-18-1 0,-1 1 4 16,-9 16 2-16,10-17 2 0,-1 1 1 0,1-1 3 15,-14 21-5-15,14-21 4 0,-1 0-10 0,-11 17 3 16,12-17-1-16,-1 1 1 0,-13 17 0 16,10-12 1-16,-1 2-4 0,0-1 1 0,1-1-8 0,0 0-113 0,1 0-9 15,3-6-64-15,0 0-326 0</inkml:trace>
  <inkml:trace contextRef="#ctx0" brushRef="#br0" timeOffset="-85917.88">9412 1104 1252 0,'0'0'81'0,"0"0"174"0,0 0-240 16,0 0-17-16,0 0-2 0,0 0-3 0,0 0 8 0,0 0-1 15,0 0 3-15,0 0-3 0,0 0 1 0,1 0-3 16,-1 0-3-16,0 0-2 0,1 1-10 0,-1-1-103 16,1 1-17-16,15 8-65 0,-16-9-440 0</inkml:trace>
  <inkml:trace contextRef="#ctx0" brushRef="#br0" timeOffset="-83851.43">11017 911 1570 0,'0'0'80'0,"0"0"-34"0,0 0 40 0,0 0-93 0,0 0 3 15,0 0-4-15,0 0 22 0,0 0 1 0,1 0 6 0,-1 1-9 16,0-1-1-16,1 1 0 0,-1-1 0 0,1 0-4 16,13 17-4-16,-14-17-3 0,0 0 0 0,0 1 0 15,0-1-4-15,0 1 4 0,1-1-4 0,9 18 8 32,-10-18-4-32,0 0-1 0,0 0-2 0,0 1 3 0,0-1 2 15,8 18 1-15,-8-18-1 0,0 0-4 0,0 1 12 16,0-1-4-16,3 18 9 0,-3-18-6 0,0 0 5 15,0 0 3-15,1 17-1 0,-1-17-4 0,0 0-4 16,0 0 3-16,-2 20-1 0,2-20 7 0,0 0-11 16,-1 19 2-16,1-19-4 0,0 1 2 0,-1 17 2 0,1-18-3 15,0 1 3-15,0 15 1 0,0-16-6 0,0 1 8 16,0-1-7-16,0 1 7 0,-3 17-2 0,3-18-1 16,0 0 0-16,0 0-6 0,0 1-2 0,0-1-14 0,0 1 0 15,0-1-97-15,0 1-78 0,0-1-24 0,0 1-39 16,0-1-341-16</inkml:trace>
  <inkml:trace contextRef="#ctx0" brushRef="#br0" timeOffset="-83451.55">11255 868 1916 0,'0'0'101'0,"0"-1"-62"15,0 1-17-15,0-1-9 0,0 1-25 0,0-1 3 0,0 1 2 16,0-1 0-16,0 1 7 0,0 0 0 0,0 0-6 16,0 0 3-16,-1 0-11 0,1 0 0 0,-1 0 2 15,1 1 0-15,-16 20-4 0,12-13-1 0,0 1 1 0,0 3 0 16,-1-1 12-1,-1 2-2-15,0 0 4 0,0 2-3 0,-1 1 5 16,0-1-4-16,0 3 4 0,-1-1-3 0,1 1 4 16,0 1 0-16,-1-1 3 0,0 1-2 0,0-1 5 0,0-1-5 0,1-1-2 0,-1 0 1 15,0 0 4 1,0-2-1-16,0 1 0 0,2-2 0 0,-1 0 4 16,2 0-4-16,-1-1 3 0,2-1-3 0,-1-1 3 15,1-2 9-15,1 0-3 0,0-3 4 0,3-5-8 0,0 0 3 16,0 1 0-16,0-1 1 0,0 1 5 15,0-1-12-15,-1 1-12 0,1-1-3 0,0 1-59 0,0-1-42 16,0 0 6-16,0 0-25 0,0 0-64 0</inkml:trace>
  <inkml:trace contextRef="#ctx0" brushRef="#br0" timeOffset="-82885.14">11265 1012 2193 0,'0'0'30'0,"0"0"-35"0,0 0 5 0,0 0-17 0,0 0 2 15,0 0 11-15,0 0-4 0,0 0 8 0,0 0 2 0,0 0-3 16,0 1 2-16,0-1-2 0,1 0 3 0,16 17-3 15,-17-17-2-15,1 1-2 0,-1-1 1 0,20 18 5 16,-20-18 0-16,0 1 2 0,18 11-6 0,-12-7 0 16,0-1-1-16,-1 1 2 0,-1 0 6 0,0-1-5 15,-4-4 3-15,0 0-4 0,0 1 1 0,12 17 1 16,-12-18-3-16,0 0 1 0,0 1-11 0,2 17 7 16,-2-18-4-16,0 1 5 0,0-1-2 0,-7 20-3 0,7-20 6 15,0 0-5-15,-1 1 5 0,-13 18 4 0,14-19-6 16,-14 10 6-16,7-7-3 0,-1 3 4 0,1-2-1 15,-1 0 0-15,0 1 0 0,0-2-2 0,1 2 6 16,0-3-4-16,-1 1 5 0,3 0-5 16,-2 0 3-16,3 0-3 0,0 1 4 0,4-4 0 0,0 0-1 0,-1 0 1 31,0 1-2-31,1-1 0 0,-8 16-2 0,8-16 1 16,0 1-5-16,0-1 1 0,0 1-3 0,16 17 2 15,-16-18-3-15,0 0 1 0,21 14 2 0,-13-8-1 0,1-1 4 16,0 1 0-16,0-1 1 0,-1-1-1 0,0 2 0 15,-1-1 1-15,-1 0 1 0,-2-1 0 0,-4-4-1 0,0 1 3 16,0-1-5-16,7 19 5 0,-7-19 8 0,0 1 7 16,-3 17 2-16,3-18 0 0,0 0 2 0,-13 20-3 15,7-14-3-15,0 1 0 0,0 1-8 0,-2 0-7 16,0 0 2-16,0 1-3 0,-1-3-1 0,-1 1-3 16,2 1-37-16,-1 0 3 0,1 2-220 0</inkml:trace>
  <inkml:trace contextRef="#ctx0" brushRef="#br0" timeOffset="-80684.69">9651 2190 1291 0,'0'0'290'0,"1"0"-139"16,18-5 141-16,-10 4-491 0,3 1-20 0,2 0-41 0</inkml:trace>
  <inkml:trace contextRef="#ctx0" brushRef="#br0" timeOffset="-79918.36">10851 1788 353 0,'0'0'673'16,"0"0"-267"-16,0 0 342 0,0-1-700 0,0 1-17 16,0-1-26-16,8-18-2 0,-8 19 4 0,0 0 2 0,0 0 1 15,1 0 5-15,17-5-3 0,-18 5 5 0,0 0-7 16,17-3-4-16,-17 3-1 0,1 0 0 0,21-2-4 0,-13 2 5 16,-1 0-7-1,1 1 4-15,0 1-3 0,-4-1-4 0,-5-1 5 0,0 0-3 0,1 0 3 0,17 7-5 16,-18-7-2-16,0 0-2 0,0 1-10 0,0-1 1 15,0 0 0-15,3 19 0 0,-3-19 2 0,0 0-4 16,-7 17 4-16,7-17-3 0,-10 12 7 0,2-4-2 31,1-1 2-31,-2-1-1 0,-1 0 10 0,-1 1 6 0,-1 0-1 0,1 0 4 0,0 0-9 0,1-3 6 0,0 1 0 32,1-1 4-32,0 1 5 0,2-1-4 0,1-1 1 15,2 3-3-15,1-3 0 0,3-3 6 0,0 1-2 16,0-1 4-16,0 1 0 0,0-1-6 0,0 1-1 0,0-1-3 15,0 1-5-15,0-1-1 0,0 0-1 0,0 1 0 16,19 15-3-16,-18-16-3 0,-1 0 3 0,22 3-3 16,-12-2-1-16,0-2-57 0,0 1-2 0,0 0-26 15,-1-1-55-15,0 1-76 0,1-2-47 0</inkml:trace>
  <inkml:trace contextRef="#ctx0" brushRef="#br0" timeOffset="-79518.43">11156 1723 1995 0,'0'0'90'0,"0"0"-76"0,0 0-10 16,0 0-16-16,0 0-14 0,-1 1 27 0,1-1-3 0,-12 16 10 16,12-16-6-16,0 1-2 0,-6 16 2 0,6-17-2 15,-6 15 0-15,3-6-6 0,0 0-3 0,0 2 2 16,-2-1 2-16,0 2 5 0,-2 1-1 0,1 0 1 0,0 0-6 16,-1 2 5-16,0-1-2 0,-1 1 3 0,2 0 7 15,-1-1-5-15,-1 1 5 0,2 0-5 0,-1-1 8 16,1 0-2-1,0 1-2-15,1-3 0 0,0 1-6 0,-2-2 4 0,3 0-2 0,-1 1 3 0,1-2 2 0,1-2 0 32,-1 0 1-32,2-2-1 0,1 0 4 0,-1 0 0 0,2-6 1 0,0 0 0 15,0 1 1-15,0-1-10 16,0 0-4-16,0 1-5 0,0-1-34 0,0 1-46 16,0-1-6-16,1 1-17 0,0-1-40 0,-1 0-266 15</inkml:trace>
  <inkml:trace contextRef="#ctx0" brushRef="#br0" timeOffset="-79019">11238 1849 2272 0,'0'0'58'16,"0"0"-60"-16,0 0-16 0,1 0-8 0,0 1-8 0,18 11 37 15,-19-12-3-15,0 0 13 0,19 13-13 0,-19-13 3 16,1 1-4-16,16 12 2 0,-17-13-4 0,1 0 3 16,-1 0 3-16,18 21-1 0,-18-21-7 0,0 0 1 31,8 17-3-31,-8-17 3 0,0 1 3 0,1 18-10 16,-1-19 3-16,0 0-4 0,-5 19 1 0,5-19 1 15,0 0-3-15,-10 20 1 0,10-20-9 0,0 0 10 16,-17 17 1-16,17-17 3 0,0 1-2 0,-20 13 7 0,20-14-4 15,0 0 6-15,-19 10 4 0,19-10 0 0,-1 0 3 16,1 0-3-16,-19 10 0 0,19-10 4 0,0 0-4 0,0 0 5 16,0 1-7-16,0-1-3 0,0 1-2 0,0-1 0 15,0 1 1-15,-1 15-3 0,1-16 0 0,0 0-2 16,0 0-1-16,0 1-2 0,20 11 5 0,-20-12-3 16,13 10 2-16,-4-5 5 0,-1-1-5 0,2 2 5 15,-2-2-4-15,1 2 5 0,0 2 0 0,-1-1 1 0,-1 1 5 16,-1-2 9-16,-2 1-2 0,0 0 5 0,-1 0 4 15,-1 1-10-15,-2 0 4 0,0-1-6 0,-3 0 15 16,0 1 1-16,-1 0 1 0,1 1-1 0,-3-1-6 0,-1-1-10 16,0 1 1-16,0-1-5 0,-1 0-2 0,1 0-3 31,0-1-4-31,-1 0-7 0,-2-2-106 0,0 1-177 16,0-1-162-16</inkml:trace>
  <inkml:trace contextRef="#ctx0" brushRef="#br0" timeOffset="-54602.62">10883 1474 1423 0,'0'0'66'0,"0"0"-9"0,0 0 1 0,0 0-7 16,0-1-24-16,0 1 9 0,0-1 5 0,0 1 4 0,-4-17 8 16,4 17 0-1,0 0-5-15,0 0 4 0,0 0-5 0,0 0-21 16,1 0 5-16,-1 0-10 0,1 0 5 0,-1 0-7 15,16-5-3-15,-16 5-1 0,1 0-3 0,-1 0-5 16,0 0 5-16,18-7-4 0,-18 7 12 0,0 0 0 16,0 0-3-16,1 0 2 0,19-7 6 0,-20 7-10 15,1 0 7-15,-1 0-9 0,17-6 1 0,-17 6-3 16,0 0-7-16,0 0 4 0,22-7-8 0,-22 7 6 0,1 0 1 16,19-7 1-16,-20 7 1 0,0 0-4 0,23-6 5 0,-23 6-5 15,0 0-1-15,22-4 5 0,-22 4-4 16,0 0 4-16,21-6-6 0,-21 6 7 15,1 0-5-15,18-8 6 0,-19 8 0 0,1 0-1 16,18-3 4-16,-19 3-4 0,1 0 6 0,19-2-2 0,-20 2-1 0,0 0 0 16,0 0-4-16,20-5 8 0,-20 5-7 0,1 0 7 15,18-2-10-15,-19 2 1 16,0 0-3-16,21-1 2 0,-21 1-4 0,0 0-1 16,20 0 6-16,-20 0-6 0,1 0 2 0,15-1 7 15,-16 1-4-15,0 0 5 0,1 0-5 16,18-2 0-16,-19 2 1 0,1 0 0 0,0 0-1 0,14-2-5 15,-15 2 1-15,0 0-3 0,1 0 9 0,-1 0-9 16,1 0 4-16,15-2-5 0,-16 2 4 0,0 0 2 16,0 0-3-16,0 0 1 0,1 0-5 15,-1 0 7-15,0 0-5 0,1 0 5 0,-1 0-4 0,1 0-1 16,0 0 5-16,-1 0-4 0,16-5-3 0,-16 5 2 0,0 0-3 16,0 0 3-16,0 0-3 0,0 0-10 0,0 0 3 15,0 0-7-15,0 0-29 0,0 0-72 0,0 0-15 16,1 0-29-16,-1 0-139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9T00:25:39.763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11105 3718 8 0,'0'0'185'0,"0"0"-35"0,0 0 82 0,0 0-102 0,0 0-28 16,0 0-35-16,0 0-21 0,0 0 8 0,0 0-3 15,-1 0 25-15,1 0 12 0,-1-1-3 0,1 1 6 16,0-1-8-16,-1 1 1 0,0 0 2 0,1-1-3 15,-1 1-20 1,1-1-6-16,0 1-9 0,0-1 4 0,0 1-13 0,0-1-19 16,0 1 5-16,0-1-10 0,0 1 6 15,0 0-4-15,0-1 1 0,1 1-2 0,-1-1-2 0,1 1 0 16,17-13-4-16,-18 13 4 0,0 0 11 0,0 0-4 16,18-4 5-16,-18 4-5 0,0 0 8 0,22-5-12 15,-14 3 5-15,1 0-9 0,-2 0 0 16,0 0-11-16,0 0 2 0,-1 0-4 0,1 1 5 0,-1 1-1 15,-6 0 0-15,0 0-1 0,0 0-1 0,20-4 1 16,-20 4-2-16,0 0 2 0,1 0-3 0,-1 0 3 0,19-1 2 16,-19 1 0-16,0 0-1 0,0 0 0 0,0 0-3 0,0 0 2 15,0 0-5-15,1 0-40 0,-1 0 1 0,1 0-18 16,-1 0-36-16,1 0-40 0,-1 0-2 0,1 0-19 16,-1 0-84-16</inkml:trace>
  <inkml:trace contextRef="#ctx0" brushRef="#br0" timeOffset="1518.45">11112 3847 157 0,'0'0'67'0,"0"0"-6"0,0 0 5 0,0 0-6 15,0 0 1-15,0 0-7 0,0 0 9 0,0 0-6 0,0 0 17 16,0 0-10-16,0 0 1 0,0 0-3 0,0 0 6 0,0 0-15 15,0 0 1-15,0 0-7 0,0 0-8 0,0-1 4 16,-1 1-4-16,1-1 4 0,-1 1-2 0,1-1-7 16,0 1 3-16,-1 0-5 0,0 0-8 15,1-1-3-15,0 1-4 0,0 0 2 0,0 0-3 16,0 0-2-16,0 0 4 0,0 0-2 0,0-1 7 16,0 1-1-16,0 0 1 0,0 0-1 0,0-1-1 0,0 1-1 0,0 0 0 15,0 0-1 1,0 0-1-16,0 0 7 0,0 0-4 0,0-1 5 0,0 1-1 0,0 0-4 0,0-1 0 0,0 1-1 15,0 0-5-15,0 0 7 0,0-1 5 0,1 1-1 32,0-1 5-32,15-7-9 0,-16 8 5 0,0 0-5 15,1 0 3-15,-1 0-11 0,21-6-5 0,-21 6 0 16,0 0-9-16,17-3 7 0,-17 3-4 0,0 0 4 16,1 0-8-16,19-6 3 0,-20 6 0 0,0 0 1 0,1 0 1 15,15-3 0-15,-16 3 2 0,0 0-1 0,0 0 4 16,17-3-2-16,-17 3-1 0,0 0-1 0,0 0-2 15,17-4-3-15,-17 4 3 0,0 0-2 0,1 0 8 0,-1 0-4 16,19-3 1-16,-19 3-2 0,0 0 1 0,0 0-3 16,0 0 1-16,0 0-2 0,1 0 5 0,-1 0-4 15,1 0 3-15,-1 0-3 16,1 0 3-16,-1 0-2 0,1 0 1 0,-1 0-1 16,1 0 1-16,-1-1-5 0,0 1-4 0,1 0-7 15,15-6-61-15,-16 6-76 0,0 0-15 0,0 0-27 0,0 0-124 0</inkml:trace>
  <inkml:trace contextRef="#ctx0" brushRef="#br0" timeOffset="4502.89">11260 3439 463 0,'0'0'113'0,"0"0"89"0,0-1 11 0,0 1-50 16,0-1-56-16,0 1-92 0,0 0 4 0,0-1-13 16,0 1 1-1,-1-1 22-15,-5-15 3 0,6 16 10 0,0 0 35 16,0 0-1-16,0 0 1 0,0 0-3 0,1 0-16 0,-1-1-6 0,1 1-3 0,15-9-1 31,-16 9-16-31,1 0-11 0,-1 0 0 0,16 0-4 0,-16 0-1 16,0 0 3-16,1 0 1 0,17 2 2 0,-18-2 2 0,0 0-6 15,0 0-1-15,21 3-1 0,-21-3-5 0,0 0 3 16,17 4-1-16,-17-4 1 0,0 0-8 0,17-2-4 16,-17 2 0-16,0 0-1 0,17 1 0 0,-17-1 3 15,1 0-1-15,15 5 2 0,-16-5-5 0,1 0-1 16,-1 0 1-16,18 5 1 0,-18-5 7 0,0 0-5 15,0 0 2-15,1 1-3 0,-1-1 3 0,0 1-2 16,1-1-1-16,11 16 0 0,-12-16 7 0,0 0-4 0,0 1 3 16,0-1-4-16,-7 16 5 0,7-16-7 0,0 1 5 15,0-1-5-15,-13 19 5 0,13-19-6 0,-1 1 1 16,0-1-1-16,-16 20 6 0,17-20-7 0,-1 1 2 16,1-1-3-16,-19 20 3 0,19-20 4 0,0 0-6 15,-1 1 5-15,-16 14-7 16,17-15 1-16,0 0 2 0,-1 1 0 15,0-1 2-15,-13 17-2 0,14-17 0 0,0 0-1 16,0 0 2-16,0 0 0 0,-1 1 0 0,1-1 0 0,-1 1 0 16,1-1 2-16,-8 16-3 0,8-16 1 0,0 0-1 15,0 0 2-15,0 0 0 0,0 0 1 0,1 1-4 16,-1-1 8-16,0 1-5 0,1-1 6 0,-1 1-4 16,19 14-2-16,-19-15 3 0,1 0-4 0,-1 0 0 0,16 5 4 15,-16-5-6-15,1 0 4 0,-1 0-7 0,17 6 4 16,-17-6 0-16,0 0 2 0,1 0-5 0,19 5 5 0,-20-5-2 0,1 0 4 15,-1 0 2-15,18 8-5 16,-18-8 8-16,1 0-6 0,-1 0-1 0,1 0 3 16,-1 0-5-16,17 10 4 0,-17-10-4 0,0 0 4 0,0 0-3 15,0 0 4-15,1 1-2 0,-1-1-5 16,1 1-18-16,0-1 1 0,-1 1-77 0,16 11-75 0,-16-12-7 16,0 0-36-16,0 0-149 0</inkml:trace>
  <inkml:trace contextRef="#ctx0" brushRef="#br0" timeOffset="5850.54">11504 3388 1320 0,'0'0'43'0,"0"0"4"0,0 0-34 0,0 0-11 0,0 0 6 0,-1 0-8 16,0 0-2-16,1 0 3 15,0 0-3-15,-1 0 4 0,1 0 2 0,0 0-2 16,-1 1 9-16,0-1-2 16,1 1 48-16,-10 15 11 0,10-16-1 0,0 0 1 15,0 0-17-15,0 0-18 0,0 0-2 0,0 1-6 0,0-1-10 0,0 1-11 16,-7 15 2-16,7-16-4 0,0 1 5 16,0-1-1-16,0 0 2 0,-1 18-1 15,1-18 15-15,0 0-8 0,0 1 4 0,0-1-6 0,0 17 10 0,0-17-7 16,0 0 0-16,0 1-2 0,0-1 3 0,4 18-3 15,-4-18 4-15,0 0-4 0,0 0 0 0,0 1-7 0,9 17 5 16,-9-18-6-16,0 0-1 0,0 1-2 16,0-1 2-16,9 20-1 0,-9-20-3 0,0 0 2 15,0 0-2-15,1 1 5 16,-1-1 3-16,12 17 3 0,-12-17-3 0,0 0 3 0,0 0 5 0,1 0-1 0,-1 1 2 0,19 9-3 16,-19-10-1-16,0 0-3 0,1 0-3 15,-1 0 0-15,1 0-4 0,17 6 2 0,-18-6 0 16,0 0 1-16,0 0-1 0,1 0 3 0,17 0-1 0,-18 0 1 31,1 0-10-31,-1 0 4 0,0 0 3 0,18-1 1 16,-18 1 0-16,0 0 4 0,1 0-5 0,16-5 5 15,-17 5-1-15,0 0 6 0,1 0-5 0,16-8 4 16,-17 8-12-16,1 0 4 0,-1 0-2 0,0-1 2 16,19-11-6-16,-19 12 3 0,1 0-1 0,-1 0 2 0,0-1 0 0,19-14 0 15,-19 15 3-15,0 0-2 0,1 0-1 0,-1-1 1 16,15-17 0-16,-15 18 1 0,0-1-1 0,0 1 1 15,12-18-1-15,-12 18 2 0,0 0 0 0,8-16-7 16,-8 16 1-16,0-1-1 16,7-15 8-16,-7 16-6 0,0 0 6 0,0-1-6 15,7-17 9-15,-7 18-7 0,0 0 0 0,0-1-2 16,2-17 2-16,-2 18 3 0,0-1 5 0,0 1-1 0,1-17 3 0,-1 17-5 16,0-1-2-16,0 1 0 15,-2-18 7-15,2 18-8 0,0-1 1 0,0 1-4 0,0-1 2 16,-6-15-2-16,6 16 5 0,0 0-5 0,0 0 5 0,-1-1 4 0,1 1-4 0,-13-17 4 15,13 17-6-15,0 0 4 0,0-1-5 0,0 1 4 32,-18-13-4-32,18 13-2 0,0 0 8 0,-1 0-7 0,-17-9-1 0,18 9 2 15,0 0-5-15,-1 0 4 0,-16-9 2 0,17 9-4 16,0 0 2-16,-1 0-3 16,-16-5 3-16,17 5-5 0,-1 0 1 0,1 0-3 0,-21-2 6 15,21 2-3-15,0 0 1 0,0 0-1 0,-19 0 1 0,19 0 0 16,-1 0-1-16,1 0 0 0,0 0 0 0,-20 1 0 15,20-1 0-15,-1 0-1 0,0 0 1 0,1 0 0 16,0 0 0-16,-18 8 0 0,18-8-4 16,0 0 7-16,-1 0-4 0,0 0 3 0,1 0-6 0,-18 13 2 15,18-13 2-15,0 0-1 0,0 0 1 0,0 0 1 16,-1 0-2-16,-18 14 1 16,19-14-3-16,0 0 1 0,0 0 1 0,0 1-1 0,-1-1 2 15,-10 18-4-15,11-18 2 0,0 0-2 0,0 0 4 16,-7 17-6-16,7-17-1 0,0 0-1 0,0 0 6 0,0 1-3 0,-3 15 6 15,3-16-5-15,0 1 7 0,0-1-3 0,0 1-1 0,2 17-2 32,-2-18 1-32,0 0-61 0,0 0 1 0,0 1-30 0,4 17-60 0,-4-18-58 15,0 0-3-15,0 1-33 16,0-1-174-16</inkml:trace>
  <inkml:trace contextRef="#ctx0" brushRef="#br0" timeOffset="6866.55">11603 3156 1389 0,'0'0'67'31,"0"0"99"-31,0 0-163 0,0 0-5 0,0 0-3 0,0 0 0 16,0 0 5-16,0 0-2 0,0 0 2 0,0 0-1 15,0 0-2-15,0 1 6 0,0-1-2 0,0 1 6 16,0-1 23-16,0 1 27 0,0-1 2 0,0 0 5 16,0 1-22-16,-5 15-19 0,5-16 3 0,0 0-7 15,0 0 5-15,0 1-6 0,0-1-5 0,0 1 1 16,0-1-9-16,0 1 4 0,3 17 0 0,-3-18 1 0,0 0-4 15,0 0 4-15,0 0 1 0,0 1 1 0,0-1 6 0,0 1-6 0,0 16 0 16,0-17-1-16,0 0 5 0,0 0-6 16,0 1 4-1,0-1-4-15,0 0-2 0,0 18-6 0,0-18 2 0,0 0-3 0,0 1 1 0,0-1 4 16,0 16-5-16,0-16 6 0,0 1-2 0,0-1 4 16,0 1 1-1,-3 17 0-15,3-18 1 0,0 0-5 0,0 1 2 0,0-1-3 0,0 19 7 0,0-19-5 16,0 1-2-1,0-1-1-15,0 1-1 0,-5 18-2 0,5-19 2 16,0 0-2-16,0 0 2 0,-4 17-3 0,4-17 3 16,0 0-3-16,0 1 2 0,-2 16-2 0,2-17 1 0,0 0-1 15,0 1 5-15,0-1-5 0,-1 18 1 0,1-18-1 0,0 0 6 16,0 0 0-16,-2 18 0 0,2-18-1 16,0 1-5-16,-2 15 0 0,2-16 1 0,0 0-1 15,-3 21 5-15,3-21 0 0,0 1-2 0,-3 20 0 16,3-21-8-16,0 1 9 0,-5 19-2 0,5-20 6 0,0 1-8 0,-3 20 8 15,3-21 0-15,0 0 3 0,-4 20 0 16,4-19-7-16,0-1 4 0,0 20-4 0,0-20 7 16,0 0-5-16,0 21-2 0,0-21 1 0,0 0 6 0,-1 21-5 15,1-21 5-15,0 0-5 0,-3 23 2 0,3-23 2 0,0 1 0 16,-3 22 3-16,2-14 8 0,-1-1-9 0,2 2-1 31,0-1-3-31,0 0-6 0,-2 0 6 0,2-1-1 16,-1 0 3-16,1 0-8 0,0-1 5 0,-2 1-4 0,2 0 5 0,-1 0 1 0,-1-1-7 15,1 0 5 1,0 0-6-16,1-1 6 0,-1-1-2 0,1-5 0 16,0 1-2-16,0-1-4 0,0 1 6 0,-1 15-4 0,1-16 6 15,0 0-5-15,0 0-18 0,0 0-14 0,0 0-8 0,0 0-109 16,0 0-87-16,0 0-24 0,0 0-57 16,0 0-517-16</inkml:trace>
  <inkml:trace contextRef="#ctx0" brushRef="#br0" timeOffset="7699.13">11866 3238 883 0,'0'0'273'16,"0"0"-178"-16,0 0-33 0,0 0-30 0,0 0-25 16,0 0 3-16,0 0-3 0,0 0 3 15,-1 0 2-15,1 0 10 0,0 0 11 0,-1 0 0 16,0 0 46-16,1 0 1 0,0 0-1 0,0 0-2 15,-1 0-28-15,0 0-10 0,-15 9-3 0,16-9-2 16,0 0-12-16,0 1-6 0,0-1 0 0,0 1-2 0,-13 17-4 16,13-18 6-16,0 1-2 0,-1-1 3 0,-10 21 1 15,11-21 9-15,0 0-5 0,-10 17 5 0,10-17-4 0,-1 1-3 16,-10 17 4-16,11-18-4 0,0 1-4 0,-8 21-4 16,8-22-2-16,-6 16 1 0,2-8 5 0,0 2-3 15,2-1 5 1,-1-1-3-16,0 1 12 0,0 3-8 15,-1 0 0-15,0 1-2 0,0 0-1 0,-1 2-8 0,1 0 3 0,1 1-4 0,0-1-5 0,1 0 4 32,-1-1-7-32,0 0 4 0,3 2-5 0,-2-2 2 0,2 0 4 15,0 1-1-15,-1 0-2 0,0 0 8 0,1 0-5 16,0 0 5-16,0-1-6 0,0-1-1 0,0 0 3 0,0-1-2 16,0 0 1-16,0-2-2 0,1 0 0 0,-1-2 0 15,1-1 0-15,-1-7 3 0,0 1-2 0,1 17 3 16,-1-18-1-16,0 1-3 0,0-1 1 0,0 1-5 0,8 17-30 0,-8-18-37 15,0 0-7-15,0 0-11 16,1 1-41-16,-1-1-61 0,0 1-8 0,16 7-27 16,-16-8-105-16</inkml:trace>
  <inkml:trace contextRef="#ctx0" brushRef="#br0" timeOffset="8885.2">11865 3446 1046 0,'0'0'98'16,"0"0"-44"-16,0 0-10 15,0 0-10-15,0 0-34 0,0 0 8 0,0 0-2 16,0 0 6-16,-1 0 15 0,0 0 26 0,1 0 6 0,0 0 6 0,0 0 11 0,-1 0-12 15,0 0-3-15,1 0-3 16,-1 0-17-16,1 0-5 0,-17 13-1 0,17-13-2 16,0 0-9-16,0 1-12 0,0-1 4 0,0 1-6 15,-6 17 7-15,6-18-5 0,0 1-4 0,0-1 2 16,-6 18 3-16,6-18 3 0,0 1 1 0,-1 15-2 0,1-16-4 16,0 0-5-16,-4 16 4 0,4-16-4 0,0 1 2 15,-1 16 4-15,1-17-5 0,0 1 3 0,1 15-11 16,-1-16 4-16,0 1-1 0,2 15 4 0,-2-16 7 0,0 1-3 31,0-1 1-31,7 19-3 0,-7-19-4 0,0 0 9 16,0 1-2-16,11 15 4 0,-11-16-4 0,0 0-4 15,0 0-1-15,1 1 0 0,-1-1 6 0,16 10 2 16,-16-10-1-16,0 0 1 0,1 0 0 0,0-1-6 16,-1 1 2-16,18-14-4 0,-18 14 1 0,0 0 1 0,0-1 2 15,1 1-1-15,15-20-3 0,-16 20-2 0,0-1-2 16,1 1 1-16,-1-1 2 0,13-18 1 0,-13 19 2 0,0 0-2 15,0 0-2-15,7-19-3 0,-7 19 0 0,0 0 1 16,0-1 5-16,6-16-4 0,-6 17 3 0,0 0-2 16,2-17 2-16,-2 17-3 0,0 0-2 0,1-18 2 15,-1 18-2-15,0-1 6 0,0-16 1 0,0 17 0 16,0-1-8-16,0 1 4 0,-3-18-4 0,3 18 6 16,0-1-2-16,0 1-1 0,0-1 1 0,-7-15 0 0,7 16 15 15,0 0-11 1,0 0 6-16,-1-1-8 0,0 1 1 0,1 0-5 0,-1-1-1 0,-15-15-1 15,16 16 0-15,0 0 5 0,0 0-5 0,-1 0 4 0,1 0-4 0,0 0-2 32,-1 0 1-32,0 0-3 0,1 0 0 0,-1 0 4 15,1 0 0-15,-16-8 0 0,16 8 1 0,0 0-2 0,0 0 1 16,0 0-1-16,0 0-5 0,-1 0 1 16,1 0-2-16,0 0 0 0,0 0-40 0,-1 0-34 15,0 0-18-15,1 0-5 0,-1 0-75 0,1 0-137 16,-17 3-162-16</inkml:trace>
  <inkml:trace contextRef="#ctx0" brushRef="#br0" timeOffset="9556.36">11992 3638 855 0,'0'0'126'0,"0"0"203"16,0 0 146-16,0 0-419 0,0 0-37 0,0 0 1 16,0 0 1-16,0 0-3 0,0 0-15 0,1 0 5 15,-1 0-3-15,1 0 4 0,17 2-4 0,-18-2 11 0,0 0-2 0,0 0 6 16,0 1 8-16,0-1-9 0,0 0-1 0,1 1-5 16,9 15-9-16,-10-16 7 0,0 0-4 0,0 0 5 15,0 0-5-15,0 0 0 16,0 1 4-16,0-1-3 0,0 0-2 0,0 0-42 15,0 0-8-15,0 0-19 0,0 0-85 0,0 0-80 16,0 0-77-16</inkml:trace>
  <inkml:trace contextRef="#ctx0" brushRef="#br0" timeOffset="10268.32">12104 3403 1945 0,'0'0'55'0,"0"0"-26"0,0 0-32 0,0 0-7 16,0 0 1-16,0 0-1 0,0 0 1 0,0 1 9 15,1 18-4-15,-1-19 5 0,0 1 0 0,0-1 14 16,0 1 3-16,4 16 2 0,-4-17 15 0,0 0-4 16,0 0-1-16,0 0-3 0,5 17-12 15,-5-17 7-15,0 1 0 0,0-1 2 0,5 18-2 16,-5-18-12-16,0 0 1 0,0 1-4 0,6 19-1 0,-6-20 5 15,0 0-6-15,0 1 6 0,7 18-9 0,-7-19 4 16,0 1 0-16,0-1 0 0,0 0-1 0,5 20-1 0,-5-20 3 16,0 0-2-16,0 1-4 0,0-1 7 0,0 0-4 0,0 1 6 15,5 16-3-15,-5-17 3 0,0 0-4 0,0 0 3 16,0 1-9-16,0-1 5 0,0 1-2 0,8 15 2 16,-8-16-4-16,0 0-4 0,0 0 3 15,0 1-3-15,0-1 4 0,9 18 0 0,-9-18 1 16,0 0-1-16,0 0 5 0,0 1-4 0,7 16-5 0,-7-17 2 15,0 0 1 1,0 0 0-16,0 1 5 0,0-1-5 0,13 19 3 16,-13-19 0-16,0 1-2 0,0-1 2 0,0 1-2 15,12 17 0-15,-12-18 0 0,0 1 0 0,0-1 1 16,1 1 0-16,11 17-1 0,-12-18 1 0,0 0-6 0,0 1 8 16,0-1-4-16,10 17 8 0,-10-17-8 0,0 0 2 15,0 0-1-15,0 1 2 0,0-1 6 0,7 18-4 16,-7-18 0-16,0 0-3 0,0 0 2 0,0 1 4 15,0-1 2-15,0 1 0 0,0-1-1 0,0 1 11 0,-3 15-6 16,3-16 7-16,0 0-7 0,-1 0-1 16,1 0 2-16,-1 0-3 0,-15 9-8 0,16-9 1 0,-1 0-2 15,1 0 2-15,-16 4-5 0,16-4 8 0,0 0-5 16,-1 0 5-16,-17 2-9 0,18-2 2 0,0 0-6 16,-17 0 1-16,17 0-42 0,0 0-20 0,-17-5-4 0,17 5-9 15,0 0-50-15,-18-9-88 0,18 9-17 0</inkml:trace>
  <inkml:trace contextRef="#ctx0" brushRef="#br0" timeOffset="10781.91">12122 3457 1513 0,'0'0'194'0,"0"0"-141"0,0 0-21 0,0 0-25 0,0-1-1 16,0 1 10-16,0-1-3 0,0 1 6 0,0 0 6 16,0 0 20-16,0 0 4 0,0 0 4 0,0 0-3 15,0 0-8-15,0 0-1 0,0 0 0 0,1 0 1 0,-1 0-11 16,1 0-5-16,-1 0-2 0,1 0-18 0,15-3 14 15,-16 3-3-15,0 0 7 0,1 0 9 0,-1 0-3 16,17 3 2-16,-17-3-3 0,0 0-7 0,1 0 2 0,15 0-3 16,-16 0 1-16,1 0-15 0,-1 0 1 15,1 0-5-15,17-1 2 0,-18 1-6 0,0 0 1 0,1 0 7 16,-1 0-4-16,1 0 1 0,0 0 1 0,-1 0-4 16,16-3 0-16,-16 3-35 0,0 0-56 0,0 0-12 15,0 0-17-15,0 0-68 0,0 0-66 0,0 0-66 16</inkml:trace>
  <inkml:trace contextRef="#ctx0" brushRef="#br0" timeOffset="11848.45">12303 3329 1483 0,'0'0'252'0,"0"0"-184"0,0 0 29 0,0 0-78 16,0 0-5-16,0 0-7 0,1 0 0 0,-1 0-3 31,18 1-8-31,-18-1 3 0,0 0-1 0,1 0 3 16,0 0 3-16,16 3 20 0,-17-3-2 0,0 0 9 16,0 0 18-16,1 0-8 0,-1 1-1 0,1-1-4 0,0 0-10 15,14 13 2-15,-15-13 1 0,0 0 0 16,0 0-9-16,0 1-11 0,0-1 2 0,7 16-4 0,-7-16 11 15,0 0-8-15,0 1 5 0,0-1-5 0,0 1 1 16,2 16 2-16,-2-17 1 0,0 1 1 0,0-1 1 0,-4 16-2 16,4-16 2-16,0 1 0 15,-3 17-2-15,3-18-3 0,0 0-3 0,0 1 1 0,-8 18-5 0,8-19-3 16,0 1 2-16,-4 16-1 16,4-17 5-16,0 0-5 0,-3 18-2 0,3-18 1 15,0 0-2-15,-5 17 5 0,5-17-4 0,0 0 5 16,-2 17-4-16,2-17 0 0,0 1-1 0,0-1 0 0,-3 20 1 15,3-20 2-15,0 0 2 0,0 1-3 16,0-1-1-16,2 18-1 0,-2-18 0 0,0 1 0 16,0-1-1-16,0 0-1 0,5 19 5 0,-5-19-3 15,0 0 6-15,0 1-5 0,0-1-1 0,6 16 0 16,-6-16 2-16,0 0-3 0,0 1 1 0,0-1-1 16,0 0 1-16,0 1-1 0,17 18 1 0,-17-19-1 15,0 0 2-15,0 1 0 0,1-1-1 0,16 15 1 16,-17-15 0-16,0 0 3 0,1 1-4 0,13 16 3 0,-14-17 0 15,0 0-6-15,0 0 4 0,1 1-5 0,0-1 4 0,13 18 3 16,-14-18-2-16,0 0 2 0,0 1 1 0,0-1-1 16,0 1 0-16,7 15-1 0,-7-16 3 15,0 0-1-15,0 0 0 0,0 1 0 0,0-1-2 0,0 1 5 16,-6 16 2-16,6-17 0 0,0 0 2 0,0 1-5 16,0-1-1-16,0 1-1 0,-1-1 3 0,-18 16 0 15,19-16-2-15,0 0 2 16,0 0-3-16,-17 5 4 0,17-5-3 0,0 0 2 15,-1 0-9-15,-19 2-6 0,20-2-1 16,0 0-4-16,-18 1-19 0,17-1-10 0,1 0-4 16,-22-6-2-16,21 6-23 0,1 0 3 0,-22-8-8 15,22 8 3-15,-1 0-40 0,-20-10-49 0,21 10-6 0,0-1-27 16,-1 1-160-16</inkml:trace>
  <inkml:trace contextRef="#ctx0" brushRef="#br0" timeOffset="12315.44">12324 3467 815 0,'0'0'920'0,"0"0"-701"16,0 0-214-16,0 0-22 15,0 0 1-15,1 0 16 0,15 11-4 0,-16-11 7 16,0 0-4-16,0 1 4 0,1-1-3 0,15 10 3 0,-16-10 0 16,1 0 27-16,-1 0 1 15,1 0 9-15,17 8 14 0,-18-8-2 0,1 0-2 16,-1 0 0-16,17 5-11 0,-17-5-19 0,0 0-1 0,0 0-7 0,18 3-4 0,-18-3-2 16,1 0 5-16,-1 0-5 15,1 0 2-15,15-1 1 0,-16 1-3 0,0 0 2 0,0 0-4 16,1 0 7-1,-1 0-5-15,0 0 5 0,1 0-11 0,-1 0-2 0,17-6-14 0,-17 6 0 0,0 0-75 0,0 0-126 0,0 0-44 16</inkml:trace>
  <inkml:trace contextRef="#ctx0" brushRef="#br0" timeOffset="13466.37">12441 3226 1279 0,'0'0'219'0,"0"0"-190"16,0 0 4-16,0 0-26 0,0 0-9 0,0 0 3 15,0 0 4-15,0 0-2 0,1 0-4 0,0 0 9 32,-1 0 3-32,0 0 7 0,18 5 48 0,-18-5 11 15,0 0 1-15,0 0 0 0,0 0-26 0,0 0 0 16,19 11-11-16,-19-11 6 0,1 0-19 0,14 9-3 0,-15-9 1 16,1 0-3-16,15 10 1 0,-16-10-12 0,1 1 7 15,16 10-9-15,-17-11 0 0,0 1-2 0,0-1-2 16,17 20 1-16,-17-20 7 0,0 1-5 0,11 17 3 0,-11-18-5 15,0 1-7-15,9 19 5 0,-9-20-3 0,0 1 5 16,7 20 4-16,-7-21-5 0,0 0-2 0,5 22 0 16,-5-22 0-16,0 0 4 0,1 23 3 0,-1-15-1 15,0 3 0-15,0-1-3 0,-1 2 1 0,-1-1 0 16,0 0 3-16,0 0-7 16,-1 1 1-16,0 1-4 0,0-1-2 0,-1 1 1 0,-1 1 2 0,1-2 1 0,0 1 5 15,-1 0-6 1,0-1 3-16,-1 2-4 0,-1-2-1 0,1 3 3 15,-1 1-1-15,-1 0 3 0,0 0 8 0,0-2-8 0,1 1 2 0,-1-2-4 16,-1 2 1-16,0-2 4 0,0 1-4 0,1-2 4 16,1 0-5-16,-1 1 3 15,1-2 0-15,-1 0 2 0,0-1 4 0,1 0-8 16,-1 2 7-16,0 0-7 0,0 0 9 0,0 0 1 16,-1-3-3-16,1 2 3 0,0-1-4 0,-1 0 3 0,1 0-5 15,-2-1 2-15,2-1-3 0,-1 1 6 0,1-2 3 16,0-1-2-16,1 1-10 0,0-2-3 0,0 0 0 0,1 0 0 15,-1-1 3-15,2-1 2 0,-1-1-2 0,6-2 2 16,0 0-4-16,-1 1-17 0,1-1-8 0,-16 13-8 16,16-13-60-16,0 0-46 0,0 0-11 0,-1 0-17 15,0 0-86-15,1 0-279 16</inkml:trace>
  <inkml:trace contextRef="#ctx0" brushRef="#br0" timeOffset="14268.62">12456 3965 1620 0,'-1'0'61'0,"0"0"62"15,1 0-114-15,-1 0 6 0,1 0-5 0,0 0 4 16,-1 0-15-16,1 0 5 0,-1 0 4 0,1 0 1 15,0 0 20-15,0 0 26 0,0 0-3 0,0 0 11 0,0 0-7 16,0 0-20-16,0 0 5 0,0 0-11 0,0 0-1 0,0 0 1 31,0 0-5-31,0 0 4 0,0 0-6 0,0 0 2 0,0 0 2 0,0 0-2 16,0 0-3-16,17 3-2 16,-17-3-3-16,0 0 0 0,0 0-6 0,16 3 6 15,-16-3-1-15,0 0 3 0,17 4 3 0,-17-4 7 0,0 0-3 16,17 3 2-16,-17-3-10 0,0 0-7 0,18 2-1 15,-18-2-4-15,0 0-5 0,16 1 2 0,-16-1 2 0,1 0 0 16,-1 0 4-16,18 3-9 0,-18-3 3 0,1 0-3 16,0 0 4-16,-1 0 0 0,0 0 1 0,18 1-1 15,-18-1-2-15,0 0 2 0,0 0-2 0,1 0 3 16,0 0-1-16,-1 0-24 0,0 0-5 0,1 0-11 16,-1 0-46-16,1 0-65 0,-1-1-7 0,0 1-25 15,1-1-88-15</inkml:trace>
  <inkml:trace contextRef="#ctx0" brushRef="#br0" timeOffset="14985.48">12730 3681 1980 0,'0'0'55'0,"0"0"-25"0,0 0-45 0,0 0 3 0,0 0-2 15,0 0 4-15,0 0 8 0,0 0 1 0,0 0 1 16,0 0-1-16,0 0 12 0,0 1 14 0,0-1 3 16,0 0 4-16,0 1 12 0,7 17-5 0,-7-18 2 15,0 1-3-15,0-1 1 0,1 17 4 0,-1-17-1 16,0 1 1-16,1 19-5 0,-1-20-9 0,0 1 0 16,1 23-3-16,-1-15-4 0,1 0-4 0,0 2-1 15,-1-1-2-15,0 1 3 0,1 1-3 16,-1-1 11-16,0 2-8 0,1 2 10 0,0 1-10 0,-1-2-1 0,1 1-1 15,-1 0 0 1,0 0 10-16,1 0-7 0,-1-1 7 0,0 0 3 16,1-1-10-16,0 0 5 0,0-1-10 0,-1 1-8 0,0 0 21 15,0 0-10-15,-1 3 12 0,0-1-27 0,1 0 7 16,-1-1-5-16,0 0 6 0,0 0-1 0,1-1-4 16,-2 1 1-16,1-1-2 0,0-1 4 0,0 1 13 15,0-1-9-15,0 1 8 0,0-1-23 0,1-3 11 16,-2 2 2-16,2 0 3 0,-2-1-11 0,2 0 7 15,-1-1-4-15,1-1 6 0,-1-1-2 0,0 0-2 0,1-7-4 0,0 1 2 16,0-1-2-16,0 0 0 0,-3 19-1 16,3-19 1-16,0 0-6 0,0 0-29 0,0 0 4 15,0 1-16-15,0-1-39 0,0 1-57 0,0-1-12 16,0 0-19-16,0 0-93 0,-1 0-253 0</inkml:trace>
  <inkml:trace contextRef="#ctx0" brushRef="#br1" timeOffset="24920.19">11348 3931 30 0,'0'0'161'0,"-1"0"-63"0,1 0 82 15,0 0-159-15,-1 0-7 0,-15-4-9 0,16 4-3 16,0 0-2-16,0 0 4 0,-1 0 18 0,1 0 122 16,0 0-3-16,-17-4 43 0,17 4-13 0,0 0-23 15,0 0-18-15,0 0 2 0,0 0-42 0,0 0-32 16,0 0 2-16,0 0-17 0,0 0-31 16,0 0 3-16,0 0-4 0,0 0 3 0,0 0-5 15,0 0 5-15,0 0 2 0,0 0 1 16,0 0 13-16,0 0 11 0,0 0-1 0,0 0 4 0,0 0 2 15,1 0-16-15,-1 0 1 0,16 4-7 0,-16-4-1 16,1 0 2-16,-1 0 1 0,18 3-1 16,-18-3-4-16,0 0 0 0,21 0-5 0,-21 0 3 15,16 0-7-15,-7-1-2 0,1 1 4 0,-1-1-3 16,0 0 2-16,1 0 0 0,-2 0-3 0,0 0 3 16,1 0-2-16,-2 1 13 0,2-1-5 0,-1 1 6 0,0-1-7 15,0 0-3-15,1 1 4 0,-1-1-4 0,0 1-10 16,-1 0 2-16,2-1-3 0,0 0 3 0,-2 0 1 0,2 1-1 15,1 0-4-15,-1-1 2 0,3 1-3 0,-2-1 2 16,0 0 1-16,0 1-2 0,0 0-3 0,-1 0 5 16,1-1-3-16,-2 1 2 0,1 0-4 0,-1 0 5 0,-1 0-3 15,1 1 4 1,-2-1-1-16,1 1-5 0,-1 0 7 0,0-1-6 0,0 1 7 0,0 0-6 16,0 0 3-16,0 0-5 0,-6-1 0 15,1 0 6-15,15 3-5 0,-16-3 6 0,0 0-6 0,1 0 1 0,18 7-1 16,-19-7 1-1,1 0 6-15,-1 0-5 0,20 6 0 0,-20-6-3 16,0 0 0-16,16 6 1 0,-16-6 1 0,1 0 1 16,15 6 2-16,-16-6-1 0,0 0 2 0,1 0-3 15,17 9-2-15,-18-9-2 0,1 0 0 0,-1 0-1 16,20 10 4-16,-20-10 0 0,0 0 3 0,1 0-2 16,15 8 4-16,-16-8-4 0,1 0-2 0,-1 0 0 15,17 11 2-15,-17-11-3 0,1 0 4 0,-1 0-3 0,1 0 5 16,16 10-3-16,-17-10 0 0,0 0-1 0,1 0-3 15,-1 1 3-15,1-1-1 0,16 12 4 0,-17-12-5 16,0 0 1-16,1 0 0 0,-1 1 2 0,16 10-2 0,-16-11 1 16,0 0-1-16,0 0 2 0,1 1 1 0,15 8-1 0,-16-9 1 15,1 0-2-15,0 0-6 0,-1 0 7 0,18 12-3 16,-18-12 7 0,0 0-1-16,0 0-6 0,17 8 0 0,-17-8-1 0,0 0 5 0,1 0-3 15,18 8 3-15,-19-8-4 16,1 0 2-16,-1 1-2 0,20 9 1 0,-20-10-1 0,1 0 4 0,-1 0-3 0,21 12 1 15,-21-12-1 1,0 0 6-16,17 8-9 0,-17-8 2 0,0 0-3 16,1 1 5-16,18 10 1 0,-19-11-3 15,0 0 3-15,1 0 5 0,18 10-9 0,-19-10 3 0,0 0-4 16,0 1 7-16,0-1-5 0,20 15 2 0,-20-15-4 16,0 0 2-16,1 1 4 0,-1-1-3 0,21 15 3 15,-21-15-9-15,0 0 5 0,0 1 1 0,0-1 3 16,20 15-1-16,-20-15 1 0,0 0-4 0,1 1 2 0,15 10-3 15,-16-11 5-15,0 0-2 0,1 1 3 0,17 11-2 0,-18-12-7 16,1 0 7 0,0 0-7-16,16 13 10 0,-17-13-4 0,1 0 1 0,-1 1-3 0,20 10 7 15,-20-11-8-15,1 0 1 0,-1 0-3 0,19 10 0 16,-19-10 8-16,1 0-2 0,-1 0 4 0,19 10-4 0,-19-10-3 16,1 1 0-1,-1-1 0-15,17 14 2 0,-17-14-2 0,1 0 0 0,-1 0-1 0,17 10 7 0,-17-10-5 16,0 0 6-16,0 0-7 15,19 10 0-15,-19-10 0 0,0 0 0 0,1 0 0 16,15 10 5-16,-16-10-5 0,1 0 6 16,-1 1-5-16,0-1 3 0,20 13-3 0,-20-13-1 15,0 0 0-15,1 0 0 0,17 11 6 0,-18-11-5 0,0 0 6 16,1 0-4-16,15 8-5 0,-16-8 5 0,0 0-5 0,17 7 3 16,-17-7 1-16,0 0 0 0,0 0 1 15,18 9 4-15,-18-9-7 0,1 0 5 0,0 0-4 16,17 9-1-16,-18-9 8 0,1 0-5 0,0 0 7 0,15 7-5 15,-16-7 12-15,1 0-9 0,-1 0 9 0,18 9-14 16,-18-9 9-16,0 0-4 0,1 0 4 16,15 7-5-16,-16-7-4 0,1 0 3 0,-1 0-4 0,17 10-1 0,-17-10 0 15,1 0 2 1,0 0 0-16,15 8 4 0,-16-8-3 0,0 0 0 0,0 0 0 0,1 1 0 0,17 10-1 16,-18-11 3-1,0 0-2-15,0 0 9 0,1 1-1 0,17 9-1 16,-18-10-1-16,0 0 1 0,1 0-5 0,-1 0 1 0,18 9-2 0,-18-9 1 0,0 0-3 15,1 0 7-15,0 0-5 16,17 10 4-16,-18-10 2 0,0 0-5 0,1 0 4 0,0 1-2 0,18 8 4 31,-19-9-6-31,0 0 4 0,1 0-5 0,17 6 0 0,-18-6 5 0,0 0-4 16,1 0 1-16,-1 0-6 0,19 8 2 0,-19-8-3 16,0 0 4-16,0 0-1 0,1 0 1 0,-1 0-2 15,0 0-1-15,1 0 1 0,15 5-2 0,-16-5 1 16,0 0-13-16,0 0-190 0,0 0-54 0,0 0 38 15,7-11 889-15</inkml:trace>
  <inkml:trace contextRef="#ctx0" brushRef="#br1" timeOffset="43229.95">10411 6468 1414 0,'0'0'246'0,"0"0"-98"0,0 0 122 0,-1-1-277 16,1 1 3-16,0-1-13 0,-1 1 8 0,1-1 6 15,0 1-2-15,0-1 6 0,-6-20 16 0,6 21-6 0,0 0 8 16,1 0-2-16,0 0 2 0,-1 0 5 0,17-9-2 16,-17 9 7-16,0 0 9 0,1 0 4 0,-1-1 2 31,0 1 7-31,17-9-9 0,-17 9 3 0,0 0-3 16,0 0 6-16,0 0-1 0,17-4-7 0,-17 4 3 15,0 0-20-15,1 0-1 0,21-2-3 0,-21 2 0 0,15 0-7 16,-6-1-1-16,-2 0 0 0,3 2-1 0,-2-1 1 15,1 1-9-15,0 0 4 0,-1 0-6 0,1 1 4 0,0-1 2 16,-1 1 0-16,0-1 1 0,0-1 4 0,2 1 5 0,-2 1-3 16,1-1 4-16,0 1-4 0,0-1 8 15,-2-1-2-15,2 0 3 0,0 0-4 0,0 1-3 16,2 1 2-16,1-2-3 0,-1 2-3 0,1-1 2 16,-1-1-8-16,0 0 5 15,1 2-9-15,-1-1 5 0,0 0 1 0,1 0 0 16,-1 0-2-16,0 0 1 0,0 0 0 0,0 1 0 15,0-1-5-15,-2 0 6 0,2 0 0 0,0 0 1 0,1 1-6 0,1-1 2 0,0 2-4 0,0-2 3 32,-1 1-1-32,1 0 0 0,-1-1 2 0,-1 1-2 15,1 0 1-15,-2 1 4 0,1-2-1 0,-2 2 2 16,0 0 3-16,1 0-6 0,-1 0 2 0,0 0-3 0,-1 0 2 16,1-1-5-16,0 2 5 0,0-1-3 15,2-1 7-15,-1 1-6 0,1 0-2 0,0 0 0 16,-1 0-1-16,0-1 3 0,-1 1-1 0,1 0 2 0,0 0 0 15,0 1-2-15,0-2 2 0,0 1-3 0,0 0 0 0,-2 0-1 16,2 0 0-16,-2-1-1 0,1 1 4 0,0 0-2 16,1-1 0-16,1 0 1 0,1 0-2 0,1 0 2 15,-3-1-3-15,3 1 2 0,-4-1 4 0,2 1-4 0,-1 0 2 16,-1-1-3-16,1 0 5 0,0 1-4 0,-1-1 6 16,1 0-6-16,0 0 5 0,0 1-5 15,1-1 1-15,-2 0-3 0,0 0 2 0,2 0 0 16,1 0-2-16,1 1 0 0,-1-1-4 15,-1-1 7-15,1 2 0 0,-2-1 2 0,1 0-4 0,-1 0 0 16,0 1-1-16,-1 0 3 16,0 0 3-16,0 0-6 0,0 2 7 0,-1-2-7 15,0 0 7-15,0 1-1 0,0-2 0 0,-1 2-1 16,2-1 2-16,0 0-3 0,0 0 0 0,1-1 0 16,2 1-1-16,-2 0 2 0,1 1-2 0,1-1 2 15,-3 0-4-15,1-2 6 0,0 2-7 0,-1-1 5 16,-1 0-6-16,1 1 3 0,-1 1 3 0,0-1-2 15,-1 0 2-15,2-2 0 0,-2 2 1 0,0-1-1 16,1 0-8-16,-1 1 7 0,2 0-2 0,-3 1 6 0,3-2 3 0,-1 1-11 16,1 0 9-16,1 0-9 0,-2 0 10 0,0 1-3 15,1-2-4-15,-1 1 2 0,1 0-6 0,-2 1 6 16,2-1-3-16,-1 2 6 0,-1-3-1 0,1 1 2 16,-1 0 0-16,1 0-1 0,0 0-1 0,-1-1-1 15,0 1 1-15,1 0-2 0,-2-1-1 0,2 0 1 16,0 2-1-16,-2-2 1 0,1 1-1 0,0-1-1 0,1 1-3 15,0-1 1 1,1 1 4-16,-1-1-2 0,0 0 3 0,1 0-3 16,-1 1 5-16,0-1-6 0,0 1 8 0,0-1-6 15,0-1 6-15,-1 2 0 0,0-1-1 0,-1 0 1 16,0 0-4-16,1 1 3 0,-1-1-5 16,1 0 5-16,-1 1-6 0,-1-1 1 0,2 1 2 0,-1-1-2 0,1 1 3 0,-1-1-4 15,0 0-2-15,0 0 1 16,1 0-2-16,2 0 3 0,-2-1 1 0,1 1 0 15,0 0-4-15,-1 0 1 0,0-1 1 0,-1 1 1 0,0 0 0 0,-1 0-4 16,-6-1-2-16,0 0 0 0,1 0 3 0,17 2-29 16,-18-2-12-16,0 0-12 0,1 0-102 0,-1 0-118 15,0 0-35-15,1 0-58 0,-1 0-429 0</inkml:trace>
  <inkml:trace contextRef="#ctx0" brushRef="#br1" timeOffset="47514.53">11845 7619 1202 0,'0'0'271'0,"0"0"118"0,-1 0 3 0,0 0-305 0,-16 3-54 0,17-3-39 16,0 0-4-16,-1 0-3 0,1 0-13 0,0 0 21 15,-1 0 5-15,0 0 6 0,1 0 27 16,-1 0 10-16,1 0-2 0,0 0 7 0,0 0 6 0,0 0-5 15,0 0-3-15,0 0-4 0,0 0-22 0,0 0-2 16,0 0-2-16,0 0 0 0,0 0-5 0,0 0 8 16,0 0 2-16,18 1 3 0,-18-1 13 0,0 0 1 15,1 0-5-15,16 3 3 0,-17-3-10 0,1 0-3 16,16 0 2-16,-17 0-4 0,0 0-7 0,21 1 0 16,-21-1-4-16,0 0 1 0,24 1-11 0,-23-1 8 0,-1 0-2 15,23 0 4-15,-23 0 1 0,1 0-5 0,23-2 1 16,-16 2-2-16,1 0-1 0,-1-1 3 0,1 0-2 15,0 1 2-15,3-1 5 16,-1 1-7-16,0 0 5 0,1 0-5 16,0 0 4-16,-1 0-3 0,1-1-2 0,-1 1-1 15,1 0 2-15,0 0-5 0,-1 0 0 0,0 0-1 16,0 0 4-16,-2 0 0 0,2 1 4 0,-1 0-2 16,1-1 8-16,0 1 3 0,-1 0 2 0,1-1-1 15,2 0 0-15,-1 0-4 0,2 1-4 0,-2 0 1 16,1-1-3-16,-1 0-1 0,-1 1 5 0,-1 0-4 0,0-1 4 15,-1 2-3-15,1 0 1 0,-2-1 0 0,0 2 0 16,-1-2-1-16,0 1-2 0,-1 0 1 0,0 1-1 16,-1-2 1-16,2 2 0 0,-1-1 0 0,-1 1 0 0,-5-3-2 15,0 0-1-15,0 0-2 16,18 8-2-16,-18-8 2 0,0 0-2 0,1 0 2 0,0 1-3 0,17 7-8 16,-18-8-2-16,1 0-8 15,-1 0-62-15,0 0-99 0,18 5-11 0,-18-5-34 16,0 0-93-16,0 0-216 0</inkml:trace>
  <inkml:trace contextRef="#ctx0" brushRef="#br1" timeOffset="50614.15">9070 8635 1035 0,'0'0'119'0,"-1"0"20"0,1 0 2 15,0 0-56-15,-1 0-52 0,-19 11-6 0,20-11 2 0,0 0 1 16,0 1 14-16,0-1 13 0,0 1 4 0,0-1 1 0,0 0-11 16,0 1-26-16,0-1-3 0,0 1-7 0,0-1-3 0,0 1-8 31,0-1 3-31,0 1-5 0,0-1 0 0,1 0-2 0,-1 1 4 16,13 15-3-16,-13-16 8 0,0 0-7 0,0 0 0 0,0 0-2 15,0 0 12-15,17 7 0 16,-17-7 1-16,0 0 0 0,0 0-3 0,1 0 4 15,-1 1-1-15,17 7 2 0,-17-8 8 0,1 0-4 16,0 0 2-16,16 5-5 0,-17-5-4 0,0 0 0 0,1 0 0 16,15 4-2-16,-16-4-1 0,1 0-5 0,-1 0 2 15,20 3-3-15,-20-3 6 0,0 0-6 0,20 3 3 16,-20-3-2-16,1 0 14 0,20 2-6 0,-21-2 4 0,1 0-4 16,19 2 3-16,-20-2-7 15,1 0 1-15,19 1-2 0,-20-1 6 0,0 0-2 16,20 0-1-16,-20 0-1 0,1 0 1 0,17 2-3 0,-18-2 7 0,1 0-5 15,16 2 11-15,-17-2-12 16,1 0 2-16,16 2-5 0,-17-2-1 0,0 0 2 16,0 0-2-16,21 2 1 0,-21-2 0 15,0 0-3-15,19 1 1 0,-19-1 0 0,1 0 2 0,18 0-1 0,-19 0 2 0,1 0-1 0,22 0 4 32,-22 0 3-32,15-1-4 0,-7 0 3 0,1 0-5 0,0 0 2 15,-2-1-3-15,1 1 2 0,-1 0-6 0,1-1 0 16,-1 1 4-16,0 0-3 0,0 0 5 0,0 1-3 15,0-2 2-15,-1 1-2 0,0 0 0 0,1 0-1 16,-1-1 0-16,2 1 0 0,-3-1 4 0,2 0 0 16,0 0 2-16,-1 0 0 0,2 0 0 0,-1 1 1 0,1-1-2 15,1 0 2-15,-1 0-5 0,0-1 4 0,1 2-2 16,-1-2 2-16,1 0-5 0,-2 1 0 0,0 0-2 16,2 0 1-16,-1 0 0 15,1-1-4-15,0 0 4 0,-3 1-3 16,2 0 1-16,0 1 4 0,-2-1-4 0,1 0 4 0,-1 0-2 15,0 0 0-15,1 1-1 0,0-1 1 0,-1 0-5 0,-1 0 2 0,3 1 1 0,-2 0 2 16,2 1 3-16,0-1-7 16,1-2 5-16,-1 3-6 0,0-2 1 15,-1 1 7-15,1 1-6 0,-1-1 7 0,1 0-5 0,-1 0-1 16,0-1 2-16,1 1-3 0,-2-1 0 16,2 1 4-16,-2 0-1 0,1-1 2 0,-2 0-5 0,2 1-3 15,0-1 3-15,-3 0-3 0,3 1 9 0,-1 1-5 16,0-1 1-16,0 0-2 0,-3 0-1 0,3-1 3 15,0 0-2-15,-2 1 3 0,4 0-4 0,-3 1 1 0,1-1 0 16,1 1 0-16,-2 0-1 0,1 0 3 16,1 1-2-16,0-1 2 0,0 0 1 0,-1 0-5 0,1 0 6 15,-2-1-6-15,1 0 6 0,-1-1 5 0,1 0-4 0,-1 3 4 16,2-1-9-16,-2 1 2 0,1-1-1 16,0 0 2-16,-1-1-6 0,1-1 6 0,0 2-2 0,-2-1 5 15,3 1-4 1,-2 0-4-16,0-1 2 0,-6 1-2 0,1 0 6 0,-1 0 0 15,21 0-1-15,-21 0 0 0,0 0 0 0,20-1-3 16,-20 1 0-16,0 0-1 0,16-1-1 0,-16 1 5 0,1 0 0 0,17-1 2 16,-18 1-4-1,0 0 1-15,18 1 0 0,-18-1 0 0,0 0-4 16,17-2-5-16,-17 2-34 0,1 0 7 0,17-2-141 16,-17 2-127-16,-1 0-20 0</inkml:trace>
  <inkml:trace contextRef="#ctx0" brushRef="#br1" timeOffset="52974.46">9697 9307 1034 0,'0'0'259'16,"0"1"-89"-16,-1-1 126 0,0 0-253 0,1 1-10 16,-1-1-21-16,1 1-4 0,-1-1-2 0,1 0 2 15,0 0 1-15,-17 9-8 0,17-9 6 0,0 0-7 0,0 0 4 16,0 0-1-16,0 0-5 0,0 0 2 0,0 0-1 16,0 0 3-16,0 0 6 0,0 0-1 0,1 0 24 0,-1 0 4 15,0 0 0-15,1 0-1 0,-1 0 0 0,1 0-7 16,15 3 5-16,-16-3-6 0,0 0 5 0,1 0-7 15,0 0-3 1,-1 0-2-16,16 1-14 0,-16-1 6 0,0 0-2 16,0 0 3-16,1 0-5 0,16 1 4 0,-17-1 1 0,1 0 2 0,-1 0 1 0,0 0-1 15,20 3 2 1,-20-3-1-16,0 0 3 0,0 0 1 0,0 0-3 0,20 0 2 16,-20 0-14-16,0 0 6 0,1 0-6 15,18-4 7-15,-19 4-6 0,0 0 3 16,0 0 1-16,20-3 0 0,-20 3-8 0,0 0-1 0,1 0 1 0,20-4 1 15,-21 4 2-15,0 0-1 0,18-2-3 0,-18 2 1 16,1 0-5-16,17-1 5 0,-18 1 1 0,0 0 3 16,18-4-1-16,-18 4-2 0,0 0 1 0,18-2-1 15,-18 2-4-15,1 0 2 0,17-8-4 0,-18 8 3 16,1 0 1-16,18-4 2 0,-19 4 3 0,0 0-2 16,18-5-4-16,-18 5 3 0,0 0 0 15,18-2 3-15,-18 2-4 0,0 0 2 0,19-2-5 16,-19 2 3-16,0 0-6 0,18-5 5 0,-18 5 1 0,1 0 2 15,19 0 0-15,-20 0-4 16,1 0 2-16,19 2-3 0,-20-2-2 0,0 0 9 16,23 0-5-16,-23 0 6 0,1 0-6 0,20 3 2 0,-21-3 1 15,1 0 0-15,19 5-1 0,-20-5 0 16,1 0 0-16,15 6 0 0,-16-6 8 0,0 0-6 16,17 8 4-16,-17-8-5 0,0 0 3 0,0 0-6 0,21 7 5 15,-21-7-5-15,0 0 2 0,1 0 3 0,18 5-4 16,-19-5 5-16,1 0-5 0,-1 0 1 0,18 3-2 0,-18-3 2 15,1 0 6-15,0 0-7 0,16 6 2 0,-17-6-3 16,0 0-4-16,1 0 3 0,19 5 2 0,-20-5 0 0,1 0-1 16,15 4 2-16,-16-4-2 0,0 0 2 0,18 1 10 15,-18-1-2-15,1 0-3 0,17 0 2 0,-18 0 1 16,0 0 0-16,17-1 1 0,-17 1-2 16,1 0-4-16,16-4-2 0,-17 4 2 0,0 0-3 0,0 0-2 15,21-4 4-15,-21 4-4 16,1 0 4-16,15-3-4 0,-16 3-1 15,0 0 4-15,1 0-3 0,17 0 6 0,-18 0-5 16,0 0 1-16,1 0-2 0,16 1 2 0,-17-1-1 16,1 0 2-16,0 0-2 0,17 0-4 0,-18 0 5 0,0 0-3 15,1 0 4-15,18-2-4 0,-19 2 1 16,0 0 2-16,22-2 0 0,-22 2 2 0,0 0-7 16,22-1 3-16,-22 1-4 0,1 0 3 0,22 0 2 15,-22 0-3-15,-1 0 3 0,23 2-1 0,-23-2 0 0,0 0 0 16,22 2 0-16,-22-2 5 0,1 0-6 0,19 1 2 15,-19-1-3-15,0 0 9 0,19-1-6 0,-20 1 1 0,0 0-2 16,20 4 0-16,-20-4-1 0,1 0 4 0,19-2-3 16,-20 2 1-16,1 0 4 0,19-1-2 0,-20 1 3 0,1 0 0 15,21-1 5 1,-21 1-2-16,15-2 3 0,-8 1-10 0,1 0 5 16,-1 0-2-16,2-1 3 0,-2 1-4 0,1 0-3 0,-1 0 3 0,-1 0-2 15,1 0 4-15,0 0-6 0,-1 0 1 0,1 1-1 0,-1-1 4 16,0 1-3-16,-1-1-2 0,0 0 0 0,1 1 4 15,-1-1-3-15,0 1 2 0,0-1-3 0,0 0 1 16,1 1 0-16,-1 0 0 16,0-1 0-16,1 1 0 0,1-3 0 0,0 3 1 0,0-1 0 0,2 0-1 0,-1 1-3 15,1-2 4-15,-2 2-3 16,1 0 5-16,1 1-1 0,-1 0-6 16,0 0 4-16,0 0-2 0,-1-1 3 0,1 0 0 15,-1 0 0-15,1 0 1 0,-1 0-2 0,0-1 1 16,1 1-2-16,-2 1-4 0,1 0 6 0,0-1-1 15,1-1 2-15,-1 0-4 0,1 0 4 0,0 1-5 0,1 1 5 16,1-1-3-16,1 0 3 0,1 0-2 0,-1-1 1 16,0 1-1-16,-1 0 0 0,0 0 1 0,0-1 0 15,0-1-1-15,-1 1 2 0,1-1-1 0,-1 3 0 16,-2-2-5-16,2 1 4 16,-1-1 1-16,0 1 1 0,0 0 0 0,0 1-1 0,0-2 0 15,1 1 0-15,0 0 1 0,0 0-2 0,1 1 0 0,0-3 0 16,0 1 0-16,0 0 3 0,-1 1-3 0,1 2 3 0,-1-2 2 0,0 1-4 31,0-1 1-31,0-1-2 0,-1 2-2 0,1-2 1 16,-2 3 1-16,2-3 0 0,0 3 0 0,-2-1 0 0,1-1 1 15,-1 1-1-15,0 0 4 0,2 2-1 16,-1-3-1-16,1 2-1 0,1 0 0 0,0 0 1 16,2 0 0-16,-3 0 0 0,0-2 0 0,0 1-1 15,0 1 3-15,1-2-2 0,-1 1 6 0,1-1-7 0,-2 0 2 16,0 2-3-16,-1-2 1 0,1 1 0 0,0-1-1 15,-1 1 2-15,0 0 1 0,-1 1-3 0,1 1 2 0,-1-2-2 16,2 1 0-16,2 0 2 0,-1 0 0 0,1 1 0 16,1 0-2-16,-2 0 0 0,1-1-1 0,0 0 1 15,-1 0-2-15,0-1 6 0,-1 1-2 0,1 0 4 16,-1 0-10-16,1 0 12 0,-2-1-1 0,1 1 5 0,-1 0-3 16,1-1 1-16,-1 1-2 0,0 0 2 0,1 1 1 15,-1 0-4-15,2 1 4 0,-2-3-4 0,2 2 3 16,1-1 1-1,0 0 0-15,1 0 0 0,0 0 0 0,1 1 3 0,-1-1-6 16,-1 0 4-16,1 0-8 0,-2-1 0 16,2 1 3-16,-1 0-4 0,-1-1 0 0,1 1-2 15,-1-2 1-15,0 1-2 0,-1 0-2 0,0 1 1 16,1-1 2-16,0 0 0 0,0 1 8 0,2-2-1 16,-1 1-5-16,1 0 4 0,-1 0-2 0,1 1 4 0,0 0 3 15,0 0-2-15,-2 0-3 0,0 0 5 16,-1 0-1-16,0 1 3 0,-1-2 1 0,-1 0-10 0,1 0 3 15,-1-1-5-15,0 0 1 0,0 1-1 0,-2 0-4 16,1 0 2-16,1 1-1 0,-1 0 0 0,0-1 4 16,0-1-3-16,0 0-1 0,0 1-6 0,0-1-4 0,0 1-4 15,2 2-69-15,0-4-243 0,2 1-40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8T19:52:16.15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2853 4026 2246 0,'-5'-4'86'16,"5"4"-37"-16,-1 0 44 15,1 0-91-15,-1-1-2 0,1 1-5 0,0-1 1 0,-1 1 0 16,1-1 1-16,-1 1-1 0,-20-15 6 0,21 15 1 0,0 0 2 16,0 0-6-16,-1 0-1 0,1 0 2 0,-1 0 0 15,-17 7 8-15,18-7 3 16,0 0-2-16,-1 1 3 0,-16 17 7 0,13-12-8 0,-1 2 5 15,1 1-6-15,1 2 8 0,-1 3-11 16,1 3-2-16,1 2-2 0,1 0 0 0,-1 0-3 16,2 1 4-16,0 1-4 0,0 1-3 0,1 1 4 15,0 1-1-15,-1 2 2 0,0 1 0 0,0 1-2 0,0-1 3 16,0 1-3-16,1-1 2 0,0-1-2 0,0 3 0 16,-3-1 0-16,1 0 11 0,-1 1-6 0,-1-2 1 0,2-3-5 15,-2 0 2-15,0-2 5 0,0 1-4 0,-3 0 4 16,1 0-5-16,-2-1 4 0,0-1 3 0,0-2-1 15,0-2 0-15,0-3 1 0,-2-2-7 0,1-1 3 16,-1-2-24-16,1 0-10 16,-2-1-6-16,1-3-2 0,1 0-41 0,-2-2-31 15,-2-3-9-15,1-1-9 0,-1-2-55 0,0-2-87 0,0-3-69 16</inkml:trace>
  <inkml:trace contextRef="#ctx0" brushRef="#br0" timeOffset="297.38">2492 4490 488 0,'0'-15'56'0,"1"1"135"16,0 1-122-16,0 1 14 0,0-1-5 16,1 3 6-16,0 0-27 0,0 1 19 0,0 1 5 15,0 1 8-15,1 1 29 0,-3 6-34 16,0 0 4-16,0-1-14 0,1 1 6 0,-1 0-10 0,0-1-2 16,1 1-3-16,15-13 0 0,-16 13-15 0,0 0 1 15,1 0-8-15,-1 0-9 0,22 5-5 16,-12-2-1-16,0-1-2 0,0 1-6 0,2 1 0 15,0-1 6-15,1-1-4 0,0 1 7 0,2-2-2 16,-1 1-2-16,2-1 1 0,0 0-11 0,-2-1-3 16,0 0-1-16,-1 0-1 0,0 0-4 0,-1 0-1 15,1 0-2-15,-1 0 1 0,1-1 2 0,1 1-4 16,-2-1 2-16,1 1-3 0,-2-2 7 0,-1 2-5 0,1-1 4 16,-2-1-5-16,0 1 0 0,-1 0-28 0,-1 0-16 15,0-1-11-15,0 0-111 0,-1 1-112 16,1-1-55-16</inkml:trace>
  <inkml:trace contextRef="#ctx0" brushRef="#br0" timeOffset="630.63">3019 4457 2536 0,'0'0'87'0,"0"0"55"0,0 0-178 0,0 0 17 15,0 0-3-15,0 0 11 0,0 0 16 0,1 1-3 16,20 16-1-16,-14-9-1 0,1 2-1 0,1 1 4 16,-1 1-3-16,0 1 5 0,1-1-7 0,0 1 6 15,0 1 0-15,0 1 3 0,-1 1 2 16,2-1 0-16,-2 1 2 0,0-1-3 0,0 1-1 0,1-1-5 15,-2 1 1-15,0 2-1 0,1 0 2 0,-2-1-3 16,1 1 0-16,0-3-1 0,-2-1 0 0,2-1 3 16,-2 0-1-16,0-3 0 0,1 0-19 0,-1-3-69 15,-1 1-6-15,-1-3-25 0,-3-5-47 0,0 0-81 16,0 1-30-16</inkml:trace>
  <inkml:trace contextRef="#ctx0" brushRef="#br0" timeOffset="899.75">3221 4453 2906 0,'0'0'70'0,"-1"0"-52"0,1 0-18 16,0 0 0-16,-18 12-7 0,18-12-3 15,-8 12-1-15,4-1 1 0,0 1 7 0,-2 2-4 16,-1 1 7-16,-1 0-5 0,-1 1 4 0,-1 0 4 16,-2 1-3-16,0 0 4 0,-1 0-7 0,2-3 3 15,-2 0-1-15,1 0 2 0,-1 0 1 0,1-1-51 16,0 1-9-16,0-1-21 0,2 2-79 0,-1-1-62 16,2-1-33-16,1 0-33 0,0-2-367 0</inkml:trace>
  <inkml:trace contextRef="#ctx0" brushRef="#br0" timeOffset="1331.85">3503 4224 2354 0,'0'0'78'0,"-1"0"29"0,1-1-102 0,0 1 2 0,-1-1 2 16,0 1 0-16,-14-16 2 15,15 16-8-15,0 0-1 0,-1 0-2 0,1 0-2 0,-18 4-14 16,17-4 0-16,-12 7-5 0,6-2 9 0,-1 2 18 16,1 1 1-16,-1 1 6 0,1 1 8 0,1 2 2 15,0 1 1-15,0 2-1 0,1 0-10 0,0 2 0 16,1 2-4-16,1 1 2 0,-1 1-9 0,3 1 0 16,-2 1 8-16,3 1-5 0,0 1 2 0,0 1-4 15,0 1-3-15,1-1 1 0,2-1 3 16,1-2-29-16,0-2-10 0,1-2-12 0,0-1-83 15,1-4-28-15,-1 0-6 0,-1-5-8 0,2 0-50 0,1-2-292 16</inkml:trace>
  <inkml:trace contextRef="#ctx0" brushRef="#br0" timeOffset="1730.82">3577 4306 2455 0,'0'0'331'0,"0"0"-272"0,0 0-2 0,0-1-84 15,0 1 6-15,0 0 14 0,1-1-1 0,18-10 4 16,-19 11-9-16,1 0 7 0,17 2 0 0,-18-2 3 16,1 0 1-16,16 2 1 0,-17-2 0 0,0 0 1 15,17 6-2-15,-17-6 2 0,0 0-1 0,0 0 1 31,15 16-3-31,-15-16 4 0,0 1-1 0,10 19 3 0,-7-10 5 16,-1-1-8-16,0 2 5 0,1 1-5 16,-1 1-1-16,1 1 0 0,-3-1-2 0,-2 1 2 0,2 1 4 0,0 0-2 15,0 0 0-15,2 0-1 0,-2 0-5 0,0 0 10 16,3-1-3-16,-1-3 6 0,3 1-8 0,0-3 3 16,0-1 0-16,1 0 2 0,1-2-4 0,-2 0 2 15,2-2 1-15,0-1-1 0,1-1-3 0,0 0 0 0,0-1-4 16,0-2 4-16,0 0 6 0,1-2-7 0,0 0 4 15,-1-2-7-15,0-1-24 0,-1-1-51 0,0-1-13 16,0-1-14 0,0-2-71-16,0 1-64 0,-1-2-13 0,0-3-33 0,0 3-216 0</inkml:trace>
  <inkml:trace contextRef="#ctx0" brushRef="#br0" timeOffset="1964.74">3888 4201 2105 0,'0'0'145'16,"0"0"-62"-16,0 0-24 0,-18 1-3 0,18-1-35 0,0 0-8 0,-1 1-1 15,-18 18-1-15,13-11 4 0,-1 2 5 16,-2 2-1-16,-1 1 1 0,-1 3-5 16,-1 1 0-16,-1 3-2 0,-1 0 2 15,-1 1-2-15,-1 2 4 0,-1 0 5 0,1-2 0 0,-2 0 16 0,3 0-18 0,1-1 1 16,1 2-8-16,2 0-11 0,-1-2 3 15,1 0-4-15,0-3 4 0,1-1-10 0,0-1-24 0,1-2-17 0,1 0-9 16,0-2-116-16,1-2-136 0,2 0-49 16</inkml:trace>
  <inkml:trace contextRef="#ctx0" brushRef="#br0" timeOffset="2329.67">4040 4012 1150 0,'0'0'1400'0,"0"0"-1101"15,0 0-266-15,1 0-89 0,13 10 49 0,-7-4 2 16,1 7 0-16,-1 0 0 0,0 1 3 0,-2 5 2 15,0-2 0-15,-2 2 0 0,0 1-2 16,-1 1 1-16,1 1 0 0,-1 0 1 16,-2 0 4-16,0 2-1 0,-1-1-2 0,0 3 0 0,-2 1-1 0,2-1 5 0,-1-1 6 0,0 0-2 31,0-1 4-31,-3 0 4 0,2-1-2 0,-3 0 4 16,0 2 3-16,1-2-9 0,-3 0-2 0,2-1-3 15,-1-2-5-15,-1 0 1 0,0-2 5 0,-2-1-3 16,1-2-5-16,-2 2-37 0,1 0-14 0,-2 0-9 15,1-2-63-15,2-3-54 0,-1-3-24 0,3-3-26 0,0-1-243 16</inkml:trace>
  <inkml:trace contextRef="#ctx0" brushRef="#br0" timeOffset="2596.79">4287 4275 2631 0,'0'0'420'0,"0"0"-343"0,0 0-38 15,1 0-68-15,21 2 17 0,-9 1 12 0,2 0-5 16,-2-2 5-16,0 1 1 0,0 1 0 0,-1 0 1 16,-1 0 0-16,0 0-2 0,-3 1-9 0,0 1 4 0,-1-1-9 31,0 0-8-31,-1-1 4 0,0 0-5 15,0 1 3-15,-6-4-23 0,0 0-42 0,0 0-8 0,17 6-14 16,-17-6-56-16,0 0-62 0,0 0-9 0,0 0-25 16,1 0-117-16</inkml:trace>
  <inkml:trace contextRef="#ctx0" brushRef="#br0" timeOffset="2813.16">4294 4518 2944 0,'0'0'11'0,"0"0"-10"0,0 1 1 0,0-1-2 15,0 1 16-15,0-1 9 0,20 17 1 0,-12-16 0 16,2 2-15-16,0-2-3 0,2-1 1 0,0 1-1 16,1-1-1-16,-1-1-3 0,0 1 1 0,1-1-2 15,-1 0 1-15,0-1-1 0,0-1-5 0,2 1 2 16,-3-1 1-16,3 2-16 0,-3-3-32 0,1 0-5 15,1 0-185-15,2 0-196 0,2-1-213 0</inkml:trace>
  <inkml:trace contextRef="#ctx0" brushRef="#br0" timeOffset="3883.26">4429 4361 2472 0,'-7'-2'64'0,"1"1"-27"0,6 1 30 16,0 0-84-16,-1 0 3 0,0 0-6 0,1 1 13 16,0-1 1-16,-18 21 1 15,15-14-4-15,-8-2 2 0,7 7 0 0,1 0 0 0,0 3 1 16,0-2-3-16,2 2 4 0,-1-2-3 0,2 1 4 16,-1-1-4-16,3-1 3 0,0-2-2 0,2-1-5 0,-1-4 5 15,2 0-8-15,-5-5 7 0,0 0-8 0,0 0 17 16,18 2 2-16,-18-2 6 0,13-8 11 0,-7-1 3 15,1-2-3-15,-1-3 3 0,1-1-14 0,-1-3 4 16,0 2-3-16,-1-1 4 16,1 0-5-16,-3-1 13 0,1 0-3 15,-2 1 6-15,-1 0 11 0,-1 1 1 0,0 0 5 16,-2 2-3-16,0 0 8 0,-2 1-3 0,0 1 1 0,-1 2-2 16,-2 2 1-16,1 3-17 0,-1 0 0 15,1 1-9-15,-1 2-13 0,0 1-33 0,1 4 4 16,-1 2-14-16,-1 3-1 0,-1 4 10 0,0 3 5 15,0 3 2-15,-1 4 22 0,1 3-2 0,1-1 1 16,1 0 0-16,2-1 2 0,2-2 0 0,1-1-2 0,2-2 0 16,-2 0-1-16,2-2-2 0,2-2-1 0,0-2-2 15,1-2 3-15,1-3-10 0,1 0 5 0,2-2-11 16,1-1-56-16,0-3-130 0,2 0-31 0,2-2-64 16,1-3-469-16</inkml:trace>
  <inkml:trace contextRef="#ctx0" brushRef="#br0" timeOffset="4346.62">4708 4442 2603 0,'0'0'93'0,"0"0"-61"0,0-1-9 0,0-15-58 15,4 11-9-15,4-2 44 0,-2 0 0 0,3 0 7 0,-1-1-1 0,-8-5 4 0,8 4-1 0,-1-1 1 16,0 1-1-16,1-1-6 0,-1 0 1 0,3 1-3 16,-2-1 15-16,-1 1-3 0,1 0 2 0,0 2-4 31,-1 0-9-31,0 0 2 0,0 3-2 0,-2 0 1 0,-5 4 0 0,1 0-3 15,-1 0 0-15,17 5 0 16,-17-5-3-16,1 0 3 0,11 16-2 0,-8-6 2 0,0 1 6 16,0 1-2-16,-1 0 2 0,1 1-1 15,-1 0 9-15,2 0-1 0,0-2 3 0,0 0-3 16,1-1-3-16,0-1-2 0,0 0-1 0,1-2 1 0,0-1 4 0,0 0 5 0,2-2-1 0,0-1 1 16,1-2 3-16,2 0-4 0,1-1 4 0,1-2-5 31,1-1-4-31,-1-1-12 0,1-3 3 0,2 1-2 0,-2-2 12 15,0 0-12-15,0-1-16 0,-2-1-1 16,0 0-71-16,-1 0-53 0,0 1-8 0,1 1-23 16,-1-1-89-16,2 2-237 0</inkml:trace>
  <inkml:trace contextRef="#ctx0" brushRef="#br0" timeOffset="5697">5857 4349 2207 0,'0'0'118'0,"0"0"-55"0,0 0 59 31,0 0-153-31,0 0 19 0,0 0 2 0,0 1 19 0,0-1 7 16,-4 19-4-16,4-19 11 0,-1 1-1 0,-12 13-1 16,8-6 0-16,0 1-2 0,-2 0 12 0,0 1-3 15,-1 1 6-15,-3 0-1 0,-1 2-4 0,0-3 0 16,-2 2-3-16,1 0-11 0,0 1-5 0,0 2-6 0,1-3 3 16,0 2-4-16,0-3-2 0,-1 1 3 0,1-2-3 15,0 0-5-15,1-1-16 16,1 0-21-16,1-3-2 0,0 0-112 0,-1-1-59 0,3-1-28 0,-1-3-22 0,1 0-203 0</inkml:trace>
  <inkml:trace contextRef="#ctx0" brushRef="#br0" timeOffset="6049.14">5753 4040 2795 0,'0'0'123'0,"0"0"-151"16,0 0-20-16,0 0-29 0,0 0 34 0,0 0 34 0,0 0 8 16,1 0 2-16,16 10 4 0,-17-10-2 0,9 13-4 0,-4-5 1 15,1 2-9-15,-1 1 9 0,1 0 0 0,-2 1 4 0,1 2-7 16,1 1 7-16,-2 1-3 0,1 1 6 15,1 0 1-15,-2 0 3 0,2 3 1 0,-1 1 1 16,1 3 5-16,0 1-3 0,-1 0 2 0,2 1-2 16,0-2 3-16,0-1-6 0,2-2-1 0,-1-3-2 15,-1-1-3-15,0-2-4 0,1 0-1 0,-2 1 0 16,1 0-3-16,0 1 4 16,-2-2 0-16,1-2 2 0,0-1-2 0,-1-1-25 15,-1-1-8-15,0-3-13 0,-1-1-76 0,-3-6-56 16,0 0-14-16,1 1-19 0,-1-1-114 0</inkml:trace>
  <inkml:trace contextRef="#ctx0" brushRef="#br0" timeOffset="6551">6093 4365 2282 0,'0'0'56'0,"0"0"-55"0,0 0-8 0,0 0-6 0,1 1 23 15,-1-1-2-15,15 20 2 0,-15-20-4 0,0 1-6 16,1-1 12-16,21 15-6 0,-22-15 9 16,0 0-14-16,22 3 13 0,-22-3-3 0,1 0 6 0,23-6 4 15,-15 1 1-15,1-2 3 0,-1-1-2 16,0-2-1-16,1 0-7 16,-1-2 0-16,-1 0-2 0,1-1-7 0,-2 0 8 15,0-1-7-15,1-1 8 0,-2 1-10 16,1 0 0-16,-1 1 3 0,-1 1-1 0,-1 0 6 0,-1 0-1 15,0 1-1-15,-1 0 1 0,-2 0-6 0,-2 1 7 16,0 0 0-16,-2 1 2 0,0 1-2 0,0 1 1 16,0 1-2-16,-1 1 2 0,0 1-2 0,-1 1-8 15,0 1 1-15,-2 2-3 0,-1 0-8 0,-2 2-1 16,0 2 1-16,0 1 0 0,-1 1 6 0,2 1-8 0,0 2 1 16,0 1-3-16,0 1 1 0,2 1 2 0,-2 1-1 0,2 1 1 15,1 1 3-15,-1 1 14 0,1 1 2 16,1 1 5-16,2 1 2 0,2 3-3 0,-1 1 1 15,3 0-1-15,0-1-1 0,1 1 5 0,2-2-7 0,1-1 6 16,1-1-11-16,2 0-4 0,1 1 0 0,-1-2-2 16,1 0-5-16,1-2 3 0,0-2-4 0,1-1 4 15,1-2-6-15,0-3-2 0,-1 0 4 0,0-3-3 0,0-1 2 16,-1-2-9 0,1-1-10-16,-1-1 0 0,1-2-50 0,0-1-43 0,0-2-4 15,1-3-16-15,2-1-35 0,1-3-103 16,0-2-29-16</inkml:trace>
  <inkml:trace contextRef="#ctx0" brushRef="#br0" timeOffset="6898.86">6220 3956 3145 0,'0'0'2'0,"0"0"-88"0,0 0 17 0,0 0-30 0,0 0 95 0,0 0 12 0,18 3-3 0,-18-3 6 0,1 0 1 0,21 5-3 31,-12-4 2-31,2 0-3 0,-2 0-8 0,3 0 5 16,1 0 1-16,-3-1 1 0,3 0-4 0,-3 0-1 16,1 1 0-16,-2-1 1 0,1 0 1 0,0-1-3 15,1 0-1-15,-2 0 0 0,0-1 0 0,-1-1-34 16,-1 1-16-16,0-1-13 0,0 1-95 0,-1 0-101 16,-1 0-16-16,1-1-55 0,0 1-346 0</inkml:trace>
  <inkml:trace contextRef="#ctx0" brushRef="#br0" timeOffset="7170.54">6702 3817 2108 0,'0'0'356'0,"0"0"-168"0,0 0 53 0,0 0-193 0,0 0-90 31,-6 15 28-31,5-6-5 0,0 4 15 0,-3 0 6 0,1 2-1 16,-2 1 1-16,-1 1-1 0,-1 0-1 16,0 1 7-16,-3-1-5 0,0-1 6 0,0-1-5 15,0 0 0-15,-1-2 2 0,0 0-1 0,0 0-4 0,-1-1-1 16,1 0 0-16,0-2 0 0,2 0 1 0,0-3-74 16,-1-1 2-16,1-2-34 0,1-3-50 0,2-1-93 15,-1-2 5-15,2-1-62 0,0-4-304 0</inkml:trace>
  <inkml:trace contextRef="#ctx0" brushRef="#br0" timeOffset="7462.54">6605 3597 2297 0,'0'0'76'0,"0"0"44"0,1 0-116 16,0 0 8-16,19-1 2 0,-20 1 0 0,1 1 1 15,-1-1 12-15,16 23 1 0,-13-13 4 0,0 2 6 16,1 2 6-16,0 0-7 0,0 1 5 0,0 1-15 0,0 0 3 16,0 0 2-16,1 0 0 0,0-1-4 15,1 1-7-15,0-2 3 0,2 3-5 0,0 1-4 16,-1-1-2-16,0 2-2 0,0-1 2 0,-1-1 0 0,0 2-5 16,1-2 0-16,0 0-3 0,1-1-1 0,1 0 1 15,1-3-2-15,-2-1 1 0,0 0-4 0,-1-3 1 16,0 2 1-16,2-1 1 15,-2-1-3-15,0-2-2 0,-1 1-15 0,-1-3 3 16,-5-5-68-16,1 0-56 0,-1 0-7 0,17 4-21 0,-17-4-76 0,1 0-142 0,-1 0-124 16</inkml:trace>
  <inkml:trace contextRef="#ctx0" brushRef="#br0" timeOffset="8264.52">6822 3756 2235 0,'0'0'107'0,"0"0"-63"0,-1 0-25 16,1 0 1-16,0 0-16 0,-1 0 10 0,1 0-1 0,-1 0 7 16,1 0 22-16,0 0-6 0,-1 0 4 15,0 0-7-15,1 0-7 0,-1 0 6 0,1 0 1 16,0 0 2-16,0-1 2 0,0 1-8 0,1-1-3 0,-1 1 0 16,20-11-11-16,-20 11 7 0,1 0-3 0,19-4 3 31,-19 4-4-31,-1 0-12 0,24-3 7 0,-24 3-8 15,0 0 4-15,23 2-8 0,-23-2 0 0,1 0-1 16,18 9-1-16,-19-9 1 0,0 1-3 0,17 16 3 0,-12-8-5 16,-1 0 5-16,0 1 0 0,-1 1 2 0,0 0-1 15,-1 1 4-15,1 2-2 0,0 0 3 0,2 0-1 16,-1 1 0-16,0-1 1 0,0-1-1 16,0 0 4-16,1-1-3 0,0-1 1 0,0-1-1 0,0-1-6 0,-2-2 7 15,1 0-4-15,1 0 4 0,0-2-8 0,-1 0 5 16,-4-5-1-16,0 0 4 0,16 3-4 0,-16-3 4 15,1 0-5-15,18-4 4 0,-11 1-5 0,0-2-8 16,1-2 1-16,-2 0-8 16,1 0-27-16,-1-1-2 0,1-1-9 0,-2 0 3 0,0 0-21 0,-1 1-22 0,-1 0 0 15,-1 1-12-15,0 0-42 0,0 0-49 16,-1-1-18-16,-1 1-19 0,0-1-159 0</inkml:trace>
  <inkml:trace contextRef="#ctx0" brushRef="#br0" timeOffset="8479.79">7111 3691 2707 0,'-5'0'85'16,"5"0"-72"-16,-1 0-15 0,1 0-7 0,-17 13 12 0,11-5 15 16,-1 2-8-16,-3 1 9 0,0 2-8 15,-2 0-2-15,-1 2 4 0,-1 1-4 0,-3 1-3 0,0 3 2 16,-1 0-1-16,-1 2 1 15,0 2 1-15,1-1 0 0,-1 0-2 0,2-1 0 16,1-2-10-16,1-1 2 0,1-2-5 0,2-1-3 16,0-1-94-16,1 0-165 0,1-1-62 0</inkml:trace>
  <inkml:trace contextRef="#ctx0" brushRef="#br0" timeOffset="9429.32">7363 4324 2202 0,'0'0'89'16,"0"0"-31"-16,0-1-10 0,0 1-40 0,0-1-22 15,0 1 9-15,0 0 6 0,0-1 1 16,1 1-2-16,-1 0 2 0,0-1-2 0,1 1 4 0,17-4 0 0,-18 4-7 16,0 0-14-16,1 0-4 0,-1 1-106 0,1-1-80 15,-1 1-31-15,15 15-42 0,-15-16-412 16</inkml:trace>
  <inkml:trace contextRef="#ctx0" brushRef="#br0" timeOffset="9595.99">7397 4523 2227 0,'0'0'74'0,"0"0"25"0,-10 14-81 0,8-3-2 16,-1 0 5-16,0 2-4 0,-2 0 9 0,0 2-6 15,-2 0 1-15,0 1-3 0,0 0-12 0,-1-1-117 16,1 1-15-16,-2-1-53 16,-1 0-211-16</inkml:trace>
  <inkml:trace contextRef="#ctx0" brushRef="#br0" timeOffset="10866.09">7856 3903 1707 0,'-5'-4'94'15,"1"2"-10"-15,4 2 4 0,0 0-40 0,-1 0-25 0,1 0-6 16,0 0-1-16,-17-1 0 0,17 1-3 0,0 0-2 15,-20 2 1-15,20-2 0 0,-1 1 6 16,-14 12-6-16,9-6-2 16,-1 1-1-16,1 0 1 0,-1 1 2 0,1 1 1 0,-2 1-2 15,1 2-4-15,-1 1-2 0,0-1 2 0,0 2-2 16,-1 1 10-16,0 3-9 0,0 3 3 16,-1 2-5-16,1 1 5 0,0 0 1 0,1 0-2 15,0 1 1-15,3 1-5 0,2 1 0 16,0 0 2-16,1 1-1 0,2 0-3 0,0-2 5 15,1-2-1-15,2 0 5 0,1-2 5 0,-2 0-8 0,3-3 0 16,0 0-3-16,0-1-3 0,3-2 1 0,-2 0 5 16,1-2-1-16,0-2 3 0,1-2-10 0,1-1-13 0,0-3-3 15,1-1-85-15,0-4-87 0,1-2-32 0</inkml:trace>
  <inkml:trace contextRef="#ctx0" brushRef="#br0" timeOffset="11596.69">7980 4059 1888 0,'-5'-2'321'0,"5"2"-233"0,-1 0 24 15,1 0-107-15,-1 0-69 0,1 0 42 0,-10 22-5 16,10-12 20-16,-1 1 4 0,0 2 3 16,0 1 1-16,-1 1 1 0,-1 1-4 0,1 0 10 0,-1 1-5 15,0-1 8-15,-1 1-9 0,1-2 7 0,-1 1-1 16,-1-1 2-16,0-1-5 0,0 0 7 0,0-1-4 0,1-2 4 16,0-1-7-16,1-3 9 0,1-1 4 0,2-6 0 0,0 0 2 15,0 1 0 1,0-1-3-16,0 1 2 0,0-1-8 0,0 0-16 0,0 0-3 0,0-1-5 15,-5-16-15-15,7 6 2 0,1-2-1 0,2-2 2 16,0-1 11-16,2-1 2 16,-2 0 3-16,3 0 0 0,-1 0 9 0,0 1 6 15,0 0 2-15,1 1 3 0,0 0 4 0,-1 1 1 0,1 1-6 0,1 2 4 0,-1 0-9 16,0 2 4 0,1 3-2-16,-2-2 1 0,1 4-11 0,-1 1-3 15,-1 0-3-15,0 4 1 0,1 0 5 0,0 1-4 16,-1 2 6-16,-1 1-6 0,0 1 8 0,0 3 3 15,-1 1 4-15,0 1-1 0,-1 0 5 0,-3 2 9 16,0 1-8-16,-2 1 8 0,0-1-8 0,-1 1 3 16,-1-2 3-16,1 0-1 0,0-1 0 0,0 0-3 15,1-3-1-15,-1-1 1 0,1 0-3 0,2-8 1 0,0 0 0 16,0 0 0-16,0 1 8 0,-1-1-6 0,0 1 4 0,1-1-5 16,0 1-7-16,0-1-11 0,-1 0-2 0,0 0-3 15,1-1 0-15,-10-16-11 0,10 17 1 0,5-15-4 16,-1 5 2-16,1-1 2 0,0-2 5 0,0-1-2 15,2 0 6-15,0-1 3 0,2 0-5 0,-1 0 5 16,1 1 6-16,1 1 3 16,-2 1 1-16,0 0 1 0,1 1-6 0,-1 3 4 15,0-1-2-15,-1 3 3 0,0 1-1 0,-1 1-1 16,-6 4 3-16,0 0-4 0,1 0 0 0,17-2-1 0,-18 2 0 0,0 0 1 0,0 0 7 0,1 0 2 31,15 23 1-31,-13-14-1 0,-1 1 2 0,-2 1-1 16,1 2-1-16,-1 0 0 0,1 2 3 0,-1 0-2 15,0 1 5-15,0 0-5 0,-2 1-1 0,0-1 1 16,0-2-2-16,1 1 0 0,-1-2-7 0,1 0-86 16,-1-1 2-16,1-1-37 0,0-2-47 0,-1-3-50 0,2-6-34 0</inkml:trace>
  <inkml:trace contextRef="#ctx0" brushRef="#br0" timeOffset="12590.59">8291 4155 2112 0,'0'0'170'15,"0"0"-160"-15,0 0 0 0,0 1-47 0,0-1 29 0,14 18 9 16,-14-18-1-16,0 0 3 0,17 11-4 0,-17-11 7 31,1 0-1-31,18 3 4 0,-18-3-9 0,0 0 10 0,20-4 3 0,-21 4 2 16,14-8 6-16,-7 3-8 15,1-2-2-15,-1-1-1 0,-1 0 0 0,1-1-6 0,0 0-1 0,-2-1-1 0,0 1 2 16,0 0 13 0,-1-1 3-16,-1 1 1 0,0-1-4 0,-1 1 1 0,1 1-2 15,-3 0 2-15,0 0-3 0,0 2 4 0,0 6-7 16,0 0 4-16,0-1-11 0,-5-18 4 0,5 19 3 16,0 0-2-16,0-1 0 0,-1 1 0 0,-16-13-6 15,17 13 5-15,-1 0-7 0,-15-1-2 0,16 1 1 16,0 0-2-16,-20 5-6 0,20-5 7 0,-14 10-2 15,8-4 4-15,-2 2-1 0,0 1-4 0,1-1 0 16,0 3-2-16,0 1-2 0,1 1 5 0,0 1-2 16,2 0 3-16,0-1-1 0,-1 1 2 0,2 2-3 0,0 0 3 15,2 0 0-15,0 0 4 16,1-1 0-16,0 1 1 0,1-1-2 0,1-1 4 0,1 0-5 16,1 0 4-16,1-3-5 15,0-1 1-15,0-1 4 0,2-3-4 0,1 0-2 0,0-3-14 16,1-1-7-16,0-2-4 0,1-2-39 0,1-2-47 15,0-3-2-15,2-2-19 0,-1-2-40 0,1-2-14 16,2-1-10-16,-1 0 7 0,0 1 45 0,0 2 94 16,0 0 9-16,-1 1 26 0,-1-1 26 0,-2 0 4 0,1 2 7 15,-1 0-1-15,1 1 20 0,-1-2-5 16,-2 0 1-16,1 1 0 0,-1 0 30 0,0 0 18 0,-2-1-1 16,0 1 6-16,-1 1-2 0,-1 0-11 0,-1-1 1 15,-1 0-6-15,0 2-13 0,-2 7-3 0,0-1 1 16,0 1-2-16,1-17-8 0,-1 17-7 0,0 0 0 15,0-1-2-15,-1 1 2 0,1-1-11 0,-21-10-1 0,21 11-5 16,0 0-20-16,-20 0 0 0,20 0 0 0,-1 0 1 16,-20 8-1-16,13-3 3 15,0 1-3-15,-1 1 3 0,1-2-5 0,-1 5 3 0,-1-1-1 0,2 2 2 16,-1 1-9-16,1 0 1 16,0 1 0-16,0 2 1 0,1-1-2 0,2 1 5 15,-1-1 0-15,0 0 3 0,1-2-3 16,0-1 1-16,4 0 0 0,0-2 0 0,0-1-1 0,2-1 0 15,1-1 1-15,-2-6 0 0,0 0-2 0,0 0 0 16,0 1-5-16,0-1 1 0,17 13-12 0,-17-13-1 16,0 0-2-16,16-10 1 0,-8 3-3 0,1-1-1 15,-1 1 2-15,2-3-1 0,1 0 12 0,-3-1 4 16,2 0-2-16,-2 0 2 0,0-1-2 0,-1 1 6 16,1 0 1-16,-1-1 1 0,0 0 5 0,-2 2-2 0,0-1 1 15,0 3-2-15,0-2 4 0,-2 3 6 0,0-1 0 16,-1 1 2-16,-2 7 0 0,0-1-6 0,0 1 5 0,0 0-5 15,0-1 8-15,0 1-8 0,0-1 1 0,0 1-3 16,0 0-1-16,0 0-4 0,0 0 3 0,0 0-2 16,-5 21-1-16,3-11 3 0,-1 2-3 0,0-1 3 15,1 2 1-15,0 0 0 16,1 0-1-16,1 1 1 0,0-2 0 0,0 0-1 0,0 0 4 16,2 0-4-1,1-1-4-15,-1-1 4 0,1-2-3 0,0 0 5 0,1-1 0 0,-1-3-10 16,-3-4-3-16,0 1-4 0,1-1-29 15,-1 1-19-15,19 7-15 0,-19-8-4 0,1-1-80 0,16-16-77 16,-8 8-27-16,-1-4-54 0,1-1-512 0</inkml:trace>
  <inkml:trace contextRef="#ctx0" brushRef="#br0" timeOffset="13066.95">8821 4006 1773 0,'0'0'273'0,"0"0"-227"0,0 0-6 15,0 0-61-15,-8 18 26 0,5-8 27 0,0 2-3 16,-2 2 10-16,-1 1-9 0,0 1 1 0,-1-1 2 16,1 2-1-16,-1 0-4 0,0-1 14 0,0 1-4 0,-1-2 8 15,2 0-5-15,0-2-13 0,1 1-3 0,2-1-4 16,-3-2-11-16,1-1-1 0,1-2 5 0,0 0-4 16,2-1 3-1,2-7 4-15,0 0-2 0,0 1 3 0,-1-1-8 0,1 0-14 0,-1 1-1 16,1-1-7-16,0 0-13 15,0 0-17-15,-6-14 2 0,9 5-7 0,0-2 5 16,1 0 20-16,2-1-3 0,0-1 11 0,1 1 14 16,0-2-1-16,1 0 4 0,0-1-3 0,1 0-3 0,1 0 6 15,0-1-3-15,0 1 5 0,2 0 3 0,-1 0-5 16,1 1 5-16,-2 3-5 0,1 1 3 0,0 2-6 16,-1 0 5-16,-1 2-5 0,0 0 6 0,1 2 0 15,-3 0-5-15,-1 2 4 0,1 0 1 0,-2 2 4 16,-5 0 2-16,1 0 0 0,-1 0-3 0,1 0 15 0,17 4-7 15,-18-4 9-15,0 1-6 0,0-1 2 0,7 20 2 0,-7-20-1 16,0 16 1-16,0-5-4 0,-3 2-1 16,1 4-1-16,-1 1-10 0,1 1 8 0,-1 2-8 15,-2 0 8-15,3 0-12 0,-3 0 7 0,2-1 1 16,-1-1 0 0,1 1-8-16,1-1 6 0,0-2-6 0,1 0 7 0,-1-1-9 0,0-3 6 15,1-1-8-15,1-3 3 16,-1-1-51-16,1-8-46 0,0 0-11 0,0 1-14 0,0-1-79 15,0 0-137-15,1 0-158 0</inkml:trace>
  <inkml:trace contextRef="#ctx0" brushRef="#br0" timeOffset="13376.13">9054 4094 2575 0,'0'0'216'0,"0"0"-209"16,0 0 0-16,0 0-64 0,0 0 21 0,0 0 26 16,0 0-1-16,0 1 8 0,19 10-6 0,-19-11 4 15,1 0 1-15,17-1 0 0,-17 1 4 0,0 0 17 16,21-6-7-16,-21 6 11 0,-1 0-14 0,24-9-7 0,-16 6-1 0,2 0-3 31,-2 0-1-31,2 0 4 0,0 0-2 0,-1-1 2 16,1 0-6-16,-2 1-5 0,0-1-5 0,0 1-8 0,-2 0-91 15,0 0-65-15,-6 3-24 0,1 0-15 0,-1 0-129 0</inkml:trace>
  <inkml:trace contextRef="#ctx0" brushRef="#br0" timeOffset="13631.01">9015 4250 2741 0,'0'0'66'0,"0"0"-87"0,0 0-7 0,0 0-15 0,0 0 50 0,1 1 4 16,16 12-4-16,-17-13 3 0,1 0-5 0,21 3 16 15,-21-3 1-15,16 2 4 16,-17-2-6-16,17 1 11 0,-17-1-5 0,16 0 6 15,-6-2-17-15,-1 1-7 0,1 1-3 0,1-2 0 16,-1 1-5-16,2-1 0 0,1-1 0 0,-1-1-1 16,0 1-1-16,0 0-9 0,-1 0-7 0,0-2-5 0,-2-1-79 15,0 0-66-15,0 0-9 0,0-1-19 0,-1-1-50 16,1-1-199-16</inkml:trace>
  <inkml:trace contextRef="#ctx0" brushRef="#br0" timeOffset="13914.97">9535 3738 2710 0,'0'0'67'0,"0"0"0"16,0 0-122-16,0 0 32 0,0 0 5 0,0 16 8 0,0-16 11 16,0 1 4-16,4 18-6 0,-4-19 4 0,4 16 1 15,-2-7-3-15,0 1 8 0,-2-2-6 0,1 2 1 16,0-1 0-16,0 0 0 0,-1 0 0 16,0 0 0-16,0-1 2 0,0 1-5 0,-1-1 3 0,1 0-11 0,-1-1-82 15,0-1-2-15,1 0-37 0,-2 0-103 0,1 0-264 16</inkml:trace>
  <inkml:trace contextRef="#ctx0" brushRef="#br0" timeOffset="14245.94">9286 4097 2014 0,'0'0'338'0,"0"0"-175"0,0 0 59 0,0 0-205 16,0 0-71-16,0 1 33 0,0-1 2 0,0 0 11 16,3 17 11-16,-3-17 11 0,1 0 0 0,18 5 6 15,-10-5 20-15,0-2 10 0,2 0 1 0,0-1 4 0,3 0 8 16,2-1-14-16,2-2-1 0,3-1-6 0,-1 1-18 16,1-2-15-16,0 2 0 0,-1-3-4 0,-2 3 1 15,2-1-1-15,-2 1-3 0,1 0 1 0,-1-1-3 0,1 1-5 16,0-1 4-16,-1 2-5 0,-1 0 9 0,-2 1 1 15,-1 1-2-15,-2-1 0 0,-1 1-5 0,-2 1-6 16,-1-2-2-16,-1 1-7 16,-1 1-70-16,-1-1-30 0,-5 3-17 0,0 0 0 0,0 0-41 0,1 0-101 15,-1-1-28-15</inkml:trace>
  <inkml:trace contextRef="#ctx0" brushRef="#br0" timeOffset="14547.2">9533 4306 2965 0,'0'0'83'0,"0"0"21"0,0 0-146 0,0 1 22 16,0-1 3-16,-1 17 8 0,1-17 9 0,0 0 4 15,1 18-4-15,-1-18 5 0,0 1 7 0,-2 21-7 16,-1-13 7-16,0 0-6 0,0 0 5 0,-1 1 3 16,-1 1-5-16,-1 0 3 15,-1 1-8-15,0 0 7 0,-2 2-1 0,0 0 2 0,-1 1-3 0,0 0-7 16,-1-1 4 0,0-1-6-16,1-1-12 0,1-3-70 0,-1-1 0 0,2-2-26 15,0-1-29-15,0-2-27 0,1-2-15 0,-1-1-8 16,4-2-102-16</inkml:trace>
  <inkml:trace contextRef="#ctx0" brushRef="#br0" timeOffset="14931.33">9493 4149 2683 0,'0'0'60'0,"0"0"-81"16,0 0-6-16,0 0-16 0,0 0 37 0,0 1 17 16,0-1-6-16,-4 16 10 0,4-16-8 0,0 1 15 15,0-1 0-15,2 18 7 0,-2-18 15 0,0 0 4 0,4 17 2 31,-4-16-3-31,0-1-13 0,6 23-13 0,-3-13 2 16,0-1-6-16,2 2-1 0,-1 3-5 0,1 0-1 0,0 2 0 16,1 1 1-16,1-1-11 0,-1 2 7 15,1-1-8-15,-1 1 7 0,1 0-2 0,0-1-1 0,2-1 1 16,-2 1 5-16,2-1-4 0,-1 2-1 0,2-1-2 16,-2 1-2-16,1-1-1 0,1 1 2 0,-2-1-1 15,0 0 6-15,0-1-3 0,-2-1 2 0,2-2-4 0,-1-1-12 16,-1-2-91-16,0-2-5 0,1 0-37 0,0-3-90 15,0-1-193-15</inkml:trace>
  <inkml:trace contextRef="#ctx0" brushRef="#br0" timeOffset="15529.82">9879 3985 2137 0,'0'0'164'0,"0"0"-73"16,0 0 83-16,0 0-197 0,0 0 15 0,0 0 1 0,0 0 25 16,0 0 2-16,0 0 2 0,0 0 6 0,0 0 8 15,0 0 1-15,0 0 3 0,0 0 6 0,20-1-21 16,-20 1 4-16,0 0-10 0,18-2 1 0,-18 2-6 15,1 0-2-15,22-3-1 0,-23 3-4 0,0 0 4 16,21-4-5-16,-21 4 3 0,1 0-14 0,20-4 5 16,-21 4-1-16,1 0 1 0,20-4 0 0,-21 4-2 15,1 0 1-15,19-5-1 0,-20 5-8 0,1 0-66 16,20-6-7-16,-21 6-27 0,1 0-95 0,20-7-72 16,-21 7-33-16</inkml:trace>
  <inkml:trace contextRef="#ctx0" brushRef="#br0" timeOffset="15792.41">9899 4130 2251 0,'0'0'379'0,"0"0"-229"0,0 0 65 0,0 0-215 0,0 0-55 0,0 0 28 16,0 1 3-16,0-1 8 0,0 0 16 0,18 17-5 15,-18-17 5-15,1 0-3 0,22 2 19 16,-14-2-1-16,-1-1 0 0,3 1 0 0,-2-1-7 0,0 0-1 16,1 1 0-16,-1 0-2 0,0-1-4 0,1 0-1 15,0 0-2-15,1 0 1 0,0-1-2 0,0 0-2 16,0 0 1-16,1 0-2 16,0-2-6-16,-1 0-95 0,-1 0 1 0,1 0-43 15,-2-1-81-15,0 0-105 0,0-1-113 16</inkml:trace>
  <inkml:trace contextRef="#ctx0" brushRef="#br0" timeOffset="16224.9">10285 3874 3083 0,'0'0'70'16,"0"0"-11"-16,0 0-123 0,0 1 39 0,-4 16 0 16,4-16 14-16,-3 14 7 0,-1-5-2 0,-1 0 2 15,-1 1-2-15,1 0 4 0,-3 0 0 0,2 0 0 16,-2 1 1-16,0-1 5 0,2 0 2 0,-1 1 2 0,0-3-2 0,2 1-4 0,-2 0 4 16,2 0-4-16,0 1 4 0,1 2-5 0,0-2 8 0,1-1-3 31,1 0 4-31,0-2-6 0,2 0 0 15,0-1 2-15,2-1-1 0,0 0-1 0,1-2-7 0,2 1 3 16,0-1-3-16,2 0 6 0,1-2 1 0,-1 0-4 0,1-1 3 16,0 0-4-16,2-1 6 0,-1 0-1 0,3 0 4 15,-1-1 1-15,2 0-4 0,0-1 3 0,1 0-2 16,1 0 5-16,-1-1-9 0,0 0 3 0,-1 0-5 16,0 0 3-16,0 0-8 0,0-1 2 0,-1 0-3 15,0 1 9-15,0-1-2 0,-2 1 1 16,1 0-2-16,-1-1-1 0,0 0-5 0,0 0-1 15,-1 1-4-15,-1 0-57 0,-3 0-44 0,0-1-17 16,-5 4-5-16,0-1-37 0,0 1-30 0,10-17-4 0,-10 17-20 0,0-15-114 0</inkml:trace>
  <inkml:trace contextRef="#ctx0" brushRef="#br0" timeOffset="16512.59">10432 3871 2372 0,'0'0'234'0,"0"0"-194"16,0 0-20-16,0 1-43 16,-1-1 10-16,-12 22 21 0,12-13 2 0,-1 1 6 15,-1 1 0-15,3 1-9 0,-2 1 4 0,0 1-5 16,1 0 4-16,-1 0 20 0,0 2-3 0,0-2 10 16,0 0 4-16,1 3-7 0,-2-2 6 0,1 2-6 15,1 2 0-15,-2 0 4 0,1 2-6 0,-1-2 5 0,0 1-8 0,0-1-10 16,1 0-7-1,0-1 1-15,0 0-6 0,0-1 5 0,0 1 2 0,0-2-2 0,1-1-3 0,-2 0-4 16,1-1 3-16,-1-2-2 0,1-1 9 0,0-2-11 16,0-1-1-1,2-8-7-15,0 0-56 0,0 1-119 0,0-1-9 0,0 0-44 0,0 1-108 0</inkml:trace>
  <inkml:trace contextRef="#ctx0" brushRef="#br0" timeOffset="17166.03">10714 4099 1474 0,'-4'-4'566'16,"4"4"-252"-16,0 0 293 0,0 0-653 0,0 0 14 15,0 0-2-15,0 0 28 0,0 0-1 0,0 0 4 16,0 0-1-16,0 0-2 0,0 0 4 15,0 0-2-15,0 0 12 0,0 0-4 0,0 0 4 0,0 0-5 16,0 0-2-16,0 0 5 0,0 0-6 0,0 1 5 16,0-1-9-16,1 1 7 0,-1-1-3 15,0 1 4-15,0-1-4 0,0 0-1 16,0 1 2-16,1-1-1 0,-1 1-3 0,1-1-94 0,0 0-10 16,-1 1-37-16,0-1-97 0,0 0-131 15,1 0-186-15</inkml:trace>
  <inkml:trace contextRef="#ctx0" brushRef="#br0" timeOffset="17365.12">10715 4276 2800 0,'0'0'90'15,"0"0"83"-15,-6 14-197 0,6-5 15 0,0 1 8 16,2 3-1-16,-2-1 4 0,-2 2 0 0,0 0 1 15,0 0 1-15,-2-2 5 0,0 0-43 0,0-2-9 16,-2 1-15-16,-1-2-51 0,-1-1-2 0,0-1-4 16,0 0-3-16,-1-1-65 0,-2-1-181 15,0-3-150-15</inkml:trace>
  <inkml:trace contextRef="#ctx0" brushRef="#br0" timeOffset="17699.04">10904 4076 2993 0,'0'0'30'0,"0"0"-71"15,0 0 2-15,0 0-19 0,0 0 38 0,1 0 10 16,-1 0 0-16,18 6 4 0,-18-6 2 0,0 0 3 16,1 0 6-16,18 0 0 0,-19 0 25 0,1 0 1 15,22 1 0-15,-15 0 0 0,2-1-15 0,-1 0-8 16,2 1-3-16,-1-1 0 0,0 0-5 0,0 0 3 16,-2 2-4-16,2-1 2 0,-2 0-4 0,1 1 3 15,-1-2-1-15,0 1 1 0,-1 0-8 0,0-1 3 0,0 2-8 16,-1-1-2-16,-6-1-100 0,0 0-65 0,1 0-18 15,18 0-15-15,-19 0-74 0,0 0-312 0</inkml:trace>
  <inkml:trace contextRef="#ctx0" brushRef="#br0" timeOffset="17997.45">10871 4262 2222 0,'0'0'372'16,"0"0"-185"-16,0 0 86 0,0 0-275 0,0 0-60 0,0 0 37 0,0 0 5 0,17 11 10 15,-17-11 10-15,17 3 18 0,-6-1-7 0,1-2 11 16,3 0-6-16,0-2 7 0,0-1 6 16,0 3 0-16,0-2 4 0,0 1-9 15,0-1-4-15,0-2-2 0,-1 2-20 0,-1 1 2 16,0-1 0-16,-1-1 1 0,0 1 4 0,1-2-5 0,-1 1 0 15,0 1-1-15,0 0 1 0,-1 0-2 0,-1-1-7 16,-2-1-2-16,-1 0-53 0,-2 0-70 0,0 0-3 0,0-1-24 16,-2 0-25-16,-1-2-6 0,-1-1-15 0,0-1-1 15,0-1-94-15</inkml:trace>
  <inkml:trace contextRef="#ctx0" brushRef="#br0" timeOffset="18313.02">10976 3954 2374 0,'0'0'78'0,"0"0"78"0,0 0-194 0,0 1 16 16,5 20 4-16,1-14 5 0,1 0 13 0,2-1 0 16,1 0-5-16,1 1 4 0,0-1 1 0,1-1 3 15,1-1 0-15,-1-1 1 0,1 0 6 0,0 0 9 16,0-2 4-16,1 2 0 0,0-1 0 0,0-1-2 15,3 1 1-15,-4-1-3 0,2 2-6 16,-3 1 1-16,-1 0-5 0,0 1 4 0,-3 0-4 0,0 0 6 0,-1 0-3 16,0 1 4-16,-2-1-2 0,0 3 4 15,-2-2 2-15,-1 2 0 0,-1 1 0 0,-1-1 1 0,0 2 3 16,-3 0-1 0,0 2 5-16,-2-1-13 0,-3 1-5 0,-1 0-2 0,-1-1-20 0,0 1-43 15,0-1-5-15,-1-1-15 16,0-1-41-16,0-1-19 0,-1-3-9 0,1 0-10 15,1 0-92-15,1-1-347 0</inkml:trace>
  <inkml:trace contextRef="#ctx0" brushRef="#br0" timeOffset="18862.08">11521 4098 2725 0,'0'0'73'16,"0"0"-5"-16,0 0-93 0,0 1 11 0,-6 18 2 0,6-19 3 16,0 0 4-16,-7 21 6 0,4-13 1 0,0 1 3 15,0 0 5-15,0 0-11 0,-2 0 2 0,-1 1-3 31,0 1 10-31,0-1-4 0,-1 0 3 0,0 0-4 0,-1 0 3 16,0 2-4-16,-1 1-2 0,-1-2-3 16,2 1-34-16,-1-3-36 0,0 0-6 0,1-1-12 0,0-4-41 0,0-1-52 15,2-2-2-15,6-1-25 0,-1 0-93 16</inkml:trace>
  <inkml:trace contextRef="#ctx0" brushRef="#br0" timeOffset="19212.14">11514 3839 2316 0,'0'0'395'0,"0"0"-324"0,0 0 48 16,0 0-149-16,1 1-13 0,10 15 29 0,-8-7 5 15,2 2 7-15,-2 0 1 0,-1 1 4 0,1 0-3 16,-2 0 5-16,1 1 4 0,-1 1-7 0,-1 1 2 15,1-1-4-15,0 2 4 0,0 2 1 0,-1-1 0 16,0 3 1 0,-1-1-6-16,1 2 6 0,3 3 0 0,-3-1 3 15,2 1-2-15,-1 0 16 0,1 1-4 0,1-2 9 0,-1 1-8 0,2 1-9 16,0 0-2-16,-1 0-1 0,1-1-6 16,0-1 5-16,1-2-2 0,0-3 2 0,1 0-5 0,-2-2-2 15,0-2 0-15,1 0-1 0,0-2-17 0,0-1-46 16,0 0-9-16,-1-2-11 0,0 1-21 15,-2-2-77-15,-2-8 61 0,0 0-61 0,1 1 90 0,-1-1-198 16,1 0-102-16</inkml:trace>
  <inkml:trace contextRef="#ctx0" brushRef="#br0" timeOffset="19519.88">11684 4003 2734 0,'0'0'208'0,"0"0"-173"0,0 0 3 0,0 0-55 0,0 0-1 0,0 0 8 16,0 0-2-16,0 0 4 0,0 0 0 15,0 0 4-15,0 0 0 0,0 0 1 0,0 0 1 16,0 0 3-16,1 0 6 0,-1 0-1 15,0 0 9-15,21 8-11 0,-21-8 0 0,1 0-4 0,18 3-1 0,-19-3-7 16,1 0 1-16,20 2-2 0,-21-2 0 0,1 0 1 16,20 2-2-16,-21-2 1 0,0 0-12 0,21 2-62 0,-21-2-3 15,0 0-26 1,19-2-60-16,-19 2-75 0,0 0-13 0,1 0-45 16,18-3-316-16</inkml:trace>
  <inkml:trace contextRef="#ctx0" brushRef="#br0" timeOffset="19795.49">11657 4201 3092 0,'0'0'-43'0,"0"0"-4"15,1 0 0-15,-1 0 5 0,19 7 26 0,-18-7 3 0,-1 0-7 16,23 5 7-16,-14-5-2 0,2-2 4 15,-2 0 6-15,1-1 0 0,1 2 22 16,-2-3 3-16,3 1 0 0,0 0 0 0,1 0-8 0,2 0-12 16,0 2 1-16,1-1-5 0,-3 0-2 15,1 1 6-15,-3-1-4 0,0 1 4 0,-1 0-10 16,-1-1-21-16,-2 1-24 16,0-1-2-16,-1 1-105 0,-6 1-64 0,1 0-18 15,-1 0-35-15,1 0-264 0</inkml:trace>
  <inkml:trace contextRef="#ctx0" brushRef="#br0" timeOffset="20095.36">12021 3691 1309 0,'0'0'186'0,"0"0"389"16,0-1 300-16,0 1-851 0,0 0-77 0,0 0 22 16,0 0 1-16,0 0 9 15,0 1 17-15,0-1 4 0,8 20 0 0,-8-20 1 0,0 0 4 0,6 21-4 16,-6-20 2-16,2 16-2 0,-2-8 8 16,1 2-1-16,0 1 5 0,-1 1-2 0,1 0 3 0,0 0 0 15,-1 1-4-15,0 1 2 0,1 0-3 0,-3 0-1 0,1-1 5 31,0-1-3-31,0 0 2 0,1-2-10 0,-2-1 0 16,1-1-4-16,-1-2-19 0,0-1-99 0,2-6-4 16,0 0-39-16,0 1-76 0,0-1-112 0,0 1-69 15</inkml:trace>
  <inkml:trace contextRef="#ctx0" brushRef="#br0" timeOffset="20431.28">11798 4046 2897 0,'0'0'71'0,"0"0"-32"16,-1 1-77-16,1-1 22 0,-5 17-1 0,5-17 9 16,0 0 2-16,1 0 5 0,11 17-6 0,-12-17 6 15,0 0 1-15,20 5 24 0,-11-4 7 0,2-1 4 0,2 0 15 0,1-1-4 16,2 0-6-16,1 0 2 0,0-2-20 0,0 1-9 15,-1 1 4 1,2 0-5-16,1-1 7 0,1 0-8 16,2-1 1-16,1 1-3 0,-1 1-8 0,-1-1 2 0,-1-1-3 15,-2 1 2-15,0-1-2 0,-3 0 0 0,1 1-2 0,-2-1 1 16,0 1-4-16,0 0-4 0,-2-1-5 0,-2 0-4 16,0 0-61-16,-2 1-46 0,-1 0-13 0,-7 2-10 15,0 0-40-15,0 0-51 0,1-1 2 0,-1 1-33 16,1 0-161-16</inkml:trace>
  <inkml:trace contextRef="#ctx0" brushRef="#br0" timeOffset="20897.4">12031 4153 3173 0,'0'0'-67'0,"0"0"41"0,0 0-14 16,0 1 29-16,0 15 6 0,0-16 3 0,0 0-8 15,0 1 5-15,-4 15-17 0,4-16 20 0,0 0 0 0,-1 0 6 0,0 1 8 0,-13 16 3 16,14-17-2-16,-1 1 1 0,-14 15-14 16,8-10 3-16,1 2 1 0,-1 0 2 0,-1 1-1 0,0 2 7 15,-1-1-7-15,1 3 6 0,-1-1-12 0,-1 1 8 16,1 0-1-16,0 0 5 15,-1 0 2-15,2-2-5 16,1 1-1-16,-1-2 0 0,2-2 10 0,1-2-9 0,1 0 6 0,4-6-7 16,0 1 7-16,0-1-8 0,0 0 0 0,0 1-3 0,-4 16 2 15,4-17-5-15,0 0 4 16,0 0-4-16,0 0 8 0,22 7-1 0,-21-7-1 16,15 1-1-16,-6-1-3 0,0 1 4 0,1 1-5 0,1-2 3 0,0 1-7 0,-1-2 5 31,1 0 0-31,0-1 3 0,-1-1-11 0,3 2 7 0,-2-1-2 0,1 0 3 0,1 1-3 0,-1 0-1 31,-1-1-1-31,0 1 0 0,-2 0-5 0,0 1 1 16,-1-1-1-16,-1-1 2 0,0 1 2 0,-2-2-47 0,1 2 4 0,-2-2-22 0,-5 3-26 15,1 0-8-15,-1 0-7 16,1 0 0-16,16-12-26 0,-17 12-20 0,0 0-5 16,0 0-7-16,0-1-47 0,0-16-139 0,0 17-134 0</inkml:trace>
  <inkml:trace contextRef="#ctx0" brushRef="#br0" timeOffset="21269.79">12075 4282 2486 0,'0'0'82'0,"0"0"58"0,0 0-149 0,0 0 5 16,0 0 0-16,0 0 2 0,0 0 2 0,0 0 4 16,0 1 5-16,0-1-2 0,0 18-2 0,0-18 3 15,0 0-2-15,0 0 4 0,0 0 1 0,-3 17-4 16,3-17 4-16,0 0-3 0,0 1 0 0,-8 20 3 0,8-21-4 16,-5 16 5-16,2-8 7 0,-1 2-3 0,2 0-1 15,-3 0-2-15,2 1-6 0,-2 1 3 0,1 1-3 0,1 1 3 16,-1 0 1-16,2-1 1 0,-1 1 0 0,-1 1-1 15,0-1-6-15,0 1 15 0,2-1-7 0,2 1 9 16,-1 0-11-16,0-2-1 0,1 1 2 0,0-2-4 16,0 0-1-16,0 0-3 0,0-2 1 0,1 0-1 15,0-1 1-15,0-2-8 0,1 1-8 0,-2-8-5 16,0 0-67-16,0 1-60 0,0-1-12 0,0 1-19 0,0-1-88 16,0 1-118-16</inkml:trace>
  <inkml:trace contextRef="#ctx0" brushRef="#br0" timeOffset="22170.35">12278 3670 2563 0,'0'0'86'0,"0"0"37"0,0 0-131 0,0 0-1 15,0 0-2-15,0 0 4 0,0 0 6 0,0 0 7 0,0 0 0 0,0 0 3 16,0 0 12-16,0 0 0 0,0 0 3 0,0 0-3 0,0 0 1 16,0 0-2-16,0 0 1 0,1 0-3 15,-1 0-8-15,1 1-1 0,16 10-2 16,-17-11 2-16,0 0 3 0,1 1-4 0,0-1 1 15,16 16-2-15,-17-16-5 0,0 1 2 0,1-1 1 0,10 19 0 16,-11-19-1-16,0 0-2 0,6 17 4 0,-6-17-2 16,0 0 6-16,5 17 0 15,-5-17 1-15,2 16 1 0,-2-9 0 0,0 2 0 0,0 0-6 0,0 2 3 16,-2-2-5-16,1 3 1 16,-1 0 0-16,0-1 0 0,-1 3 7 0,0-1-7 0,0-2 7 0,0 1-7 31,0 0 0-31,0-1 2 0,1-1 0 0,-1 0 3 0,1-2 7 0,1-2-8 15,1-6 1-15,0 1-3 0,0-1 4 0,0 1 2 16,1 15-8-16,-1-16 5 0,0 0-9 0,0 0-4 16,0 0 4-16,1 0-4 0,0 0 2 0,16-1-3 15,-17 1 0-15,0 0-1 0,1 0-1 0,15-3 3 16,-16 3-4-16,1 0 3 0,-1 0-4 0,0 0 6 16,1 0-1-16,17 2 2 0,-18-2-1 0,0 0-6 0,0 0 8 15,1 1-5-15,10 16 11 0,-11-17-7 16,0 0 3-16,5 19-3 0,-4-10 8 0,0 0 2 0,-1 1-8 15,2 2 5-15,-2 1-6 0,0 3 5 0,0 1 2 0,0 1 1 16,0 0-4-16,-2 0-3 0,0 1 1 0,1 1-2 16,-2-3 7-16,1 2-1 0,0 1 1 0,-1-1-1 15,1 3-4-15,-1-1 7 0,0 0-2 0,1-1 3 0,-1-1-4 16,1-1 5-16,0-1-4 0,0-1 4 0,1-1-8 16,-1 0 4-16,0 1 1 0,1-2 1 0,-1 3 1 15,2 0-3-15,-2 0-2 0,1 0 1 0,0 0-2 31,-1 0-2-31,0-1 5 0,2-1-5 0,-3 1 3 16,2 0 5-16,-2 0-1 0,0-1 6 0,1-1 19 0,-2 0-2 16,0 1 5-16,-1 2-5 0,0 1 1 0,-2 1-6 15,-1 0-6-15,0-2 0 0,-1 0-15 0,0-2-1 16,-2 0 4-16,0-2-5 0,0-1-7 0,-1 0-30 0,-1 1-14 0,-1-3-6 16,-2-1-70-16,-1-2-80 15,-1-2-16-15,-4-1-38 0,-4-2-214 16</inkml:trace>
  <inkml:trace contextRef="#ctx0" brushRef="#br0" timeOffset="24964.52">12215 3678 1015 0,'0'0'158'0,"0"0"40"0,0 0 0 16,1-1-167-16,-1 1-31 0,15-24 8 0,-15 24 0 0,0 0 4 16,0 0 5-16,1 0 3 0,-1-1-2 0,1 1 1 0,-1-1-12 0,17-14 0 15,-17 15 4-15,0 0-2 16,0 0 18-16,0 0 1 0,0 0 0 0,1 0 1 0,-1 0 7 0,0 0-2 31,1 0 1-31,-1 0-1 0,1 0 1 0,-1 0-6 16,17 5 6-16,-17-5-8 0,0 0-8 0,0 0-7 0,1 1-5 15,-1-1 3-15,0 1 4 0,13 18 13 16,-13-19 5-16,0 0 2 0,0 0 10 0,0 0-8 16,10 17-1-16,-10-17-2 0,0 0-12 0,0 1 9 15,1-1-6-15,10 19 4 0,-11-19-15 0,0 0 0 0,0 1-3 16,8 15 2-16,-8-16-8 0,0 0 3 16,0 1 0-16,0-1 1 0,5 20-4 0,-5-20 4 15,0 0-1-15,0 1 3 0,5 18 8 0,-5-19-11 0,0 0 4 16,0 0-5-16,8 20 7 0,-8-20 6 0,0 1-2 0,10 16 3 15,-10-17-5 1,0 0 0-16,0 1 0 0,13 19-1 0,-13-20-1 0,0 0-3 0,10 17 0 0,-10-17-1 16,0 0 0-16,9 20-4 0,-9-20-3 0,0 1 0 15,5 19 1-15,-5-20-3 16,0 1 6-16,6 19-5 0,-6-19 12 0,0-1-13 0,3 21 4 0,-3-21-7 0,0 0 3 16,2 21 0-1,-2-21 0-15,0 1 0 0,0 19 3 0,0-20 1 16,0 0-4-16,0 22 3 0,0-22-3 0,0 0 1 15,1 22 1-15,-1-22-1 0,0 0 0 0,0 21-2 16,0-20 3-16,0-1-2 0,3 23 5 0,-2-14-4 16,0-1 1-16,-1 3-2 0,0-1 0 0,0 0 5 15,0 0-1-15,0-1 2 0,0 1-6 0,-1 0 5 16,0 1-2-16,-1-1 5 0,1 1-6 0,0-1-2 0,0 0 4 0,-1 0-3 16,1 0 5-16,-2 1-4 15,2-2-1-15,0 0 0 0,-1 0 4 0,0-1-3 0,0 2 1 16,-1 0-2-16,1 0-1 0,-1 0 2 0,0 1 1 0,0-1 0 15,1 2-3-15,-1-2 0 0,1 1 1 0,-1 0 0 16,1-1 5-16,0 1-4 0,1 0-2 0,-1 0 0 16,0-3 4-16,1 3-4 15,0-2 4-15,0 2-5 0,-1 1-1 0,2-1 5 0,-1 1-3 0,1 1 3 0,0-1-3 16,0 2-1 0,-1 1 1-16,0-1 1 0,0 1 1 0,0-2 0 15,0 1 3-15,-2-1-2 0,1 0-2 0,0 0 1 16,0-1 0-16,0-1 1 0,-2 1 9 0,2-1 6 15,-1 2-3-15,-2-1 4 0,2 2-1 0,-1 0-9 16,-1 1 5-16,2 0-7 0,-2-1 2 0,0 0 1 16,0-1-1-16,-1 0 2 0,0 0-5 0,1 1 2 0,-2-1-1 15,1-1 2-15,-2-1-1 0,1 2 6 16,0-1-7-16,-1 2 7 0,1-1-2 0,-2 1-9 0,0 1 6 16,2 0-8-16,-3 0 8 0,0-1-4 15,1 0-3-15,-1-1 0 0,1 0-7 0,-1-1 7 0,0 1 0 0,-1-2 3 16,1 0-3-16,-2 1-5 0,0-4 3 15,0 2-6-15,-1 0-22 0,1-1-106 0,0 2-7 0,0-1-40 16,1 1-97-16,-3-1-287 0</inkml:trace>
  <inkml:trace contextRef="#ctx0" brushRef="#br0" timeOffset="26454.42">1463 5648 1334 0,'-5'-1'327'16,"-2"1"110"-16,2 1-1 0,0 1-364 0,0 1-80 15,1 1-10-15,0 1 0 0,1 1-1 0,-1 2-1 0,-6-1 9 0,5 5 0 0,0 3 4 31,0 0 8-31,-2 1-1 0,2 0-6 0,0 1 3 0,-1 3-3 16,1 0 2-16,0 3 7 0,-1 2-3 0,2 1 12 16,-1 3-2-16,0-1 2 0,1 4 0 0,-1 0 8 15,0 2 2-15,0 3 2 0,1 0 2 0,0 0 9 0,0 1-1 16,1 2-3-16,-1 1-1 0,1-1-17 0,1-1 0 16,1-3-3-16,-2-2 2 0,2 1-6 0,1-2-2 15,-1-1-3-15,1-1 1 0,2-1-3 0,-1-4-2 16,1-1-4-16,0-1-7 0,-2-2-100 0,3-1-95 0,-1-2-25 0,-1-4-32 31,0-1-238-31</inkml:trace>
  <inkml:trace contextRef="#ctx0" brushRef="#br0" timeOffset="26845.42">1326 5721 1866 0,'-5'-3'201'0,"5"3"713"0,0 0-921 0,0 0-38 16,0-1 0-16,0 1-12 0,0 0 2 0,0-1 25 0,0 1 1 16,0 0 8-16,20 2 9 0,-12 5 7 15,1-1-5-15,0 2 5 0,1 1 3 0,0 0 1 0,1 0 4 0,0 0-2 16,-2-1-3-16,1 2 4 0,-1-1-2 0,0 1 4 15,1-1-4-15,-3 0 1 16,3 0 1-16,-2 0 0 0,-1 0 7 0,1 1-4 0,-4-1 6 0,0 2-4 16,-1-1 7-16,-2 1 12 0,0 0-5 15,-2 1 7-15,-2-1-6 0,-1 2 1 0,-1 0-1 0,-2-2 0 16,1 4-7-16,-3-2-5 0,1 2 3 0,0 1-4 16,0-2 0-16,-1-1 4 0,1 0-6 0,-2-1 6 31,0 1-13-31,-1-2 8 0,0-1-6 0,0-1 6 15,2 0-8-15,0-2-62 0,1-1-12 0,1 0-23 16,1-2-100-16,6-4-43 0,0 0-24 0,0 0-33 16,-1 0-367-16</inkml:trace>
  <inkml:trace contextRef="#ctx0" brushRef="#br0" timeOffset="27205.24">2011 5751 2104 0,'0'0'1037'0,"0"0"-776"0,-17 0-145 0,17 0-112 16,0 0-21-16,-18 8-6 0,12-4-5 0,-2 4 3 15,-2 0-4-15,-2 6 13 0,-1 2-1 0,-2 4 7 16,0 1 6-16,1 1-1 0,0 1 2 0,1 2-1 16,0-1 5-16,0 0-3 0,0 2 0 0,1 1-2 15,0 1 6-15,0 4-2 0,1-1 4 0,0 1-4 16,1 1 2-16,1 1 2 0,1 3-2 0,1 0 3 16,3 2 4-16,3-1-6 0,2-1 4 0,3 2-5 15,2-1-1-15,3 0-2 0,0 0-2 0,3-3 0 0,0-2 1 0,3-1-3 16,1-2-3-16,2-2-6 0,2 0-80 0,1-3-177 15,4-3-15-15,4-3-73 0,4-6-256 0</inkml:trace>
  <inkml:trace contextRef="#ctx0" brushRef="#br0" timeOffset="27745.34">4237 5882 2713 0,'0'0'153'15,"0"0"-6"1,0 0-5-16,0 0-91 0,0 0-56 0,0 0 0 16,0 1-12-16,10 15 22 0,-4-8-12 0,-2 0 2 15,3 5 0-15,3 3 0 0,0 2-4 0,-1 0 9 16,2 2-2-16,-2 0 4 0,2 3-2 0,1-1 1 0,-1 2 3 16,4 1 2-16,-1 0 9 0,-1-1 13 0,1 2-6 15,0 1 8-15,-1 1-10 0,-1 1-6 0,1-1 1 16,-1-1-3-16,0 0-5 0,-1-2-2 0,0-1 1 15,-2 1-2-15,0-3 3 0,0 3-4 0,-3-1-2 0,1-3 0 16,-2-1-2-16,0-2-36 0,1-1-3 0,-1-1-17 16,0-3-54-16,-4-2-36 0,2-3-3 0,-3-8-13 15,0 1-44-15,0-1-123 0,0 1-11 0</inkml:trace>
  <inkml:trace contextRef="#ctx0" brushRef="#br0" timeOffset="28034.18">4609 5913 2508 0,'0'0'311'0,"0"-1"-142"0,-1 1-25 0,1 0-37 0,-17-13-97 16,17 13-6-16,0 0-4 0,0 0 1 0,-23 2-7 15,14 3-7-15,0 1 3 0,-2 2-5 0,1 2 2 16,-2 4 13-16,1 0-1 15,-3 2 6-15,-2 2 10 0,0 1 2 0,-1 1 1 16,0 4-2-16,-2-1-7 0,1 2-1 0,-3 0-1 0,0 2 1 16,2-1-1-16,2 0-8 0,0 2 1 0,2-3-2 0,0 0 3 15,0-3-6-15,0 0-22 0,1-2-1 0,1-1-125 16,0-3-44-16,0-2-22 0,0-2-13 16,-1-4-168-16</inkml:trace>
  <inkml:trace contextRef="#ctx0" brushRef="#br0" timeOffset="28470.06">4025 5936 3218 0,'0'0'122'15,"0"0"107"-15,0 0-210 0,-1 0-29 0,-17 1 3 16,18-1-15-16,0 0 1 0,-1 0-7 0,-16 15 0 16,9-7-1-16,-1-1 8 0,-1 2 7 0,-1 0 6 0,-1 2-2 15,-1 2 8-15,-2 0 4 0,0 1-2 16,1-1 3-16,-1 2 0 16,2-1-3-16,-2 1 3 0,1-1-3 0,-1-1 3 15,0 1 4-15,1-1 2 0,0 1 0 0,0-1-6 0,0-1 8 0,2-1-8 16,0 0 8-16,1-1-9 15,1 0 0-15,2 0 1 0,1-3 0 0,0 1-5 16,2 0 0-16,3 0-3 0,0-1 2 0,2 1-6 16,0-2-7-16,0 1 1 0,2-1-4 0,3 0-1 0,2 1-4 15,2 0-2-15,5-1 0 0,0 1 5 0,2 0 2 16,3-1 6-16,1 0-2 0,0 0 8 0,0 0 3 16,0-1-3-16,-2 1 1 0,0-1-1 0,1-1 7 15,-2 2-4-15,2-2 4 0,-1 0-7 0,-2 0 5 16,0-2 0-16,-3 1 2 0,0-1-6 0,-2 1-60 15,-1 0-3-15,-1 0-27 0,-1-2-60 0,-1 0-42 16,-7-1-4-16,0 0-19 0,0 0-75 16</inkml:trace>
  <inkml:trace contextRef="#ctx0" brushRef="#br0" timeOffset="29267.38">2958 5978 3004 0,'0'0'13'0,"0"0"-31"0,0 0 0 0,0 0-10 0,0 0 5 16,18-6 15-16,-18 6 0 0,16 6 6 0,-9-4-5 0,0 1 6 16,1 1-1-16,0 1 2 0,0 2 9 0,1 2-7 15,-1-1 2-15,-2 1-3 0,-1-1 7 0,0 0 3 16,-2 2 0-16,0-2-1 0,-1 0-1 0,-2 1 7 15,1 0-4-15,-2 0 4 0,-1 1 0 0,-1 0 0 16,0 0 4-16,-2 1-3 16,-2 0-3-16,0 1 3 0,-1 0-6 0,0 2 4 0,1-1-15 0,-3 0 9 0,1 2 1 0,-2 1 3 15,1 0-7-15,-2 1 7 0,1 0-7 16,-1 0 7-16,0 0-11 0,-2 1 9 0,0-1-2 16,-2-1 3-16,0-1-3 0,1 0-5 0,1-3 6 0,0-1-4 15,1-1 9-15,2-2-2 0,2 1 2 0,1-3 0 16,2 0 2-16,2-2 0 15,4-4-3-15,0 0 4 16,0 1-1-16,0-1-14 0,0 1 0 0,0-1-6 16,0 1-13-16,0-1 1 0,0 1-2 0,0-1 4 0,0 0 6 0,19 13 5 15,-8-13-4-15,0 0 2 16,2 0-9-16,-1-2 11 0,2 1-1 0,0 0 4 0,2-3-1 0,0 1 1 16,1 0 1-16,-1-2 0 0,-1 2 2 0,0-1-1 15,1 0 0-15,1 0-1 0,0 0 3 0,2 2-7 16,-1 0 4-16,-1-1-4 0,-1 2 8 0,-1-1-5 0,-1 0 3 0,-1 0-4 15,-1 2-1-15,-1-1 4 16,-1 1 1-16,-1-1 3 16,-1 1-6-16,0 0 3 0,0 0-4 0,0 0 2 0,-8 0-8 0,0 0-23 15,16 0-20-15,-16 0-3 0,1 0-88 0,-1 0-70 0,19 2-2 16,-19-2-33 0,1 0-108-16</inkml:trace>
  <inkml:trace contextRef="#ctx0" brushRef="#br0" timeOffset="30246.96">5043 5952 3375 0,'0'0'129'0,"0"0"-43"15,-1 0-8-15,1 0-75 0,0 0-27 0,-20 1 3 16,20-1-5-16,0 0 14 0,-1 0 0 16,-20 10-16-16,13-5 4 0,-1 1-7 0,0 2 5 15,-3-2 10-15,-2 2 2 0,0 0 4 0,0 1 15 16,0 0-1-16,0 0 1 0,1 0-2 0,0-1 1 0,0 0 0 0,2 0 1 31,0 0 0-31,0 0-1 0,2-1 3 0,-1 0 2 0,1 0 1 16,2-1-2-16,1 0-2 0,0 0-3 0,3-1 0 15,1 1-7-15,0 0 1 0,2 0-3 0,2 1 3 16,0 0-13-16,2 0 3 0,2 2-3 0,2-1 3 16,2 2 5-16,2 2 3 0,0-2-2 0,3 1 2 15,0 1-1-15,0 1 5 0,1 0-1 0,1 0 2 16,0-1-5-16,-2 0 5 0,2-1-1 0,-2-1 2 0,1 0-8 0,2 0 10 15,0-2-8-15,1 0 7 0,-2-1-5 0,-2 0 1 16,0-1 0-16,-3-1-1 0,-2 0-1 0,0-2-98 16,-2 0 4-16,0-1-45 0,-8-2-59 15,0 0-48-15,1 0-21 0,16-2-29 0,-17 2-304 0</inkml:trace>
  <inkml:trace contextRef="#ctx0" brushRef="#br0" timeOffset="30797.97">5291 5838 3335 0,'0'0'9'0,"0"0"-34"0,1 0 6 0,21 7-14 15,-10-3 27-15,0 2 0 0,-1 0 3 0,1 1-3 16,-2 0 4-16,3 1 1 0,-1 0-2 0,0-1 3 0,1 1 6 15,-1 0-2-15,1 1-2 0,-1-1-1 0,-1 0 3 16,-1-2-2-16,-2 2 7 0,-1 0-5 0,-1 0 6 0,-1 1-2 16,-2-3-2-16,-1 1-1 0,-2 1 0 15,0 0-2-15,-1 2 5 0,-2-1-3 0,0 0 7 0,-2 1-9 16,-2-1-3-16,0 1-1 0,-3 0-6 0,-1 0 2 16,-2 1 0-16,-1 0-1 0,0 0-7 0,0 0 4 15,0 1 1-15,-1-1 2 0,1 0 9 0,1 0 1 31,0-2 2-31,3 0-2 0,-1 0 3 0,2-2-2 0,1 1-2 16,3-2 1-16,-1-1 2 0,2 0-6 16,4-5 2-16,0 0-3 0,0 1-6 0,-1-1-1 0,-6 17 0 15,7-17-1-15,0 1-4 0,1-1-5 0,-1 1 3 0,23 17-4 16,-14-14 1-16,2-1 5 0,1-1-2 0,1 0 4 16,1-1 9-16,1-1 5 0,2 0-2 0,0 0 3 0,2 0 0 15,2-2 2-15,-1 2 5 0,-1-1-2 16,-1 1 2-16,-2 0-2 0,-2 1 3 0,-1 1-1 15,-2 0 11-15,-2 1-6 0,0 0-2 0,-3 1-1 0,0 0-2 0,-2 1 8 16,-1 1 0-16,-1 1 1 16,-2 2-1-16,0 1-7 0,-4 1 3 0,-2 1-3 15,0 3-2-15,-3-1-10 0,-1 3 0 0,-4-2-4 16,1 0-26-16,-2 2-27 16,-3-1-6-16,1 1-7 0,-2-1-24 0,0-3-33 15,0 0-5-15,1-3-14 0,2-1-56 0,2-2-141 0,-1-2-125 0</inkml:trace>
  <inkml:trace contextRef="#ctx0" brushRef="#br0" timeOffset="31129.19">5780 5592 2750 0,'0'0'474'0,"0"0"-415"0,0 1 26 16,14 13-85-16,-5-3-28 0,3 5 19 0,2 1 1 0,-1 3 6 0,-2 1 2 0,-1 2-2 15,1 0-3-15,-2 4 2 0,0 2-6 0,-2 2 1 16,1 2 1-16,-3 0 0 0,1-1 2 0,0-1 14 16,-3 1-5-16,0 1 7 0,-1 1-11 0,0 0 3 15,0 1 3-15,-1 0 1 0,-1-1 5 0,-1 3 7 31,-1 2 2-31,-2 0 4 0,0 2 19 0,-1-3-14 16,-2 3-2-16,-2 1-5 0,-2-2-14 0,-1 2-4 16,0-2 2-16,-3-2-3 0,1 0-6 0,-2-3-85 0,-1 1-9 15,-3-3-35-15,-1-3-117 0,-1-1-128 0,-2-1-54 16</inkml:trace>
  <inkml:trace contextRef="#ctx0" brushRef="#br0" timeOffset="31762.03">798 7469 2708 0,'0'0'189'0,"-1"0"-91"0,0 0 96 15,1 0-263-15,0 0 25 0,8-5 2 0,-4 2 39 0,8 2 2 16,4 1 1-16,1-1-3 0,3 1 3 0,1-1 0 15,0 0 0-15,1 0-8 0,-2-1 11 16,-1 0-5-16,0 1 7 0,0 1-4 0,-1 0 1 0,2 0 1 16,-2 0-2-16,1 0-1 0,-2 1-1 15,1-1-4-15,-4 0-10 0,-1 1-127 16,-1-1-41-16,-1 1-33 0,-3 0 4 0,-1-1-113 0</inkml:trace>
  <inkml:trace contextRef="#ctx0" brushRef="#br0" timeOffset="32014.64">930 7684 1637 0,'0'0'237'0,"-1"0"840"0,0 0-1026 0,-16 9-28 16,17-9-4-16,0 0-6 0,0 0-8 0,0 0-10 15,0 0 0-15,1 0-3 0,-1 0 11 0,24 4 6 0,-14-3-1 0,1-1 1 16,1 0-9-16,-1-1 4 0,1 1 3 15,1 0-2-15,0-1 2 0,3 1 2 0,0 0-3 16,1 0 2-16,1 0-8 0,0 0 2 0,-1-2-1 0,0 1 1 16,-1-1-4-16,0 0 2 0,-1 2-1 0,-2-1 1 15,1-1-15-15,0 0-180 0,-1-1 7 0,1 0-83 16,2 0-162-16</inkml:trace>
  <inkml:trace contextRef="#ctx0" brushRef="#br0" timeOffset="32522.8">1773 7151 2421 0,'-1'0'318'0,"1"0"-120"0,-18-5 158 0,18 5-318 0,0 0-16 0,-1 0-21 0,1 1-35 0,0-1 5 16,-13 21-11-1,11-11 18-15,-4 2 9 0,4 5 2 0,0 4 2 16,2 1 7-16,-2 3 2 0,1 2-2 0,0 3 2 15,-1 1 1-15,1 3 0 0,0 2 4 0,1 3-4 0,0 0-3 0,-2 4 5 16,1 0-3-16,0 4 6 0,1 0-2 0,-1-3-4 16,2 0 2-1,0-5-2-15,1-1 2 0,0-5-5 16,2-2-38-16,-2-5 5 0,1-3-163 0,0-4-36 0,-1-1-11 16,0-4-16-16,-1-2-127 0</inkml:trace>
  <inkml:trace contextRef="#ctx0" brushRef="#br0" timeOffset="32787.51">1778 7136 2668 0,'0'0'455'0,"0"0"-349"0,0 0 41 0,0 0-132 0,0 0-41 16,0 0 3-16,0 0 2 0,19-1 2 15,-9 3 13-15,1 2 1 0,1-1-2 0,2 1 3 0,2 0 4 16,-2 0 0-16,1 1-2 0,0-1 1 0,0 0 2 16,3 0-2-1,0 0 3-15,0 0-4 0,-2-1-1 0,-3-1 1 0,1 0-8 16,-2 0 0-16,-1-1-73 0,-1 0-17 0,0-1-16 0,-3 0 5 0,1 0-35 0,-8 0-78 16,0 0-18-16,0 0-35 15,17-2-196-15</inkml:trace>
  <inkml:trace contextRef="#ctx0" brushRef="#br0" timeOffset="33012.74">1750 7399 2735 0,'-7'2'123'0,"-1"1"135"0,3 0-204 0,5-3-35 15,-1 0 6-15,0 1-16 16,1-1 3-16,0 1-25 0,0 17 0 0,0-18-10 15,13 9 2-15,-3-4 5 0,2 0 3 0,2-1-1 0,-1-1 0 16,2 0 3 0,1-2-2-16,0 0 2 0,0 0 3 0,0-2-1 0,2 0 3 0,0-3-2 0,1 0-1 0,3-1-40 15,0 0-20-15,0-2-11 0,0 0-105 0,-1-1-29 16,0 0-14-16,-1-1-11 0,-1-1-120 0</inkml:trace>
  <inkml:trace contextRef="#ctx0" brushRef="#br0" timeOffset="33297.61">2294 7163 1121 0,'0'0'928'0,"0"0"-564"0,0 0-126 16,0-1-76-16,-1 1-99 0,1-1-4 0,0 1-15 0,0 0 6 16,-19-4-35-16,19 4-13 0,0 0 3 0,-1 0-7 15,-16 14-12-15,10-7 0 0,0 2 1 16,-1 3 1-16,0 0 14 0,1 4 17 0,-1 1 1 0,-1 1 6 15,0 1 9-15,1 2 6 0,1 1-5 0,0 2 5 16,0 2-6-16,2 0-7 0,-1 3 3 0,3 2-6 16,0-1-15-16,3 4-6 15,1-1-4-15,2 1 1 0,0 1-2 0,2-1 0 0,2-1-3 0,0-3 1 16,3-2-5-16,0-2-50 16,1-1 3-16,1-2-26 0,-2-2-55 0,3-4-40 15,-1-3-4-15,1-4-13 0,-1-2-32 0,1-3-99 16,1-5-31-16</inkml:trace>
  <inkml:trace contextRef="#ctx0" brushRef="#br0" timeOffset="33806.61">2485 7303 2537 0,'0'0'154'0,"0"0"307"15,0 0-402-15,0 0-51 0,0 0 6 0,0 0-20 16,0 0 0-16,0 0-4 0,0 0-1 0,0 0-2 16,0 0-2-16,20 5 0 0,-20-5 2 0,0 0 0 0,22 6 12 15,-22-6 0-15,0 0 1 0,23 7 1 0,-22-7 6 16,15 7-4-16,-8-1-1 0,-1 0 0 0,1-1 8 16,-2 1-1-16,0-1 2 0,-1 0-3 0,-1 1-1 0,-2 0-3 31,1-1 4-31,-3 2-3 0,0-1 8 0,-3 1-10 15,1 2 1-15,-2 0-4 0,-2 2-2 0,-1-1 3 16,-1 1 1-16,0 1 2 0,0 0-4 0,-1-2 4 16,1 2-3-16,-1-2 4 0,1-1-4 0,2-1 4 15,0-1 0-15,1 0 0 0,1-1-2 0,0 0-5 0,2-1 0 16,1 2-3-16,1-7 1 0,0 0-10 0,0 1 4 16,-2 15-6-16,2-16 1 0,0 0-4 0,0 0 0 15,1 1-1-15,16 14 1 0,-17-15 12 0,1 0-8 0,18 5 9 16,-18-5-5-16,-1 0 10 0,25 4 1 15,-15-2 0-15,2 0-5 0,0 0 5 0,-1 0-1 0,-1 0 2 16,2 0 6-16,-4 2 1 16,2-1-1-16,-1 2 1 0,-3 0 3 0,1 2 2 0,-2 0 0 15,0 1-1-15,-2 1 1 0,-2 1-1 16,0 2-2-16,-4 2 0 0,0 0-6 0,-3 1 2 0,0 1-2 0,-2-2 2 0,0 1-13 16,0-1-39-16,-2-1-5 0,-1 0-15 0,-1-3-44 31,-1 0-50-31,0-2 0 0,-1-1-24 0,0-3-82 0</inkml:trace>
  <inkml:trace contextRef="#ctx0" brushRef="#br0" timeOffset="34114.01">2663 7008 3134 0,'0'0'13'0,"1"0"-10"16,17 1-5-16,-8 1 0 0,2 1 1 0,-1 3-7 16,1 1 5-16,0 3-6 0,-1 3 5 0,1 1 6 0,-2 3-1 0,0 1 4 0,-1 1-3 0,0 3 6 15,-2 1-1-15,1 3 3 16,0 1-3-16,-2 1 4 0,0 0-2 0,0 2 3 0,-1 1 4 0,0 2 0 16,0 1 1-16,-2 2-1 0,0 0 4 15,-1 0-5-15,-1 1 4 0,-1 1-7 0,-1 1-6 16,-2-1-1-1,1 0-2-15,-4-1 2 0,1 1-5 0,-3-1-20 16,0-1-16-16,0-4-5 0,-2-2-86 0,2-5-1 16,-1 0-4-16,-1-5 0 0,1-2-22 0,0-2-45 0,-1-3-10 15,1-5-14-15,0 0-54 0</inkml:trace>
  <inkml:trace contextRef="#ctx0" brushRef="#br0" timeOffset="34380.25">2993 7439 3118 0,'0'0'100'0,"1"0"-30"16,-1 0-19-16,24 1 2 0,-12-1-22 0,1 0-8 15,-1 2 6-15,1-2-10 0,0 1-15 0,0 0-2 16,1 0-1-16,0 1 1 0,-1 0 3 0,-1-1-5 15,-1 2 2-15,-1-1-2 0,0 0 3 16,-2 0 1-16,1-1-2 0,-1 1 1 0,0-1-4 0,0 0 1 16,-2-1-3-16,1 0 0 0,1 0-35 0,-1 0-91 15,2 0-4-15,0 0-41 0,-1-2-117 0,1 0-157 16,1-2 813-16</inkml:trace>
  <inkml:trace contextRef="#ctx0" brushRef="#br0" timeOffset="34635.08">3483 7116 2930 0,'0'0'321'0,"0"0"-214"0,0 0-25 0,0 0-52 0,1 18-42 16,2-9 6-16,0 4-3 0,0 3 3 0,-1 4-5 15,-1 6 7-15,-1 3-1 0,0 3 3 0,-1 5-5 16,0 3 8-1,-1 4-1-15,2 3 3 0,0 1-3 0,0 1 0 16,0 1 0-16,2 0 0 16,0-1 3-16,1-1 0 0,2-2-3 0,-1-2-4 0,0-2-51 15,-1-6-28-15,-1 0-9 0,1-6-4 0,0-2-37 0,-1-4-16 16,-1-5-7-16,0-5-3 0,-1-4-49 0,0-10-210 16</inkml:trace>
  <inkml:trace contextRef="#ctx0" brushRef="#br0" timeOffset="34896.57">3459 7190 2377 0,'0'0'151'0,"0"0"208"16,0 0-217-16,0-1-109 0,0 1 14 0,8-19-46 15,-8 19 10-15,0 0-10 0,18-8 5 0,-9 6-6 16,1 1 9-1,0-1 6-15,2 0-7 0,2 0 7 0,0 1 1 0,2-2-4 16,0 3 8-16,1-1-9 0,-1 0 3 16,-1-1-10-16,1-1 1 0,0 2-3 0,0-1 0 15,1 0 0-15,-1 2-2 0,-2-1-1 0,1 0-22 0,-3-1-85 16,-1 1-2-16,0 0-35 0,-2 0-57 0,-2 1-90 16,-7 0-16-16</inkml:trace>
  <inkml:trace contextRef="#ctx0" brushRef="#br0" timeOffset="35135.05">3497 7412 2674 0,'0'0'129'16,"0"0"104"-16,0 1-175 0,0-1-40 0,0 1 2 0,3 16-11 15,-3-17 14-15,14 5-12 0,-4-3-2 0,3-1-3 16,0-1-4-16,4 0-1 0,-2-1-1 15,4-2 1-15,-3 0-1 16,3 0-2-16,-2-2 0 0,1 0-1 0,2-1 0 16,1-1-7-16,1 0 1 0,-2-1-4 0,0 0-9 15,-2-1-82-15,1 0 1 0,-1-2-34 16,1 0-43-16,1-3-121 0,0 0-34 0</inkml:trace>
  <inkml:trace contextRef="#ctx0" brushRef="#br0" timeOffset="35397.25">4006 7076 2139 0,'-4'6'357'0,"-2"-2"-77"0,0 0 67 0,1 1-210 16,-2 1-98-16,-1 2-36 0,2 1-5 0,-2 2-7 15,0 3 6-15,-1 1 0 0,0 4 6 0,0-1-3 16,0 2 8-16,1 2 3 0,2 1-3 0,0 1 3 31,2 1 2-31,-1 3-5 0,1 0 0 0,3 4-3 16,-2 1 2-16,4 1-9 0,1 1 5 0,0 1-7 0,2 0 6 15,1-2-6-15,2 0-2 0,1-4-6 0,3-2-64 0,2-3-78 16,0-2-2-16,2-3-24 0,-1-2-7 16,0-3-42-16,0-4-9 0,-1-3-21 0,0-4-123 0</inkml:trace>
  <inkml:trace contextRef="#ctx0" brushRef="#br0" timeOffset="35844.78">4217 7248 1926 0,'0'0'992'0,"0"0"-674"0,0 0-165 0,0 1-72 31,0-1-86-31,0 1 5 0,0-1-4 0,1 1 7 16,10 16-8-16,-11-17-8 0,1 0-4 0,19 9 0 16,-11-6 8-16,0 0-2 0,0 1 9 0,0 0-5 0,0 0 15 15,1 0-4-15,-1 2-3 0,0 0 1 16,0 0 2-16,-1 0 0 0,1 2 3 0,-3-2-4 0,-1 2 2 16,-1-1 4-16,-2 1 0 0,0 2 0 0,0 1-7 0,-4 1-13 15,0 1-2-15,-5 3-7 0,-1 0-16 0,-2 2-17 16,-2 1 3-16,1 0-8 0,-2-1 3 0,0-1 8 15,-1-1-1-15,-1-2 6 0,0-1 28 0,1-1 21 16,1 0 8-16,2-3 3 16,0-2 21-16,4 0 12 0,0-1-8 0,2-1 8 15,0 0-17-15,5-5-17 0,0 0 3 0,0 0-10 16,-1 0-14-16,1 1-4 0,0-1-2 0,0 1 0 0,0-1 1 0,9 16 5 0,-9-16 3 16,15 2 0-1,-5-2 1-15,0 0-7 0,1-1 1 0,3 0-2 0,-2-1 2 0,2 1-7 0,-1-2-2 0,-1-1-1 31,3 0-4-31,0 0-8 0,1-2-22 0,3 0 3 16,-2 0-85-16,1-1-37 0,-2-2-5 0,-1-1-18 16,0-2-82-16,-1-3-191 0</inkml:trace>
  <inkml:trace contextRef="#ctx0" brushRef="#br0" timeOffset="36144.65">4465 6912 2939 0,'0'0'148'16,"0"0"120"-1,0 0-167-15,0 0-95 0,0 0 12 0,0 0-35 0,0 0 14 0,0 0-12 16,0 0 3-16,4 21-5 0,1-10 5 0,0 3 3 16,2 2 0-16,1 4 2 0,-1 2 7 0,1 1 0 15,1 3-2-15,-1 0 2 16,2 2 4-16,-2 3-1 0,1 1 5 0,-1 4-5 0,0 0 4 0,1 2 0 15,-2 2-1-15,0 2 1 16,-1 1 0-16,-1 0 3 0,0 1-2 0,-2-1 2 16,-1 1-3-16,-2 1-7 0,0-2 4 0,-2-3-5 15,-2-1 2-15,-2-2-5 0,-2-1-27 0,1-3 5 0,-3-2-85 0,1-5-38 16,0-2-9-16,-1-4-15 16,2-1-79-16,-1-4-195 0</inkml:trace>
  <inkml:trace contextRef="#ctx0" brushRef="#br0" timeOffset="36431.98">4798 7222 2714 0,'0'0'183'31,"0"0"395"-31,0 0-477 0,0 1-85 0,1-1 13 0,15 15-39 16,-16-15 4-16,15 9 3 0,-6-5-3 0,0 0 3 15,1 2-9-15,2-2 3 0,0 0 3 0,1 2-2 16,-1-3 6-16,0 1-2 0,0 0-2 0,-1-1 0 16,1 1 4-16,-1-2 2 0,0 0 0 0,1-2 1 15,0 1-7-15,0-1-4 0,0 1-16 0,-2 0 2 16,0-2-80-16,0 0-83 0,0 0-8 0,-2-1-33 0,-1 2-95 15,-2-2-334-15</inkml:trace>
  <inkml:trace contextRef="#ctx0" brushRef="#br0" timeOffset="36677.61">4825 7518 3098 0,'0'0'252'0,"0"0"-127"0,0 0-31 0,0 1-25 16,17 11-86-16,-8-9 23 0,2 1-6 0,2-1 11 15,0 1-9-15,1-1 1 0,1 0-1 0,0-2-1 16,1 2-4-16,-1-1 0 0,1-1-1 0,2 1 1 0,-1-2 3 0,3 0-2 16,-2 0-2-16,-2 0-6 0,0 0-52 15,-1-1-106-15,-1-1-17 0,-1 0-41 16,0-2-173-16</inkml:trace>
  <inkml:trace contextRef="#ctx0" brushRef="#br0" timeOffset="37979.81">5843 6911 2382 0,'-8'-3'118'15,"1"2"-26"-15,7 1-5 0,-1 0-28 0,1 0-54 0,-18 8-4 16,18-8-3-16,0 0 5 0,-10 21-8 0,1-15-5 31,7 6 8-31,1 0-6 0,0 4 11 0,-1 0-2 16,-1 1 0-16,1 1 0 0,0 1 16 0,-2-1 4 15,2 3-1-15,-1 0 2 0,0 2-1 0,0 2-5 0,0 0 6 16,1 1-5-16,-1-1 6 0,1 3-7 16,-1 0 1-16,0 3-2 0,-1 0 4 0,2 2-6 0,0 0 4 15,1-1-4-15,1-3 0 0,0 1-2 0,0-1-4 16,0-2 3-16,0 0-1 0,0-2-2 0,0-2 1 0,2-1-3 15,-1-3-9-15,1-1 10 0,-2-1-4 0,3-2 6 16,-2-1-23-16,0-5-43 16,0 0-7-16,1-2-15 0,-2-7-53 0,0 0-50 15,0 1 2-15,0-1-23 0,0 1-35 0,1-1-213 0</inkml:trace>
  <inkml:trace contextRef="#ctx0" brushRef="#br0" timeOffset="38311.83">5849 7290 2651 0,'0'0'179'0,"0"0"-124"0,-1 0 3 15,1 0-52-15,-1 1-50 0,1-1 5 0,0 1 5 16,0-1 0-16,0 1 20 0,0-1 8 0,19 16 4 0,-6-14 1 15,1-1 7-15,2-1 6 0,0-3-1 0,1 1 3 16,0-2 0-16,0 1 1 0,-1-1-1 16,-1 1 0-16,0 0-1 0,-1-1 12 0,-1 0-5 15,-1 0 8-15,1 2 3 0,-3-1-9 16,2 2 1-16,0 0-5 0,-2 0-6 0,0-1-6 0,0 1 2 0,-2 0-3 16,0 0 10-16,1 1-10 15,-2-2 3-15,1 1-6 0,0 0-1 0,-1-1-102 16,1-1 1-16,-1 1-45 0,0-1-87 0,1 0-180 0,1-2 846 0</inkml:trace>
  <inkml:trace contextRef="#ctx0" brushRef="#br0" timeOffset="39360.87">6463 7348 1720 0,'-6'3'100'15,"0"0"124"-15,1 0-165 0,2 2-31 0,0-1 11 16,3-4-12-16,0 0 46 0,0 1-31 0,-4 16 1 0,4-17-12 0,0 0-12 16,0 1 2-16,1-1 1 0,-1 0 0 0,18 13 1 0,-18-13 9 15,0 0-6-15,20-4 9 16,-12 1-2-16,0-1 3 0,1-2 1 0,-2 0 0 16,1-1 4-16,0-2 2 0,1 1-2 0,-1-2 2 0,1-1-8 15,0 0-2-15,-1 0 1 0,-1 0-1 0,0-1-7 16,0 0-10-16,0-3-2 0,-1 1-1 0,0 0 2 0,-1-1-6 31,-1 1 3-31,0 0-5 0,-2 0 9 0,1 1-8 16,-2 0 3-16,0 0-5 0,-1 2 5 0,0 1-2 15,-2 1 3-15,0 2-3 0,0 0 2 0,-1 1-3 0,-1 1 1 16,0 0-2-16,-1 2 2 0,-1 1-16 0,0 0-2 16,-1 1-6-16,0 1-7 0,0 1 0 0,-1 1 2 15,0 1-3-15,-1 1-8 0,0 1 0 16,-2 1 2-16,1 4 2 0,1 1 16 0,-1 2 4 15,1 2-3-15,2 1 2 0,-1 1-2 0,0 2 8 0,1 0-1 16,-1 1 4-16,3 0 14 16,0-1 5-16,2 1 0 0,2-1 0 0,1-1-6 0,1 0-6 15,2 0 3-15,1 0-3 0,2-1-2 0,1-1 6 0,1-2-5 0,0 0 5 16,2-2 0 0,0-2 0-16,2 0 2 0,-1-3-1 0,2 1 5 0,1-3-4 15,1 1 2-15,1-2-3 0,-1-1-2 16,-1 0 3-16,0-1-1 0,-2-1 1 0,0-1-8 15,0-1-8-15,-1-1-6 0,0 0 0 0,0-2-17 16,-1 0-25-16,1 0-4 0,-1-2-10 0,1 0-30 0,1-2-69 16,0-2-12-16,2-2-29 0,1-1-127 0</inkml:trace>
  <inkml:trace contextRef="#ctx0" brushRef="#br0" timeOffset="40014.99">6482 6862 1731 0,'0'0'201'0,"-1"0"-101"15,0 0-5-15,1 0-31 0,0 0-7 16,0 0 1-16,-1 0-3 0,0 0-4 0,1 0-29 16,-1 0 4-16,1 0 5 0,0 0-1 0,-1 0 21 15,1 0 14-15,0 0-2 0,0 0 6 0,0 0-8 16,0 0-21-16,1-1 1 0,-1 1-8 0,19-11-4 0,-19 11 3 16,1 0 1-16,19-4 0 0,-20 4 0 0,17-4-12 15,-9 3 1-15,2-1-6 0,-1 0-5 0,0-1-4 16,-1 1 3-16,1 0-3 0,-1 0-2 0,1 1 5 15,-1-1-1-15,-1 0 2 0,0 0-5 0,0 0 5 16,0-1-4-16,-1 0 5 0,0 0-8 0,0 1-3 0,-6 2 3 16,0 0-1-16,1-1 1 15,16-8-73-15,-17 9 0 0,0 0-30 0,0-1-50 16,1 1-74-16,-1-1-8 0,20-14-30 0,-20 15-108 16</inkml:trace>
  <inkml:trace contextRef="#ctx0" brushRef="#br0" timeOffset="40799.48">6875 6612 2404 0,'0'0'108'0,"0"0"-82"15,0 0 4-15,-1 0-30 0,1 0 12 0,0 0-12 0,0 0 4 0,0 0-7 31,0 1 2-31,0-1 12 0,-4 16 2 0,4-16 6 16,0 13 17-16,-1-4 16 0,-1 0-4 0,-1 1 6 0,0 1-15 0,-2 2-9 16,1 1-2-16,-2 0-4 0,1 1-13 0,-2 0-5 15,0 0 1-15,0 0-3 0,0 0-8 0,0-1 5 0,0 0-3 16,0-2 3-16,1 0-7 0,0-3-53 0,0 2-10 16,-1-3-20-1,1 0-83-15,-1-2-76 0,2-1-15 0,-2-1-43 0,7-4-296 0</inkml:trace>
  <inkml:trace contextRef="#ctx0" brushRef="#br0" timeOffset="41183.4">6724 6454 2852 0,'0'0'83'0,"0"0"-71"16,0 0-3-16,-1 0-19 0,0 0-1 0,1 0-12 0,0 0 3 16,0 0-8-16,0 0-12 0,0 0 11 0,0 0 2 15,0 1 5 1,13 19 18-16,-13-20 16 0,11 14-3 0,-6-6 9 16,3 1 5-16,-1 2-11 0,-1-2 5 0,1 3-6 0,0-1 11 0,1 1 1 0,1 2-1 15,0-1 2-15,0 1 4 0,2 0-15 0,-2 0 4 0,2 1-9 16,-1-1 6-16,2 3-6 0,-2-1 2 0,1 1-4 15,-1-1 1-15,1 0 2 0,-1 0 0 0,0-1 1 32,-1 1-4-32,0-2 6 0,0 0-4 0,1-2 3 15,-2-1-11-15,2-2 8 0,-2 0 0 0,1-1 2 16,0-2-6-16,-1 2 5 0,0 0-4 0,0 0 4 16,0 0 1-16,0-2-5 0,-1 0 1 0,-1 0-5 0,2-2-33 15,-3 2-56-15,2-1-11 0,-1-2-22 0,1 2-100 0,0-3-137 16,-3 0-86-16</inkml:trace>
  <inkml:trace contextRef="#ctx0" brushRef="#br0" timeOffset="42794.41">7118 6676 745 0,'0'0'267'0,"0"0"-90"0,0 0 129 16,0 0-251-16,-1 0-2 0,0 0-19 0,1 0 3 0,0 0-4 15,0-1-2-15,0 1-36 0,-1 0 9 0,1-1-2 16,0 1 7-16,-1-1 14 0,1 1 37 0,-1-1-5 16,1 1 15-16,0-1-15 15,-1 1-1-15,0 0-1 0,1-1 0 0,0 1-3 0,-1-1-4 16,1 1-1-16,0-1-2 15,-1 1-10-15,0-1-1 0,1 1-3 0,-1 0 0 16,1-1-9-16,0 1-7 0,0-1-1 0,0 1-2 16,0-1-2-16,0 1 3 0,0-1 1 0,0 1 0 15,0 0 10-15,0 0 11 0,0 0 2 0,0 0 3 16,0 0-2-16,0-1-3 0,0 1-6 0,0-1 3 0,0 1-6 16,0 0-7-16,0 0 3 0,-1 0-5 15,1 0 6-15,0 0-9 0,-1 0 5 0,1 0-5 0,0 0 6 0,0 0-3 16,0 0 0-16,0 0-1 0,0 0-5 0,0 0 9 15,0 0-2-15,0 0 6 0,0-1 5 0,0 1-12 16,0 0 2-16,0 0-5 0,0 0-2 0,0 0 1 16,0 0 2-16,0 0 0 0,0 0 4 0,0 0-12 15,0 0-1-15,0 0-4 0,0 0-1 0,-1 0 1 16,0 0 0-16,1 0 1 0,0 0-1 0,0 0-14 0,0 0-22 0,0 0-3 16,0 0-101-16,0 0-37 0,0 0-5 0,0 0-18 15,0 0-104-15</inkml:trace>
  <inkml:trace contextRef="#ctx0" brushRef="#br0" timeOffset="43730.41">7197 6432 2175 0,'0'0'86'0,"0"0"-66"0,0 0 6 15,0 0-24-15,0 0 20 0,0 0-12 0,0 0 4 0,0 0-7 16,1 0-3-16,-1 0 0 0,0 0 1 15,20-1 3 1,-20 1 26-16,1 0 18 0,-1 0-1 0,18 4 5 16,-18-4-14-16,0 0-7 0,18 8-2 0,-18-8-2 15,1 0-8-15,16 8 2 0,-17-8-5 0,0 0 3 16,20 10-2-16,-20-10-10 0,0 0 5 0,1 1-7 16,18 14 3-16,-19-15 0 0,0 1-3 0,0-1 2 0,11 17-6 15,-11-17 2-15,0 0 2 0,0 1-2 0,2 17-4 16,-2-18 4-16,0 1-6 0,-6 15 5 0,6-16-6 0,0 0 2 15,-11 18 2-15,11-18 0 0,-1 0 5 0,-13 18-8 16,14-18 3-16,0 1-4 0,-15 15 5 0,15-16-3 16,-1 0-2-16,1 1 0 15,-13 17-2-15,13-18 4 0,0 1-2 0,-1-1 3 16,0 1-4-16,1-1 1 0,-12 17-1 0,12-17 1 0,0 0 1 0,0 0-1 16,0 0 4-16,0 1-4 0,0-1 0 0,0 1 0 0,0-1-5 15,1 1 3 1,-1-1 2-16,14 16 0 0,-14-16 3 15,1 0-3-15,-1 0 0 0,20 5 0 0,-12-4 3 0,1-1-2 16,-1 1 0-16,2 2 2 0,-2-3-4 16,2 2 3-16,-1-1-2 0,1 1 5 0,0 1-1 0,-1 0 1 15,0-1-6-15,-2 0 2 0,1-1 1 0,-1 2 2 16,-1-1 4-16,-1 2 0 0,-5-4-2 0,0 0 0 16,1 0-8-16,0 1 9 0,9 15 3 0,-10-16 4 15,0 0 3-15,-1 16-3 0,1-16-2 0,0 1 0 0,-9 20 1 16,4-12-5-16,-2 0 2 0,1 0-4 0,-2 0-6 15,1 1 0-15,0 1 0 0,-1-1 0 0,1 1-2 0,-3-2 0 16,2 1-3 0,0-1 3-16,-1-1-7 0,0 1-113 0,1-1-7 15,-1-1-50-15,0 1-160 0</inkml:trace>
  <inkml:trace contextRef="#ctx0" brushRef="#br0" timeOffset="44327.88">5638 6808 2155 0,'-13'-3'125'0,"-1"2"14"0,2 1 0 0,0 0-73 0,1 3-31 15,1 0-12-15,0 1-6 0,0 1 7 0,0 1-25 16,-7-1 6-16,6 4-6 0,-1 2 5 15,0 1-14-15,-2 3 8 0,0 1-2 0,1 2 3 0,-1 1 1 16,0 1 5-16,2 2 3 0,0 3-1 0,0 0 9 16,3 2 5-16,-1 1 4 0,1 1 0 0,2 2 2 0,1 1 12 15,1 1-8-15,1 1 9 0,2 2-16 0,1 2-5 16,3 2 0-16,1 5-2 0,2-2-9 0,2 2-2 16,1 1-2-16,4 0 0 0,1 1-3 0,2-2 1 31,2-4-2-31,3-2 3 0,3-4 4 0,2-2-60 0,3-3 0 15,1-5-28-15,1-3-37 0,2-3-11 0,1-4-11 16,4-4-4-16,3-5-92 0,1-4-253 0</inkml:trace>
  <inkml:trace contextRef="#ctx0" brushRef="#br0" timeOffset="44927.78">7564 6182 2325 0,'0'0'226'0,"-1"0"-82"0,0 0 107 16,1 0-256-16,-1 0-7 0,1 0-22 0,0 0 11 16,-1 0-4-16,0 0 6 0,-4 22-3 0,6-17 10 15,6 10 3-15,2 1 2 0,1 4 0 0,0 3 7 16,0 1-1-16,0 2 3 16,1 2 0-16,-1 1 1 0,2 1-3 0,-1 1 2 0,-1 1-4 0,0 3 7 0,-1 0 8 15,0 3 0 1,-1 0 17-16,-1 0-2 0,-1 2-4 0,-1 1 2 0,-1-1 3 0,-1 1 6 0,0 1 0 15,-2 0 2 1,-1 1 6-16,-1 0-17 0,-1 0 7 0,-1 2-12 16,0 1-7-16,-1 1-2 0,-2 0-4 0,0-3 3 15,-2 0-3-15,-1-1-3 0,-1 0 4 0,0-3-3 16,-2-3 0-16,-1-3-26 0,-2-1-10 0,0-2-7 16,1-1-35-16,-1-2-16 0,-2-3-3 0,0-3-8 0,1-2-31 15,-1-2-61-15,0 0-15 0,1-2-27 0,1-1-167 0</inkml:trace>
  <inkml:trace contextRef="#ctx0" brushRef="#br0" timeOffset="45295.28">7847 7096 3033 0,'0'0'175'0,"0"0"-132"0,-1 0-7 0,1 0-42 0,0 0-47 15,0 0 33-15,0 0-2 0,0 0 14 0,0 0 5 0,0 0-5 16,0 0-5-16,19 6 1 0,-19-6 10 0,0 0 3 15,18 0 4-15,-18 0-1 0,0 0-4 0,20 0 9 0,-20 0-1 16,0 0 4 0,21 3 9-16,-20-3-8 0,-1 0 7 0,21 1-6 0,-21-1 10 0,0 0-1 15,22-1-4-15,-22 1 1 0,1 0-15 0,21-4 9 16,-22 4-5 0,1 0 6-16,19-4-11 0,-19 4-2 0,-1 0-6 0,21-6-2 15,-21 6-51-15,1 0-75 0,16-5-15 0,-17 5-25 16,0 0-113-16,21-6-216 0</inkml:trace>
  <inkml:trace contextRef="#ctx0" brushRef="#br0" timeOffset="45894.8">8633 6797 2175 0,'0'0'393'0,"0"0"-169"0,0 0 201 15,-1 0-450-15,0 0 1 0,1 1-11 0,-1-1 35 16,-5 22-6-16,6-22 12 0,0 1-17 0,5 22-4 16,-4-13-1-16,1 1-1 0,1 2 2 0,-2 0 13 15,1 2 5 1,-2 1 2-16,2 2 9 0,-2 0-2 0,0 0-1 15,1 2 2-15,-1 2 1 0,-1 0 9 0,1 0-3 16,-2 2 4-16,2-1-10 0,0 2-1 0,-2 1-4 16,2 0 1-16,-1 1-8 0,1-1 1 0,0-1-2 15,0-1 2-15,0-2-5 0,0-1-12 0,1-1-11 16,0-2-5-16,0-2-70 0,-1-3-40 0,0-2-4 0,0-2-14 16,0-1-29-16,0-8-75 0,0 0-19 0</inkml:trace>
  <inkml:trace contextRef="#ctx0" brushRef="#br0" timeOffset="46143.23">8730 7086 2610 0,'0'0'365'15,"0"0"-265"-15,0 0 3 16,0 0-92-16,0 0-21 0,0 0 26 0,18 4-7 15,-18-4 14-15,1 0-14 0,23 3-7 0,-13-1 4 16,0-2-4-16,1 3 6 0,1-1 0 0,-1-2 0 0,-1 0 0 16,0-1-4-16,-1 1-7 0,1 0 3 15,-3 1-6-15,2 0-9 0,-1-1-37 0,-1 0-5 16,1 1-11-16,-1-1-27 0,0 0-44 0,0-1-9 0,1-1-17 16,0 0-88-16,1 0-162 0</inkml:trace>
  <inkml:trace contextRef="#ctx0" brushRef="#br0" timeOffset="46617.47">9151 7139 2478 0,'0'0'94'0,"0"0"93"16,0 0-182-16,0 0-1 0,1 0 5 15,18 9-3-15,-19-9 14 0,0 0-14 0,21 0 0 16,-12-2-5-16,-1-2-9 0,2-2 13 0,-1 0-4 15,-1-1 8-15,1-2-9 0,-2-1 6 0,0 1-2 16,0-2 3-16,-2 0-3 0,0 0 6 16,-2-1-1-16,1 0 2 0,-1 1-7 0,0 0 8 0,-1-1-1 15,-2 1 5-15,1 1 1 0,-2 0-2 0,1 1 2 16,-2 1-1-16,-1 0 4 0,0 1-11 0,-1 0 4 16,-1 2-5-16,0-1 5 0,-1 1-8 0,0 1-2 15,-2 1-1-15,-1 0-10 0,0 2-9 0,-2 1-2 16,-2 1-1-16,1 3 10 0,-2 0 1 0,0 2 5 0,3 2-3 15,0 1 9-15,0 2-2 0,1 0-1 0,-1 2-3 16,1 1-5-16,1 2 4 0,0 2 2 0,1 0 1 16,1 2 5-16,0 1-2 15,1 1-1-15,1 1-1 0,0 1 1 0,2 2 13 0,1 0-2 16,2 0 5-16,1 1 0 0,1-3 6 0,3 0 2 0,1-1 1 0,0-1 12 0,3-1-7 16,0-1 0-16,1-3-2 0,0-2 7 0,2-2-5 31,0-1-3-31,1-2-4 0,2-2-19 0,0-3-5 0,1 1-3 0,0-4-2 0,0 0-14 0,0-2-20 31,-1-2 0-31,0-2-9 0,0-2-12 0,-2-2-26 16,1-3-3-16,1-2-12 0,-3-2-36 0,1-1-35 15,-1-3-17-15,0-2-14 0,2-3-153 0</inkml:trace>
  <inkml:trace contextRef="#ctx0" brushRef="#br0" timeOffset="46917.89">9092 6647 2923 0,'0'0'216'0,"-1"0"-168"31,1 0-3-31,-17 0-54 0,17 0-17 0,0 0 15 15,0 0-4-15,0 0 5 0,0 0-25 0,0 0 20 16,20 2 1-16,-11-2 9 0,3-1 15 0,1 0 7 16,0-2 1-16,2 1 1 0,0-1-1 0,2 1-9 15,-1-1-2-15,1 1-1 0,-2 1-2 0,0-1 1 16,0 0-2-16,-2 0 2 0,1 1-5 0,-1-2 1 0,0 1-6 0,0 0-1 16,-2-1-71-16,2 2-82 0,0-1-13 0,-1 0-29 15,1-2-122-15</inkml:trace>
  <inkml:trace contextRef="#ctx0" brushRef="#br0" timeOffset="47200.75">9609 6476 1716 0,'0'0'248'0,"0"0"999"0,0 0-1270 0,0 0-14 15,0 0 1-15,0 0-5 0,6 19 12 0,-6-18-6 32,2 15 2-32,-2-6-5 0,-1 1 3 0,-1 1-7 15,0 2 7-15,-3 1-2 0,0 2 44 0,-2 0 12 16,0-1 6-16,-1 2 0 0,0-1 13 0,0-1-9 16,-1 1-2-16,1-2-3 0,-1-1-15 0,1-2-9 0,-1 0 4 15,2-3-5-15,-1 0-2 0,2-2-45 16,-1-2-11-16,-1-1-15 0,3-2-60 0,-2-2-26 0,2 0 4 0,-1-2-16 15,0-1-34-15,1-2-392 0</inkml:trace>
  <inkml:trace contextRef="#ctx0" brushRef="#br0" timeOffset="47481.78">9472 6308 2505 0,'0'0'104'0,"0"0"103"0,0 0-181 0,1-1-14 0,-1 1-2 0,0-1-4 0,20-8 7 0,-20 9-6 15,1 0 7-15,19 8-6 0,-12-2 7 0,1 1-3 16,0 1-4-16,1 2 1 0,0 0 0 16,0 2-3-16,0 1 1 0,1 0-1 0,0 2 11 15,-1-2 16-15,1 1 4 0,-1 2 3 0,2-1 11 16,0 3 1-16,-1 0 3 16,0 2-3-16,-1 0-2 0,0 0-22 15,0 2 2-15,1-2-8 0,0 2-5 0,-1-3-11 16,0 0 1-16,1-1-3 0,-2-2 4 0,2 1-6 0,-1-2-4 15,0-2-4-15,0-1-41 0,0-2-42 0,0 0 0 16,1-2-19-16,0-2-44 0,-1-1-114 0,0-2-28 16,0-2-62-16,1-1-449 0</inkml:trace>
  <inkml:trace contextRef="#ctx0" brushRef="#br0" timeOffset="48200.77">9867 6525 2717 0,'0'0'155'0,"0"0"-27"15,-1 0-6-15,0 0-84 0,1 0-50 0,-1 0 0 0,1 0 1 16,0 0 1-16,0 0-7 0,0 0 10 0,0 0-2 16,0 0 6-16,0 1 0 0,0-1 6 0,0 0-3 15,0 1 6-15,1-1-10 0,-1 1-11 0,1-1-10 0,0 1-2 16,-1-1-49-16,0 1-51 0,0-1-15 0,7 17-20 15,-7-17-133-15,0 0 999 0</inkml:trace>
  <inkml:trace contextRef="#ctx0" brushRef="#br0" timeOffset="48665.3">9944 6398 3016 0,'0'0'91'0,"0"0"33"0,0 0-172 0,0 0 7 0,0 0 4 16,18 4 4-16,-18-4 29 0,16 3-5 0,-7 1 5 15,1-2-3-15,1 0 13 0,0 1-5 16,0-1 1-16,0 1-2 0,-1 0 5 0,0 0-3 0,0 1 2 15,-2-2-1-15,0 1-1 0,-1 1 20 0,-2-1-4 0,1 3 11 0,-1-2 5 16,-1 2-10 0,-1-1 2-16,-3-5-6 0,0 1-10 0,0-1-10 0,5 18-1 0,-5-18-3 15,0 1-10-15,-4 19-1 0,4-20-4 0,-7 15 0 16,2-7-6-16,-1 1 7 16,-2-1-1-16,-1 0 4 0,-1 0 14 0,1 1 2 15,1 0 1-15,2-2 0 0,-2 1-1 0,1-1 9 16,0-2 3-16,1 0 0 0,6-5-1 0,0 0-5 0,-1 0-2 0,1 1 0 0,-8 17-5 15,8-18 14-15,0 0-4 0,0 0 9 0,0 1-2 0,0-1-1 16,19 13 0-16,-19-13-1 0,1 0 3 0,20 6-1 31,-12-6 1-31,-1 0-2 0,1 1-5 0,0-1-4 16,0 1-5-16,0 0 0 0,0-1-16 0,-1 0-28 16,1-1-4-16,-1 1-12 0,-1-2-42 0,-1 2-61 0,1-1-17 15,-1 1-24-15,0 1-150 0</inkml:trace>
  <inkml:trace contextRef="#ctx0" brushRef="#br0" timeOffset="49241.01">8543 6493 1827 0,'-12'-4'297'0,"0"0"104"0,1 0-2 31,0 3-319-31,-1 0-66 0,3 2-18 0,-3 1-2 0,2 2 3 16,-1 0-14-16,-5-2 2 0,5 6-5 0,1 2 5 15,0 2 5-15,-1 2 4 0,0 2 0 0,0 4 1 16,2 1 7-16,0 1 3 0,1 3 3 0,2 2-2 16,-1 4 5-16,1 3-6 0,0 4 7 0,3 1-7 15,1 4 10-15,1 4 3 0,1 0-3 0,1 5 3 16,2-1-8-16,3 3-8 0,1 2 3 0,3 0-4 15,1-1 4-15,1-2 1 0,1-2-5 0,2-1 4 16,0-4-7-16,1-3-46 0,1-2-8 0,1-3-19 16,-1-1-73-16,2-3-16 0,1-4-8 0,1-5-6 0,2-1-65 0,0-7-401 15</inkml:trace>
  <inkml:trace contextRef="#ctx0" brushRef="#br0" timeOffset="49735.21">10263 6126 2990 0,'0'0'121'0,"0"0"181"0,0 0-348 0,0 0-10 0,15 10 5 0,-7-2-2 0,2 3 33 32,1 2-2-32,-1 2 2 0,1 4-3 0,1 2 8 0,0 3 9 15,0 2-2-15,0 3 4 16,0 0 4-16,1 0-6 0,-2 3 6 0,0 0-7 0,-1 0 1 0,-1 4 22 0,-3 0-7 16,1 1 17-16,-2 1 26 0,0 1 5 0,-1 0 7 15,-1 3-4-15,-2 3-4 0,-1-1-14 16,-1 1-5-16,-3 2-3 0,-2 1-18 0,-1-1-6 15,-1 2 0-15,-1-1-3 0,-2-1-3 0,1 0-7 0,-2-2-2 16,-1-4-8-16,-1-2-77 0,-1-2-106 0,-1-1-23 0,-4-3-36 16,-4-3-199-16</inkml:trace>
  <inkml:trace contextRef="#ctx0" brushRef="#br0" timeOffset="50761.61">5174 8311 1107 0,'-6'0'414'0,"0"1"212"0,-1-1-1 0,7 0-506 0,-1 0-86 0,1 0-44 16,0 0-2-1,-1 0 5-15,1 1 3 0,-1-1-7 0,1 1 2 16,0-1-3-16,14 14 13 0,-6-13-1 0,2 0 0 0,0 1-2 0,0 0-1 15,3-1 7-15,1 0-2 0,1 1 5 16,0-1-6-16,0 0 3 0,0 0-1 0,0 1 1 16,-1-1 4-16,-1 0-12 0,0 1-14 0,-1-1-6 15,-1 0-86-15,0 0-43 0,0 0-11 0,-1-1-18 0,0 1-110 32</inkml:trace>
  <inkml:trace contextRef="#ctx0" brushRef="#br0" timeOffset="51058">5319 8594 2692 0,'-6'1'279'0,"-1"0"-159"0,7-1 3 16,0 0-67-16,0 0-88 0,0 1 24 0,0-1-9 15,0 1 16-15,0-1-10 0,0 0 6 0,16 19-6 0,-7-15 6 16,3-3 3-16,0 2-3 0,0-3 6 0,0 0-4 16,1 2 6-16,1-2-1 0,1 0 2 0,-1 0-1 15,2 0 6-15,-3-1-5 0,2 0 0 0,-3 0-2 16,1 1 6-16,-2 0-2 0,1-1 1 0,-1 1-3 16,0-2 1-16,-1 0-11 0,-1 0-8 0,0-1-6 0,-1 2-62 15,1-2-73-15,1 2-10 0,-1-2-28 0,1-1-119 16</inkml:trace>
  <inkml:trace contextRef="#ctx0" brushRef="#br0" timeOffset="53687.34">6108 8495 1989 0,'-5'1'92'0,"-1"1"-22"0,2 2-9 0,4-4-34 16,0 0-28-16,-1 0 2 0,1 0 7 0,-1 1-2 15,-4 17-11-15,5-18 4 0,0 0-4 0,0 0 5 16,0 1 2-16,0-1 3 0,12 18 7 0,-12-18-2 15,0 0 21-15,20 6-9 0,-20-6 1 0,1 0-4 0,21 5-6 16,-13-5-4-16,0 1 1 0,0-1-1 16,1-2-3-1,1 0 4-15,-1 0-4 0,0-1 5 0,0-1 4 0,0 0-1 16,-1-1 4-16,-1-1-3 0,-1 0 11 0,0-1-5 16,-1 0 1-16,-1-1-3 0,1 0-2 0,0-1 3 15,-2 0 1-15,0-1 1 0,0 0-3 0,-2 0 1 16,-1-1-1-16,-1 1 1 0,0 1 3 0,0 0-5 15,0 1 1-15,-3 0-2 0,1 2 6 0,-2-1-3 16,0 2 3-16,-1 2-3 0,0-1-1 16,-1 1-8-16,0 1-2 0,-3 0-1 0,2 0-6 0,-2 3-2 15,-1 0-5-15,1 1 2 0,-2 2-2 0,-1-1 4 0,0 3 0 16,0 0 0-16,1 1-8 0,-2 2-2 0,3 1-1 0,-2 3-1 31,-1-1-3-31,2 2 0 0,0 2 2 0,2 0-2 0,1 3-3 0,-1 0 12 0,1 2-5 0,3 2 7 31,-1-2 4-31,4 3 4 0,-1-1 0 0,3-1 2 0,0 2 2 0,0 0-2 16,3-1 3-16,2 0-3 16,0 0 4-16,3-2-6 0,1 0 4 0,0-4-5 0,1 1-2 15,2-4 0-15,1 0-1 0,2-2 0 0,-1-3-3 16,1-3 5-16,0 0 1 0,1-3 2 0,1 0 1 0,0-2 1 16,-1-2 2-16,1-1-1 0,-1-2-1 0,0 0-29 15,0-2-5-15,-1-1-11 0,0-1-44 0,1-2-59 16,-2 1-13-16,1-2-19 0,0 0-95 0,0-2-412 15</inkml:trace>
  <inkml:trace contextRef="#ctx0" brushRef="#br0" timeOffset="54140.97">6299 8140 2361 0,'0'0'101'0,"-1"0"63"16,1 0-142-16,0 0-26 0,0 0 0 15,-1 0-5-15,0 0 17 0,1 1-8 0,0-1 0 16,0 0-2-16,1 1 1 0,0-1 2 16,21 17 1-16,-12-16 2 0,-1 1 0 0,1-1 23 15,1-1-1-15,-1-1 8 0,1 1-2 0,1 0-3 16,-2-1-1-16,2 2 0 15,-1-1 0-15,-2 0-3 0,2 1-1 0,-2 0-1 0,1 0-5 0,-3 1-10 0,2 0 3 0,-1-1-7 32,-1 0 6-32,1 0-10 0,-1 1 5 0,0-2-5 15,2 3 1-15,-2-2-48 0,1 0-12 0,-2-1-18 16,2-1-86-16,-2 1-77 0,0 0-7 0,2 0-40 0,-2 0-208 0</inkml:trace>
  <inkml:trace contextRef="#ctx0" brushRef="#br0" timeOffset="55034.87">6817 7833 1009 0,'0'0'195'0,"-1"0"650"16,1 0-703-16,0 1-79 0,0-1 20 0,-18 12-37 16,18-12 42-16,0 1-26 0,0-1 1 0,-7 17-12 0,7-17-16 15,0 0-10-15,-5 17-1 0,5-17-3 16,0 0 3-16,-4 23-5 0,2-14 7 0,-1 0-7 0,0 0 4 15,0 1 7-15,0 0-5 0,2 2 6 0,-2 0 5 0,0 0-4 16,1 0-5-16,-2-2 0 0,1 0-15 0,1 0-4 16,-1-1 2-16,1-1-4 0,1 0-4 0,0 0-5 0,0 0 1 15,0-2-5 1,1-6-21-16,0 0-65 0,0 1-8 0,-1 18-22 16,1-19-57-16,0 0-26 0,0 0-13 0,0 1-9 0,1-1-85 0</inkml:trace>
  <inkml:trace contextRef="#ctx0" brushRef="#br0" timeOffset="55427.28">6996 7622 2414 0,'0'0'196'0,"0"0"-112"15,-1 0-20-15,1 0-25 0,0 0-54 0,-1 0 20 16,1 0-5-16,-1 0 8 0,1 1-20 0,0-1 2 16,-7 21-5-16,7-21 6 0,0 0-2 15,-3 20 14-15,1-12 1 0,-1 4 5 16,0-1 9-16,-1 2-2 0,1 2 9 0,-2-1-6 16,0 2 22-16,1 0 6 0,-2 1-4 0,2 0 4 0,0 2-11 0,-1 0-6 15,0 1-4-15,0 1-2 0,1 1-15 0,-1 1-7 0,2 0 4 31,-1 2-4-31,-1 0 4 0,0 1-4 0,0 0 0 0,0 1-1 16,0-1-1-16,0-1 2 0,1 0-2 16,-1-2 4-16,1 1-1 0,-1-1-3 15,1 0 0-15,1-1 0 0,-1-1 6 0,0-1-5 0,0-2 4 0,1-1-5 16,0 0 3-16,0-2-5 0,-1-3-6 0,1-1 0 16,-1-2-30-16,2 0-36 0,1-1-10 0,-1-1-12 15,2-7-72-15,0 0-67 0,0 1-16 0,0-1-26 16,0 1-129-16</inkml:trace>
  <inkml:trace contextRef="#ctx0" brushRef="#br0" timeOffset="55910.64">7013 7912 2673 0,'0'0'93'16,"0"0"44"-16,0 0-148 0,0 0-26 16,0 0 3-1,0 0-7-15,0 0 26 0,0 0 4 0,0 0 1 16,20 5 0-16,-20-5 4 0,1 0 4 0,21 1 2 16,-21-1 0-16,-1 0 1 0,22 2 0 0,-22-2 0 0,1 0 1 15,16 5 17-15,-17-5 13 0,1 0 4 0,-1 0 2 16,18 14 7-16,-18-14-13 0,1 0-4 0,0 1-2 15,9 17-11-15,-10-18-8 0,0 1 2 0,4 19-3 0,-3-12 2 0,-2 1-3 16,1 0 2 0,-2 0-3-16,0 1 0 0,-1-1 4 0,1-1 0 15,-2 1 0-15,-1 0-6 0,1 0 8 0,-3 1-3 0,2-1 6 0,-2 0-5 0,0 1-3 16,-1-1-1-16,0-1 1 0,0 2-4 0,-1-1 3 16,1 1-4-16,-1 0 2 0,1 0-2 0,1 1 5 15,0-2-3 1,1-1 4-16,0 2-11 0,1-3 8 0,2 0-3 15,1 0 3-15,2-7-2 0,0 0-7 16,0 1 4-16,-2 15-6 0,2-16 8 0,0 0 4 0,0 0 3 16,1 1 0-16,16 9 6 0,-17-10-1 0,0 0-1 15,18 4 0-15,-18-4-4 0,1 0-2 0,22 2-1 16,-22-2-1-16,15 1-1 0,-16-1-1 0,18 2 3 0,-18-2-4 16,17 2 7-16,-17-2-32 0,0 0-12 0,23 1-15 15,-23-1-96-15,1 0-130 0,21 0-32 0</inkml:trace>
  <inkml:trace contextRef="#ctx0" brushRef="#br0" timeOffset="57280.39">7514 8545 2227 0,'0'0'114'0,"0"0"-8"0,0 0-4 0,0 1-70 15,0-1-29-15,0 1 1 0,0-1-7 0,0 1 11 16,0-1-14-16,0 0 7 0,0 1 1 0,1-1 3 16,18 4 0-16,-19-4 13 0,1 0 1 0,0 0 5 15,18-5 15-15,-19 5 16 0,1 0-6 0,-1 0 7 0,16-2-11 16,-16 2-5-16,1 0 5 0,0 0-4 0,-1 0-5 15,19 6-1-15,-19-6-10 0,0 0 6 0,0 0-18 0,18 6-2 16,-18-6-2-16,0 0-1 0,0 0-8 0,17 5 5 16,-17-5 0-16,1 0 1 0,-1 0-4 0,0 0-2 15,19 0-2-15,-19 0-4 0,0 0-47 0,1 0-42 16,-1 0-16 0,19-1-10-16,-19 1-80 0,0 0-88 0,0 0-24 0</inkml:trace>
  <inkml:trace contextRef="#ctx0" brushRef="#br0" timeOffset="57913.68">7986 8577 1703 0,'0'0'281'0,"0"0"2"0,0 0 73 0,0 0-248 15,0 0-109-15,0 0-8 0,0 0 0 0,0 0-1 16,0 1 10-16,0-1-7 0,1 1 0 0,-1-1-2 15,16 8 5-15,-16-8 5 0,1 0 0 0,0 0 3 0,17-6-4 0,-18 6 10 16,1 0-4-16,-1 0 7 0,21-17 7 0,-17 10-6 0,1 0 2 31,-2-1-4-31,2 1 2 0,-1-1 4 0,0 1 1 16,0-1 0-16,0 1-4 0,-2-2 8 0,0 1-4 16,1 1 3-16,-1-1-10 0,0 1 3 0,0-1-4 0,-2 1 3 15,0-1-18-15,-1 0-7 0,-1 1 2 0,-1-1-3 16,0 2 8-16,-1 1 2 0,-1-1-2 0,-1 1 2 15,-1-1 6-15,1 3-2 0,0 0 0 0,-1 1-2 16,0 2-2-16,-2-2 0 0,1 2 1 0,1 1 1 0,-1 2 6 16,1 1-10-16,-2-1 0 0,2 2-7 0,-1 0-4 15,2 3-8-15,-1 1-1 0,1 2-2 0,0 0-4 16,1 0 13-16,0 2-4 0,-1 1 5 0,2 2-5 0,1 1 11 16,0 1 6-16,0 1 2 15,2 0 28-15,1 1 13 0,2 0-4 16,1 0 4-16,1-1-17 0,1-1 5 0,1 0-5 15,2-1 5-15,0 1-14 0,1-2-4 0,0 0-2 0,3 0-1 16,-1-1-7-16,1-2 1 16,1 0 3-16,0-2-2 0,1-2-6 0,2-2 5 0,0 0-1 15,0-3 3-15,0-1 6 0,0-1 1 0,-1-2-4 16,1-2 0-16,-2 0-24 0,0-3-7 0,0-1-9 0,-1-2 2 16,-1-2-28-16,1 0-63 0,0-2-11 0,-1-3-31 15,2-1-155-15</inkml:trace>
  <inkml:trace contextRef="#ctx0" brushRef="#br0" timeOffset="58275.48">8145 8213 2645 0,'0'0'134'0,"0"0"-93"16,0 0-14-16,-1 0-22 0,0 0-13 0,1 0 2 0,-1 0 0 16,1 0-1-16,0 0-18 0,0 0 19 0,0 0-1 0,0 0 7 15,0 0 12-15,16 0 19 0,-16 0-3 0,1 0 10 0,21-1 8 16,-21 1 2-16,16-1 2 0,-9 1 0 15,3 0 7-15,-1 0-10 0,1 1-3 0,-1 0-2 16,1 0-19-16,-1 1-7 0,-1-2-2 0,2 0-2 16,-2 2-5-16,2-2-4 0,0 0 3 0,-1 1-2 0,0-1 2 15,0 1-6-15,-2 0-9 0,0-1-2 0,0-1-58 0,-1 1-77 16,0-1-17-16,1-1-27 0,-1 1-113 16,0-1-241-16</inkml:trace>
  <inkml:trace contextRef="#ctx0" brushRef="#br0" timeOffset="59293.98">8570 7865 2261 0,'0'0'314'0,"0"0"-203"32,-1 0-19-32,1 0-58 0,-1 0-61 0,1 0 20 0,0 0-2 0,0 0 9 15,0 0-5-15,0 0-3 0,1 0 1 0,-1 0-1 16,19 1 8-16,-19-1 11 0,1 0-1 0,15 2 7 16,-16-2 7-16,0 0 3 0,16 5-2 0,-16-5 2 15,1 0 0-15,-1 1 6 0,18 10-4 16,-18-11 4-16,1 1-8 0,-1-1-12 0,17 16 2 0,-17-16-6 15,0 1-3-15,0-1-2 0,13 20 2 0,-13-20-1 16,0 0 7-16,0 1-10 0,4 18 6 0,-4-19-7 0,0 1 3 16,-2 15-2-16,2-16 1 0,0 0-1 0,-8 18 5 0,8-18-3 31,0 0-4-31,-14 19 1 0,14-19-1 0,0 1 3 0,-13 15 0 0,13-16 2 16,-1 0-2-16,0 1-1 0,-15 16 0 0,16-17-1 0,-1 1-2 15,1-1 0-15,-1 0-3 0,-13 17 1 16,14-17-9-1,0 0 4-15,0 1 0 0,0-1 2 0,0 1-1 0,0-1-3 16,0 1 4-16,0-1-3 0,-1 16 6 0,1-16-2 16,0 0 0-16,0 0-1 0,1 0-5 15,19 1 11-15,-20-1-6 0,1 0 7 0,17 0 0 0,-18 0-1 16,1 0 4-16,20 0-4 0,-21 0-7 0,0 0 9 16,19 4-1-16,-19-4 6 0,1 0-3 0,15 4 7 15,-16-4-5-15,0 0 7 0,0 0-3 0,17 9 11 0,-17-9-3 16,0 0 6-16,0 0 7 0,0 1-7 0,3 16 6 15,-3-17-8-15,0 1-3 0,-4 18-7 0,4-19-1 0,0 1 0 16,-11 22 3-16,6-14-14 0,-1 0 3 0,1 2-5 16,-2 0 2-16,0-1 1 0,0 1-4 0,1-1 3 15,-1 0-11-15,0 0-24 16,1-2 5-16,1 0-13 0,-2-2-8 0,2 0-18 16,-1-2-7-16,6-4-6 0,0 0-54 0,-1 0-50 0,1 0-1 0,-1 0-22 0,1 0-72 15</inkml:trace>
  <inkml:trace contextRef="#ctx0" brushRef="#br0" timeOffset="59623.33">8907 7710 2504 0,'0'0'300'0,"0"0"-188"0,0 0-31 0,0 0-38 15,0 0-46-15,0 0 8 0,0 1-5 0,0-1 6 16,0 1-16-16,-7 16-3 0,7-17 1 16,-3 13 2-16,2-5 12 0,-2 1 15 0,0-1-1 15,0 3 6-15,-2 2 19 0,0 1 21 0,0 2-4 0,0 0 9 16,1 1-3-16,-1 0-10 0,0 2 2 0,1 0-8 16,0-1-17-1,0 1-8-15,1 2-2 0,0 0-3 0,-1 1-14 16,1 3-3-16,0-1 4 0,1 1-2 0,0 2 4 0,1-1-7 0,-2-1 0 0,3 3-4 0,-1-2 2 31,0-1 0-31,1 0-4 0,0-3 0 0,0-2-35 0,0-2-47 16,1-4-8-16,-1-1-16 0,1-3-48 0,-1-2-62 0,1 0-12 15,-1-8-25-15,0 0-126 0</inkml:trace>
  <inkml:trace contextRef="#ctx0" brushRef="#br0" timeOffset="60046.47">9072 7832 3256 0,'0'0'200'0,"0"0"-156"15,0 1-37-15,-2 15-19 0,2-16-23 0,0 0 22 16,4 19-5-16,-4-19 3 0,0 1-78 0,4 22 11 15,-4-23-6-15,1 16 17 0,-1-6 51 0,-2 0 19 16,0 3-2-16,-1-1 6 0,0 0 4 16,0 1 16-16,-1-2 7 0,0 2 4 0,0 1 30 0,1-2-14 15,0 1-3-15,0 0-5 0,0-1-20 0,2 1-14 16,-1-1 3-16,2 0-7 0,0-2 0 0,0-2 0 16,2 0-2-16,-1-1 0 0,2-2-3 0,-3-5-3 15,0 1 5-15,0-1-3 0,1 1 5 0,19 12-1 16,-20-13-1-16,0 0 0 0,21 1 3 0,-12-1 4 15,0-3-5-15,2 1 5 0,0-1-4 0,1 1 0 16,-2 0 8-16,2-1-6 0,1 0 2 0,-1-1-7 0,3 0 0 16,-2 1-1-16,1-1 4 0,-2-1-12 15,0 2 0-15,-1-3-4 0,0 2 3 16,-1-1-16-16,0 0-2 0,0 1-6 0,-1 0-20 0,1 0-4 0,-3 0-3 0,0-1-1 16,0 1-24-16,-2-1-39 15,2 1-10-15,-2-1-14 0,-1 1-68 0,1 0-86 0,-1-1-34 0</inkml:trace>
  <inkml:trace contextRef="#ctx0" brushRef="#br0" timeOffset="60296.21">9217 7857 2452 0,'-5'6'413'15,"-1"1"-178"-15,-1 0 62 0,-1 1-214 0,1 2-86 0,1 1-3 16,4 3-3-16,-3 0 2 0,3 2 1 0,-1 3-8 16,0-1 4-16,2 3-5 0,0 0 13 0,-1 0-1 0,2 1 0 15,-2 0-1-15,1 1 2 0,-1 1-1 0,1-2 3 16,0 0-2-16,0-1 4 0,1-1-9 0,0-1-20 16,0-2-2-16,0-1-98 0,1-2-55 15,1-2-17-15,3-1-19 0,-1-1-128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68" units="cm"/>
          <inkml:channel name="Y" type="integer" max="2154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3218" units="1/cm"/>
          <inkml:channelProperty channel="Y" name="resolution" value="1000.0928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3-29T00:26:39.5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5814 9055 1427 0,'-5'6'140'0,"-1"-1"30"16,0-1 1-16,1 0-63 15,5-4-64-15,0 0-40 0,-1 0 0 0,1 0-2 0,-1 1 0 0,-15 8 0 16,16-9 6-16,0 0-2 0,0 0 13 0,0 0-8 16,0 0 0-16,0 1-1 0,0-1 16 0,0 0-5 15,0 1 8-15,0-1-6 0,0 1 17 0,0-1 2 16,0 1 2-16,0-1-1 0,0 0 0 0,0 1-15 15,6 15 4-15,-6-16-7 0,0 0 5 0,0 0-2 0,1 0-4 16,0 1 2-16,15 9-5 0,-16-10-5 16,1 0 3-16,0 0-4 0,-1 0-4 0,18 6-1 15,-18-6-1 1,0 0 0-16,17 5 2 0,-17-5-5 0,0 0 5 0,18 2-6 16,-18-2 1-16,1 0-3 0,18 2-2 0,-11-1 1 15,1-1 0-15,0 0 3 0,-1 0-1 0,1 0 2 16,0 0-6-16,0 0 11 0,0-1-6 0,0 1 8 0,0-2-4 15,1 2-5-15,0-1 6 0,0 0-6 0,0 0 6 16,0 0 0-16,0 0 2 0,-1-1-2 16,1 1-8-16,1 0 4 0,0 0-4 0,1 0 4 15,1 0 1-15,-1 0-1 0,0-1-4 0,1 1 2 0,0 0-1 16,0 0 1-16,0-1 4 0,0 1-3 0,-1-1 4 0,1 1-4 16,-1 1 2-16,1-1-3 0,-1 0-1 0,0-1 0 15,1 0-2-15,-1-1 2 0,-1 2 5 0,2-1-5 16,1 1 5-16,-1 1-5 0,1 0 5 0,-1 0-8 15,0 0 5-15,-1 1-5 0,0 0 4 16,0-1 3-16,1 2-1 0,-1-1 3 16,0 0-1-16,-1-1 9 0,1 1-3 0,-1-1 5 15,1-1-1-15,0 0-8 0,-2 1 0 16,5 0-2-16,-3 0 1 0,2 0-3 0,1 0 3 16,-2 0-3-16,1 0-1 0,0 1-3 0,-1-1 6 0,0 0-4 0,1 0 5 15,-1 0 0-15,0 1-8 0,0-1 6 16,-1 1-7-16,1 0 4 0,0-1-1 0,0 0 1 15,2 1-4-15,1-1 1 0,0 0 1 0,-1 0 1 16,1 0-2-16,-2 0 4 0,1 0 1 0,0-1 1 16,-1 1 5-16,0 0-3 0,0 1-2 0,1 0 0 0,-2 0-4 15,1-1 1-15,0 0-2 0,1 0 3 0,2 1 0 16,0 0-6-16,0 0 2 0,0 0-4 0,0-1 4 16,-1 0 4-16,2 0-2 15,-2 1 0-15,0 0-7 0,-1-1 4 0,0 1 2 16,1-2 2-16,1 1 2 0,1-1 0 0,1 0-2 0,-1 0 2 15,0 1 0-15,-1-1 4 0,1 1 2 16,-1-1-1-16,0-1-2 0,-1 2 2 0,0-2-4 16,1 0 3-16,-1 0-9 0,2 0 2 0,1 0 1 0,-1 1 1 15,0-2 2-15,0 1-3 0,0 0 0 16,-1 0 0-16,1-1-4 0,-2 2 5 0,0-1-1 16,1 2 2-16,-1 0-6 0,1 0 4 0,1-2-4 0,-1 0 6 15,3 0-8-15,-2 0 3 0,1 0 3 0,-1 0 1 16,0 0 4-16,0 1 2 0,0 1-8 0,0-2 5 15,-1 1-5-15,1 1-2 0,-1-2 5 0,1 2-4 16,1 0 6-16,2-2 2 0,-2 2 2 0,0-1-1 16,0-1 3-16,-1 2 0 0,0-2-1 0,1 1 2 0,-2-1 0 15,0 2 0-15,2-1-4 0,0 0 2 0,1 1-6 16,0-2 4-16,0 1 1 0,-1 0 0 0,-1 0-4 0,0 1-4 16,-1 0 1-16,-1 0-2 0,1 0 4 0,1 1-4 15,1-1 2-15,-1 1-2 0,1 0-1 0,1 0 2 16,-2 0-4-16,-1-1 3 0,-1 0-1 0,0 0 3 15,0-1 2 1,0 1 0-16,-1 0 3 0,1 0-2 0,-3 0-3 16,3-1 1-16,0 0-2 0,-1 1 4 0,1-1 0 0,0 1 2 0,-1 1-2 0,-2-1-3 0,1 1 0 31,0 0-1-31,-1-2 4 0,0 1-7 0,-1 0 4 16,0-1-5-16,0 3 5 0,2-1 3 0,-2 0 1 15,1-1 0-15,0 0-5 0,0 0 5 0,1 1-5 0,0 2 4 16,-1-3-4-16,1 0-2 0,0-2 5 0,-2 0-4 15,1 2 1-15,-1 0 8 0,0 0-10 0,-1 0 9 16,0 1-10-16,0-1 2 0,-1 1 3 0,1-1-2 16,0-1 3-16,-1 1-1 0,1 0 0 0,-1 0 0 0,1 2-6 15,0-2 4-15,-1 1-1 0,0-1 3 0,-2 0-1 16,0 2-5-16,-1 0 3 0,2-1-3 0,-2 2-1 16,1-3-15-16,0 0-5 0,0 0-4 0,0-1-33 15,0 2-54-15,0-2-14 0,2 1-21 0,1-1-130 16,3-2-215-16,3-1-97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11172" y="62407"/>
            <a:ext cx="138775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/27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50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/27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50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/27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50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/27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50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/27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50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6774" y="62407"/>
            <a:ext cx="217487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043838"/>
            <a:ext cx="4079240" cy="1338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2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/27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50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customXml" Target="../ink/ink7.xml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4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7.png"/><Relationship Id="rId14" Type="http://schemas.openxmlformats.org/officeDocument/2006/relationships/customXml" Target="../ink/ink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16.png"/><Relationship Id="rId18" Type="http://schemas.openxmlformats.org/officeDocument/2006/relationships/customXml" Target="../ink/ink17.xml"/><Relationship Id="rId26" Type="http://schemas.openxmlformats.org/officeDocument/2006/relationships/customXml" Target="../ink/ink21.xml"/><Relationship Id="rId3" Type="http://schemas.openxmlformats.org/officeDocument/2006/relationships/image" Target="../media/image11.png"/><Relationship Id="rId21" Type="http://schemas.openxmlformats.org/officeDocument/2006/relationships/image" Target="../media/image20.png"/><Relationship Id="rId7" Type="http://schemas.openxmlformats.org/officeDocument/2006/relationships/image" Target="../media/image13.png"/><Relationship Id="rId12" Type="http://schemas.openxmlformats.org/officeDocument/2006/relationships/customXml" Target="../ink/ink14.xml"/><Relationship Id="rId17" Type="http://schemas.openxmlformats.org/officeDocument/2006/relationships/image" Target="../media/image18.png"/><Relationship Id="rId25" Type="http://schemas.openxmlformats.org/officeDocument/2006/relationships/image" Target="../media/image22.png"/><Relationship Id="rId2" Type="http://schemas.openxmlformats.org/officeDocument/2006/relationships/customXml" Target="../ink/ink9.xml"/><Relationship Id="rId16" Type="http://schemas.openxmlformats.org/officeDocument/2006/relationships/customXml" Target="../ink/ink16.xml"/><Relationship Id="rId20" Type="http://schemas.openxmlformats.org/officeDocument/2006/relationships/customXml" Target="../ink/ink18.xml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1.xml"/><Relationship Id="rId11" Type="http://schemas.openxmlformats.org/officeDocument/2006/relationships/image" Target="../media/image15.png"/><Relationship Id="rId24" Type="http://schemas.openxmlformats.org/officeDocument/2006/relationships/customXml" Target="../ink/ink20.xml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23" Type="http://schemas.openxmlformats.org/officeDocument/2006/relationships/image" Target="../media/image21.png"/><Relationship Id="rId28" Type="http://schemas.openxmlformats.org/officeDocument/2006/relationships/customXml" Target="../ink/ink22.xml"/><Relationship Id="rId10" Type="http://schemas.openxmlformats.org/officeDocument/2006/relationships/customXml" Target="../ink/ink13.xml"/><Relationship Id="rId19" Type="http://schemas.openxmlformats.org/officeDocument/2006/relationships/image" Target="../media/image19.png"/><Relationship Id="rId31" Type="http://schemas.openxmlformats.org/officeDocument/2006/relationships/image" Target="../media/image25.png"/><Relationship Id="rId4" Type="http://schemas.openxmlformats.org/officeDocument/2006/relationships/customXml" Target="../ink/ink10.xml"/><Relationship Id="rId9" Type="http://schemas.openxmlformats.org/officeDocument/2006/relationships/image" Target="../media/image14.png"/><Relationship Id="rId14" Type="http://schemas.openxmlformats.org/officeDocument/2006/relationships/customXml" Target="../ink/ink15.xml"/><Relationship Id="rId22" Type="http://schemas.openxmlformats.org/officeDocument/2006/relationships/customXml" Target="../ink/ink19.xml"/><Relationship Id="rId27" Type="http://schemas.openxmlformats.org/officeDocument/2006/relationships/image" Target="../media/image23.png"/><Relationship Id="rId30" Type="http://schemas.openxmlformats.org/officeDocument/2006/relationships/customXml" Target="../ink/ink23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3.png"/><Relationship Id="rId21" Type="http://schemas.openxmlformats.org/officeDocument/2006/relationships/image" Target="../media/image35.png"/><Relationship Id="rId42" Type="http://schemas.openxmlformats.org/officeDocument/2006/relationships/customXml" Target="../ink/ink44.xml"/><Relationship Id="rId63" Type="http://schemas.openxmlformats.org/officeDocument/2006/relationships/image" Target="../media/image56.png"/><Relationship Id="rId84" Type="http://schemas.openxmlformats.org/officeDocument/2006/relationships/customXml" Target="../ink/ink65.xml"/><Relationship Id="rId138" Type="http://schemas.openxmlformats.org/officeDocument/2006/relationships/customXml" Target="../ink/ink92.xml"/><Relationship Id="rId159" Type="http://schemas.openxmlformats.org/officeDocument/2006/relationships/image" Target="../media/image103.png"/><Relationship Id="rId170" Type="http://schemas.openxmlformats.org/officeDocument/2006/relationships/customXml" Target="../ink/ink108.xml"/><Relationship Id="rId191" Type="http://schemas.openxmlformats.org/officeDocument/2006/relationships/image" Target="../media/image119.png"/><Relationship Id="rId205" Type="http://schemas.openxmlformats.org/officeDocument/2006/relationships/customXml" Target="../ink/ink126.xml"/><Relationship Id="rId107" Type="http://schemas.openxmlformats.org/officeDocument/2006/relationships/image" Target="../media/image78.png"/><Relationship Id="rId11" Type="http://schemas.openxmlformats.org/officeDocument/2006/relationships/image" Target="../media/image30.png"/><Relationship Id="rId32" Type="http://schemas.openxmlformats.org/officeDocument/2006/relationships/customXml" Target="../ink/ink39.xml"/><Relationship Id="rId53" Type="http://schemas.openxmlformats.org/officeDocument/2006/relationships/image" Target="../media/image51.png"/><Relationship Id="rId74" Type="http://schemas.openxmlformats.org/officeDocument/2006/relationships/customXml" Target="../ink/ink60.xml"/><Relationship Id="rId128" Type="http://schemas.openxmlformats.org/officeDocument/2006/relationships/customXml" Target="../ink/ink87.xml"/><Relationship Id="rId149" Type="http://schemas.openxmlformats.org/officeDocument/2006/relationships/image" Target="../media/image98.png"/><Relationship Id="rId5" Type="http://schemas.openxmlformats.org/officeDocument/2006/relationships/image" Target="../media/image27.png"/><Relationship Id="rId95" Type="http://schemas.openxmlformats.org/officeDocument/2006/relationships/image" Target="../media/image72.png"/><Relationship Id="rId160" Type="http://schemas.openxmlformats.org/officeDocument/2006/relationships/customXml" Target="../ink/ink103.xml"/><Relationship Id="rId181" Type="http://schemas.openxmlformats.org/officeDocument/2006/relationships/image" Target="../media/image114.png"/><Relationship Id="rId216" Type="http://schemas.openxmlformats.org/officeDocument/2006/relationships/image" Target="../media/image131.png"/><Relationship Id="rId22" Type="http://schemas.openxmlformats.org/officeDocument/2006/relationships/customXml" Target="../ink/ink34.xml"/><Relationship Id="rId43" Type="http://schemas.openxmlformats.org/officeDocument/2006/relationships/image" Target="../media/image46.png"/><Relationship Id="rId64" Type="http://schemas.openxmlformats.org/officeDocument/2006/relationships/customXml" Target="../ink/ink55.xml"/><Relationship Id="rId118" Type="http://schemas.openxmlformats.org/officeDocument/2006/relationships/customXml" Target="../ink/ink82.xml"/><Relationship Id="rId139" Type="http://schemas.openxmlformats.org/officeDocument/2006/relationships/image" Target="../media/image93.png"/><Relationship Id="rId85" Type="http://schemas.openxmlformats.org/officeDocument/2006/relationships/image" Target="../media/image67.png"/><Relationship Id="rId150" Type="http://schemas.openxmlformats.org/officeDocument/2006/relationships/customXml" Target="../ink/ink98.xml"/><Relationship Id="rId171" Type="http://schemas.openxmlformats.org/officeDocument/2006/relationships/image" Target="../media/image109.png"/><Relationship Id="rId192" Type="http://schemas.openxmlformats.org/officeDocument/2006/relationships/customXml" Target="../ink/ink119.xml"/><Relationship Id="rId206" Type="http://schemas.openxmlformats.org/officeDocument/2006/relationships/image" Target="../media/image126.png"/><Relationship Id="rId12" Type="http://schemas.openxmlformats.org/officeDocument/2006/relationships/customXml" Target="../ink/ink29.xml"/><Relationship Id="rId33" Type="http://schemas.openxmlformats.org/officeDocument/2006/relationships/image" Target="../media/image41.png"/><Relationship Id="rId108" Type="http://schemas.openxmlformats.org/officeDocument/2006/relationships/customXml" Target="../ink/ink77.xml"/><Relationship Id="rId129" Type="http://schemas.openxmlformats.org/officeDocument/2006/relationships/image" Target="../media/image88.png"/><Relationship Id="rId54" Type="http://schemas.openxmlformats.org/officeDocument/2006/relationships/customXml" Target="../ink/ink50.xml"/><Relationship Id="rId75" Type="http://schemas.openxmlformats.org/officeDocument/2006/relationships/image" Target="../media/image62.png"/><Relationship Id="rId96" Type="http://schemas.openxmlformats.org/officeDocument/2006/relationships/customXml" Target="../ink/ink71.xml"/><Relationship Id="rId140" Type="http://schemas.openxmlformats.org/officeDocument/2006/relationships/customXml" Target="../ink/ink93.xml"/><Relationship Id="rId161" Type="http://schemas.openxmlformats.org/officeDocument/2006/relationships/image" Target="../media/image104.png"/><Relationship Id="rId182" Type="http://schemas.openxmlformats.org/officeDocument/2006/relationships/customXml" Target="../ink/ink114.xml"/><Relationship Id="rId217" Type="http://schemas.openxmlformats.org/officeDocument/2006/relationships/customXml" Target="../ink/ink132.xml"/><Relationship Id="rId6" Type="http://schemas.openxmlformats.org/officeDocument/2006/relationships/customXml" Target="../ink/ink26.xml"/><Relationship Id="rId23" Type="http://schemas.openxmlformats.org/officeDocument/2006/relationships/image" Target="../media/image36.png"/><Relationship Id="rId119" Type="http://schemas.openxmlformats.org/officeDocument/2006/relationships/image" Target="../media/image22.png"/><Relationship Id="rId44" Type="http://schemas.openxmlformats.org/officeDocument/2006/relationships/customXml" Target="../ink/ink45.xml"/><Relationship Id="rId65" Type="http://schemas.openxmlformats.org/officeDocument/2006/relationships/image" Target="../media/image57.png"/><Relationship Id="rId86" Type="http://schemas.openxmlformats.org/officeDocument/2006/relationships/customXml" Target="../ink/ink66.xml"/><Relationship Id="rId130" Type="http://schemas.openxmlformats.org/officeDocument/2006/relationships/customXml" Target="../ink/ink88.xml"/><Relationship Id="rId151" Type="http://schemas.openxmlformats.org/officeDocument/2006/relationships/image" Target="../media/image99.png"/><Relationship Id="rId172" Type="http://schemas.openxmlformats.org/officeDocument/2006/relationships/customXml" Target="../ink/ink109.xml"/><Relationship Id="rId193" Type="http://schemas.openxmlformats.org/officeDocument/2006/relationships/image" Target="../media/image120.png"/><Relationship Id="rId207" Type="http://schemas.openxmlformats.org/officeDocument/2006/relationships/customXml" Target="../ink/ink127.xml"/><Relationship Id="rId13" Type="http://schemas.openxmlformats.org/officeDocument/2006/relationships/image" Target="../media/image31.png"/><Relationship Id="rId109" Type="http://schemas.openxmlformats.org/officeDocument/2006/relationships/image" Target="../media/image79.png"/><Relationship Id="rId34" Type="http://schemas.openxmlformats.org/officeDocument/2006/relationships/customXml" Target="../ink/ink40.xml"/><Relationship Id="rId55" Type="http://schemas.openxmlformats.org/officeDocument/2006/relationships/image" Target="../media/image52.png"/><Relationship Id="rId76" Type="http://schemas.openxmlformats.org/officeDocument/2006/relationships/customXml" Target="../ink/ink61.xml"/><Relationship Id="rId97" Type="http://schemas.openxmlformats.org/officeDocument/2006/relationships/image" Target="../media/image73.png"/><Relationship Id="rId120" Type="http://schemas.openxmlformats.org/officeDocument/2006/relationships/customXml" Target="../ink/ink83.xml"/><Relationship Id="rId141" Type="http://schemas.openxmlformats.org/officeDocument/2006/relationships/image" Target="../media/image94.png"/><Relationship Id="rId7" Type="http://schemas.openxmlformats.org/officeDocument/2006/relationships/image" Target="../media/image28.png"/><Relationship Id="rId162" Type="http://schemas.openxmlformats.org/officeDocument/2006/relationships/customXml" Target="../ink/ink104.xml"/><Relationship Id="rId183" Type="http://schemas.openxmlformats.org/officeDocument/2006/relationships/image" Target="../media/image115.png"/><Relationship Id="rId218" Type="http://schemas.openxmlformats.org/officeDocument/2006/relationships/image" Target="../media/image132.png"/><Relationship Id="rId24" Type="http://schemas.openxmlformats.org/officeDocument/2006/relationships/customXml" Target="../ink/ink35.xml"/><Relationship Id="rId45" Type="http://schemas.openxmlformats.org/officeDocument/2006/relationships/image" Target="../media/image47.png"/><Relationship Id="rId66" Type="http://schemas.openxmlformats.org/officeDocument/2006/relationships/customXml" Target="../ink/ink56.xml"/><Relationship Id="rId87" Type="http://schemas.openxmlformats.org/officeDocument/2006/relationships/image" Target="../media/image68.png"/><Relationship Id="rId110" Type="http://schemas.openxmlformats.org/officeDocument/2006/relationships/customXml" Target="../ink/ink78.xml"/><Relationship Id="rId131" Type="http://schemas.openxmlformats.org/officeDocument/2006/relationships/image" Target="../media/image89.png"/><Relationship Id="rId152" Type="http://schemas.openxmlformats.org/officeDocument/2006/relationships/customXml" Target="../ink/ink99.xml"/><Relationship Id="rId173" Type="http://schemas.openxmlformats.org/officeDocument/2006/relationships/image" Target="../media/image110.png"/><Relationship Id="rId194" Type="http://schemas.openxmlformats.org/officeDocument/2006/relationships/customXml" Target="../ink/ink120.xml"/><Relationship Id="rId208" Type="http://schemas.openxmlformats.org/officeDocument/2006/relationships/image" Target="../media/image127.png"/><Relationship Id="rId14" Type="http://schemas.openxmlformats.org/officeDocument/2006/relationships/customXml" Target="../ink/ink30.xml"/><Relationship Id="rId30" Type="http://schemas.openxmlformats.org/officeDocument/2006/relationships/customXml" Target="../ink/ink38.xml"/><Relationship Id="rId35" Type="http://schemas.openxmlformats.org/officeDocument/2006/relationships/image" Target="../media/image42.png"/><Relationship Id="rId56" Type="http://schemas.openxmlformats.org/officeDocument/2006/relationships/customXml" Target="../ink/ink51.xml"/><Relationship Id="rId77" Type="http://schemas.openxmlformats.org/officeDocument/2006/relationships/image" Target="../media/image63.png"/><Relationship Id="rId100" Type="http://schemas.openxmlformats.org/officeDocument/2006/relationships/customXml" Target="../ink/ink73.xml"/><Relationship Id="rId105" Type="http://schemas.openxmlformats.org/officeDocument/2006/relationships/image" Target="../media/image77.png"/><Relationship Id="rId126" Type="http://schemas.openxmlformats.org/officeDocument/2006/relationships/customXml" Target="../ink/ink86.xml"/><Relationship Id="rId147" Type="http://schemas.openxmlformats.org/officeDocument/2006/relationships/image" Target="../media/image97.png"/><Relationship Id="rId168" Type="http://schemas.openxmlformats.org/officeDocument/2006/relationships/customXml" Target="../ink/ink107.xml"/><Relationship Id="rId8" Type="http://schemas.openxmlformats.org/officeDocument/2006/relationships/customXml" Target="../ink/ink27.xml"/><Relationship Id="rId51" Type="http://schemas.openxmlformats.org/officeDocument/2006/relationships/image" Target="../media/image50.png"/><Relationship Id="rId72" Type="http://schemas.openxmlformats.org/officeDocument/2006/relationships/customXml" Target="../ink/ink59.xml"/><Relationship Id="rId93" Type="http://schemas.openxmlformats.org/officeDocument/2006/relationships/image" Target="../media/image71.png"/><Relationship Id="rId98" Type="http://schemas.openxmlformats.org/officeDocument/2006/relationships/customXml" Target="../ink/ink72.xml"/><Relationship Id="rId121" Type="http://schemas.openxmlformats.org/officeDocument/2006/relationships/image" Target="../media/image84.png"/><Relationship Id="rId142" Type="http://schemas.openxmlformats.org/officeDocument/2006/relationships/customXml" Target="../ink/ink94.xml"/><Relationship Id="rId163" Type="http://schemas.openxmlformats.org/officeDocument/2006/relationships/image" Target="../media/image105.png"/><Relationship Id="rId184" Type="http://schemas.openxmlformats.org/officeDocument/2006/relationships/customXml" Target="../ink/ink115.xml"/><Relationship Id="rId189" Type="http://schemas.openxmlformats.org/officeDocument/2006/relationships/image" Target="../media/image118.png"/><Relationship Id="rId3" Type="http://schemas.openxmlformats.org/officeDocument/2006/relationships/image" Target="../media/image26.png"/><Relationship Id="rId214" Type="http://schemas.openxmlformats.org/officeDocument/2006/relationships/image" Target="../media/image130.png"/><Relationship Id="rId25" Type="http://schemas.openxmlformats.org/officeDocument/2006/relationships/image" Target="../media/image37.png"/><Relationship Id="rId46" Type="http://schemas.openxmlformats.org/officeDocument/2006/relationships/customXml" Target="../ink/ink46.xml"/><Relationship Id="rId67" Type="http://schemas.openxmlformats.org/officeDocument/2006/relationships/image" Target="../media/image58.png"/><Relationship Id="rId116" Type="http://schemas.openxmlformats.org/officeDocument/2006/relationships/customXml" Target="../ink/ink81.xml"/><Relationship Id="rId137" Type="http://schemas.openxmlformats.org/officeDocument/2006/relationships/image" Target="../media/image92.png"/><Relationship Id="rId158" Type="http://schemas.openxmlformats.org/officeDocument/2006/relationships/customXml" Target="../ink/ink102.xml"/><Relationship Id="rId20" Type="http://schemas.openxmlformats.org/officeDocument/2006/relationships/customXml" Target="../ink/ink33.xml"/><Relationship Id="rId41" Type="http://schemas.openxmlformats.org/officeDocument/2006/relationships/image" Target="../media/image45.png"/><Relationship Id="rId62" Type="http://schemas.openxmlformats.org/officeDocument/2006/relationships/customXml" Target="../ink/ink54.xml"/><Relationship Id="rId83" Type="http://schemas.openxmlformats.org/officeDocument/2006/relationships/image" Target="../media/image66.png"/><Relationship Id="rId88" Type="http://schemas.openxmlformats.org/officeDocument/2006/relationships/customXml" Target="../ink/ink67.xml"/><Relationship Id="rId111" Type="http://schemas.openxmlformats.org/officeDocument/2006/relationships/image" Target="../media/image80.png"/><Relationship Id="rId132" Type="http://schemas.openxmlformats.org/officeDocument/2006/relationships/customXml" Target="../ink/ink89.xml"/><Relationship Id="rId153" Type="http://schemas.openxmlformats.org/officeDocument/2006/relationships/image" Target="../media/image100.png"/><Relationship Id="rId174" Type="http://schemas.openxmlformats.org/officeDocument/2006/relationships/customXml" Target="../ink/ink110.xml"/><Relationship Id="rId179" Type="http://schemas.openxmlformats.org/officeDocument/2006/relationships/image" Target="../media/image113.png"/><Relationship Id="rId195" Type="http://schemas.openxmlformats.org/officeDocument/2006/relationships/image" Target="../media/image121.png"/><Relationship Id="rId209" Type="http://schemas.openxmlformats.org/officeDocument/2006/relationships/customXml" Target="../ink/ink128.xml"/><Relationship Id="rId190" Type="http://schemas.openxmlformats.org/officeDocument/2006/relationships/customXml" Target="../ink/ink118.xml"/><Relationship Id="rId204" Type="http://schemas.openxmlformats.org/officeDocument/2006/relationships/customXml" Target="../ink/ink125.xml"/><Relationship Id="rId15" Type="http://schemas.openxmlformats.org/officeDocument/2006/relationships/image" Target="../media/image32.png"/><Relationship Id="rId36" Type="http://schemas.openxmlformats.org/officeDocument/2006/relationships/customXml" Target="../ink/ink41.xml"/><Relationship Id="rId57" Type="http://schemas.openxmlformats.org/officeDocument/2006/relationships/image" Target="../media/image53.png"/><Relationship Id="rId106" Type="http://schemas.openxmlformats.org/officeDocument/2006/relationships/customXml" Target="../ink/ink76.xml"/><Relationship Id="rId127" Type="http://schemas.openxmlformats.org/officeDocument/2006/relationships/image" Target="../media/image87.png"/><Relationship Id="rId10" Type="http://schemas.openxmlformats.org/officeDocument/2006/relationships/customXml" Target="../ink/ink28.xml"/><Relationship Id="rId31" Type="http://schemas.openxmlformats.org/officeDocument/2006/relationships/image" Target="../media/image40.png"/><Relationship Id="rId52" Type="http://schemas.openxmlformats.org/officeDocument/2006/relationships/customXml" Target="../ink/ink49.xml"/><Relationship Id="rId73" Type="http://schemas.openxmlformats.org/officeDocument/2006/relationships/image" Target="../media/image61.png"/><Relationship Id="rId78" Type="http://schemas.openxmlformats.org/officeDocument/2006/relationships/customXml" Target="../ink/ink62.xml"/><Relationship Id="rId94" Type="http://schemas.openxmlformats.org/officeDocument/2006/relationships/customXml" Target="../ink/ink70.xml"/><Relationship Id="rId99" Type="http://schemas.openxmlformats.org/officeDocument/2006/relationships/image" Target="../media/image74.png"/><Relationship Id="rId101" Type="http://schemas.openxmlformats.org/officeDocument/2006/relationships/image" Target="../media/image75.png"/><Relationship Id="rId122" Type="http://schemas.openxmlformats.org/officeDocument/2006/relationships/customXml" Target="../ink/ink84.xml"/><Relationship Id="rId143" Type="http://schemas.openxmlformats.org/officeDocument/2006/relationships/image" Target="../media/image95.png"/><Relationship Id="rId148" Type="http://schemas.openxmlformats.org/officeDocument/2006/relationships/customXml" Target="../ink/ink97.xml"/><Relationship Id="rId164" Type="http://schemas.openxmlformats.org/officeDocument/2006/relationships/customXml" Target="../ink/ink105.xml"/><Relationship Id="rId169" Type="http://schemas.openxmlformats.org/officeDocument/2006/relationships/image" Target="../media/image108.png"/><Relationship Id="rId185" Type="http://schemas.openxmlformats.org/officeDocument/2006/relationships/image" Target="../media/image116.png"/><Relationship Id="rId4" Type="http://schemas.openxmlformats.org/officeDocument/2006/relationships/customXml" Target="../ink/ink25.xml"/><Relationship Id="rId9" Type="http://schemas.openxmlformats.org/officeDocument/2006/relationships/image" Target="../media/image29.png"/><Relationship Id="rId180" Type="http://schemas.openxmlformats.org/officeDocument/2006/relationships/customXml" Target="../ink/ink113.xml"/><Relationship Id="rId210" Type="http://schemas.openxmlformats.org/officeDocument/2006/relationships/image" Target="../media/image128.png"/><Relationship Id="rId215" Type="http://schemas.openxmlformats.org/officeDocument/2006/relationships/customXml" Target="../ink/ink131.xml"/><Relationship Id="rId26" Type="http://schemas.openxmlformats.org/officeDocument/2006/relationships/customXml" Target="../ink/ink36.xml"/><Relationship Id="rId47" Type="http://schemas.openxmlformats.org/officeDocument/2006/relationships/image" Target="../media/image48.png"/><Relationship Id="rId68" Type="http://schemas.openxmlformats.org/officeDocument/2006/relationships/customXml" Target="../ink/ink57.xml"/><Relationship Id="rId89" Type="http://schemas.openxmlformats.org/officeDocument/2006/relationships/image" Target="../media/image69.png"/><Relationship Id="rId112" Type="http://schemas.openxmlformats.org/officeDocument/2006/relationships/customXml" Target="../ink/ink79.xml"/><Relationship Id="rId133" Type="http://schemas.openxmlformats.org/officeDocument/2006/relationships/image" Target="../media/image90.png"/><Relationship Id="rId154" Type="http://schemas.openxmlformats.org/officeDocument/2006/relationships/customXml" Target="../ink/ink100.xml"/><Relationship Id="rId175" Type="http://schemas.openxmlformats.org/officeDocument/2006/relationships/image" Target="../media/image111.png"/><Relationship Id="rId196" Type="http://schemas.openxmlformats.org/officeDocument/2006/relationships/customXml" Target="../ink/ink121.xml"/><Relationship Id="rId200" Type="http://schemas.openxmlformats.org/officeDocument/2006/relationships/customXml" Target="../ink/ink123.xml"/><Relationship Id="rId16" Type="http://schemas.openxmlformats.org/officeDocument/2006/relationships/customXml" Target="../ink/ink31.xml"/><Relationship Id="rId37" Type="http://schemas.openxmlformats.org/officeDocument/2006/relationships/image" Target="../media/image43.png"/><Relationship Id="rId58" Type="http://schemas.openxmlformats.org/officeDocument/2006/relationships/customXml" Target="../ink/ink52.xml"/><Relationship Id="rId79" Type="http://schemas.openxmlformats.org/officeDocument/2006/relationships/image" Target="../media/image64.png"/><Relationship Id="rId102" Type="http://schemas.openxmlformats.org/officeDocument/2006/relationships/customXml" Target="../ink/ink74.xml"/><Relationship Id="rId123" Type="http://schemas.openxmlformats.org/officeDocument/2006/relationships/image" Target="../media/image85.png"/><Relationship Id="rId144" Type="http://schemas.openxmlformats.org/officeDocument/2006/relationships/customXml" Target="../ink/ink95.xml"/><Relationship Id="rId90" Type="http://schemas.openxmlformats.org/officeDocument/2006/relationships/customXml" Target="../ink/ink68.xml"/><Relationship Id="rId165" Type="http://schemas.openxmlformats.org/officeDocument/2006/relationships/image" Target="../media/image106.png"/><Relationship Id="rId186" Type="http://schemas.openxmlformats.org/officeDocument/2006/relationships/customXml" Target="../ink/ink116.xml"/><Relationship Id="rId211" Type="http://schemas.openxmlformats.org/officeDocument/2006/relationships/customXml" Target="../ink/ink129.xml"/><Relationship Id="rId27" Type="http://schemas.openxmlformats.org/officeDocument/2006/relationships/image" Target="../media/image38.png"/><Relationship Id="rId48" Type="http://schemas.openxmlformats.org/officeDocument/2006/relationships/customXml" Target="../ink/ink47.xml"/><Relationship Id="rId69" Type="http://schemas.openxmlformats.org/officeDocument/2006/relationships/image" Target="../media/image59.png"/><Relationship Id="rId113" Type="http://schemas.openxmlformats.org/officeDocument/2006/relationships/image" Target="../media/image81.png"/><Relationship Id="rId134" Type="http://schemas.openxmlformats.org/officeDocument/2006/relationships/customXml" Target="../ink/ink90.xml"/><Relationship Id="rId80" Type="http://schemas.openxmlformats.org/officeDocument/2006/relationships/customXml" Target="../ink/ink63.xml"/><Relationship Id="rId155" Type="http://schemas.openxmlformats.org/officeDocument/2006/relationships/image" Target="../media/image101.png"/><Relationship Id="rId176" Type="http://schemas.openxmlformats.org/officeDocument/2006/relationships/customXml" Target="../ink/ink111.xml"/><Relationship Id="rId197" Type="http://schemas.openxmlformats.org/officeDocument/2006/relationships/image" Target="../media/image122.png"/><Relationship Id="rId201" Type="http://schemas.openxmlformats.org/officeDocument/2006/relationships/image" Target="../media/image124.png"/><Relationship Id="rId17" Type="http://schemas.openxmlformats.org/officeDocument/2006/relationships/image" Target="../media/image33.png"/><Relationship Id="rId38" Type="http://schemas.openxmlformats.org/officeDocument/2006/relationships/customXml" Target="../ink/ink42.xml"/><Relationship Id="rId59" Type="http://schemas.openxmlformats.org/officeDocument/2006/relationships/image" Target="../media/image54.png"/><Relationship Id="rId103" Type="http://schemas.openxmlformats.org/officeDocument/2006/relationships/image" Target="../media/image76.png"/><Relationship Id="rId124" Type="http://schemas.openxmlformats.org/officeDocument/2006/relationships/customXml" Target="../ink/ink85.xml"/><Relationship Id="rId70" Type="http://schemas.openxmlformats.org/officeDocument/2006/relationships/customXml" Target="../ink/ink58.xml"/><Relationship Id="rId91" Type="http://schemas.openxmlformats.org/officeDocument/2006/relationships/image" Target="../media/image70.png"/><Relationship Id="rId145" Type="http://schemas.openxmlformats.org/officeDocument/2006/relationships/image" Target="../media/image96.png"/><Relationship Id="rId166" Type="http://schemas.openxmlformats.org/officeDocument/2006/relationships/customXml" Target="../ink/ink106.xml"/><Relationship Id="rId187" Type="http://schemas.openxmlformats.org/officeDocument/2006/relationships/image" Target="../media/image117.png"/><Relationship Id="rId1" Type="http://schemas.openxmlformats.org/officeDocument/2006/relationships/slideLayout" Target="../slideLayouts/slideLayout5.xml"/><Relationship Id="rId212" Type="http://schemas.openxmlformats.org/officeDocument/2006/relationships/image" Target="../media/image129.png"/><Relationship Id="rId28" Type="http://schemas.openxmlformats.org/officeDocument/2006/relationships/customXml" Target="../ink/ink37.xml"/><Relationship Id="rId49" Type="http://schemas.openxmlformats.org/officeDocument/2006/relationships/image" Target="../media/image49.png"/><Relationship Id="rId114" Type="http://schemas.openxmlformats.org/officeDocument/2006/relationships/customXml" Target="../ink/ink80.xml"/><Relationship Id="rId60" Type="http://schemas.openxmlformats.org/officeDocument/2006/relationships/customXml" Target="../ink/ink53.xml"/><Relationship Id="rId81" Type="http://schemas.openxmlformats.org/officeDocument/2006/relationships/image" Target="../media/image65.png"/><Relationship Id="rId135" Type="http://schemas.openxmlformats.org/officeDocument/2006/relationships/image" Target="../media/image91.png"/><Relationship Id="rId156" Type="http://schemas.openxmlformats.org/officeDocument/2006/relationships/customXml" Target="../ink/ink101.xml"/><Relationship Id="rId177" Type="http://schemas.openxmlformats.org/officeDocument/2006/relationships/image" Target="../media/image112.png"/><Relationship Id="rId198" Type="http://schemas.openxmlformats.org/officeDocument/2006/relationships/customXml" Target="../ink/ink122.xml"/><Relationship Id="rId202" Type="http://schemas.openxmlformats.org/officeDocument/2006/relationships/customXml" Target="../ink/ink124.xml"/><Relationship Id="rId18" Type="http://schemas.openxmlformats.org/officeDocument/2006/relationships/customXml" Target="../ink/ink32.xml"/><Relationship Id="rId39" Type="http://schemas.openxmlformats.org/officeDocument/2006/relationships/image" Target="../media/image44.png"/><Relationship Id="rId50" Type="http://schemas.openxmlformats.org/officeDocument/2006/relationships/customXml" Target="../ink/ink48.xml"/><Relationship Id="rId104" Type="http://schemas.openxmlformats.org/officeDocument/2006/relationships/customXml" Target="../ink/ink75.xml"/><Relationship Id="rId125" Type="http://schemas.openxmlformats.org/officeDocument/2006/relationships/image" Target="../media/image86.png"/><Relationship Id="rId146" Type="http://schemas.openxmlformats.org/officeDocument/2006/relationships/customXml" Target="../ink/ink96.xml"/><Relationship Id="rId167" Type="http://schemas.openxmlformats.org/officeDocument/2006/relationships/image" Target="../media/image107.png"/><Relationship Id="rId188" Type="http://schemas.openxmlformats.org/officeDocument/2006/relationships/customXml" Target="../ink/ink117.xml"/><Relationship Id="rId71" Type="http://schemas.openxmlformats.org/officeDocument/2006/relationships/image" Target="../media/image60.png"/><Relationship Id="rId92" Type="http://schemas.openxmlformats.org/officeDocument/2006/relationships/customXml" Target="../ink/ink69.xml"/><Relationship Id="rId213" Type="http://schemas.openxmlformats.org/officeDocument/2006/relationships/customXml" Target="../ink/ink130.xml"/><Relationship Id="rId2" Type="http://schemas.openxmlformats.org/officeDocument/2006/relationships/customXml" Target="../ink/ink24.xml"/><Relationship Id="rId29" Type="http://schemas.openxmlformats.org/officeDocument/2006/relationships/image" Target="../media/image39.png"/><Relationship Id="rId40" Type="http://schemas.openxmlformats.org/officeDocument/2006/relationships/customXml" Target="../ink/ink43.xml"/><Relationship Id="rId115" Type="http://schemas.openxmlformats.org/officeDocument/2006/relationships/image" Target="../media/image82.png"/><Relationship Id="rId136" Type="http://schemas.openxmlformats.org/officeDocument/2006/relationships/customXml" Target="../ink/ink91.xml"/><Relationship Id="rId157" Type="http://schemas.openxmlformats.org/officeDocument/2006/relationships/image" Target="../media/image102.png"/><Relationship Id="rId178" Type="http://schemas.openxmlformats.org/officeDocument/2006/relationships/customXml" Target="../ink/ink112.xml"/><Relationship Id="rId61" Type="http://schemas.openxmlformats.org/officeDocument/2006/relationships/image" Target="../media/image55.png"/><Relationship Id="rId82" Type="http://schemas.openxmlformats.org/officeDocument/2006/relationships/customXml" Target="../ink/ink64.xml"/><Relationship Id="rId199" Type="http://schemas.openxmlformats.org/officeDocument/2006/relationships/image" Target="../media/image123.png"/><Relationship Id="rId203" Type="http://schemas.openxmlformats.org/officeDocument/2006/relationships/image" Target="../media/image125.png"/><Relationship Id="rId1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7" Type="http://schemas.openxmlformats.org/officeDocument/2006/relationships/image" Target="../media/image13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34.xml"/><Relationship Id="rId5" Type="http://schemas.openxmlformats.org/officeDocument/2006/relationships/image" Target="../media/image134.png"/><Relationship Id="rId4" Type="http://schemas.openxmlformats.org/officeDocument/2006/relationships/customXml" Target="../ink/ink13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7.xml"/><Relationship Id="rId3" Type="http://schemas.openxmlformats.org/officeDocument/2006/relationships/image" Target="../media/image136.png"/><Relationship Id="rId7" Type="http://schemas.openxmlformats.org/officeDocument/2006/relationships/image" Target="../media/image13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36.xml"/><Relationship Id="rId11" Type="http://schemas.openxmlformats.org/officeDocument/2006/relationships/image" Target="../media/image140.png"/><Relationship Id="rId5" Type="http://schemas.openxmlformats.org/officeDocument/2006/relationships/image" Target="../media/image137.png"/><Relationship Id="rId10" Type="http://schemas.openxmlformats.org/officeDocument/2006/relationships/customXml" Target="../ink/ink138.xml"/><Relationship Id="rId4" Type="http://schemas.openxmlformats.org/officeDocument/2006/relationships/customXml" Target="../ink/ink135.xml"/><Relationship Id="rId9" Type="http://schemas.openxmlformats.org/officeDocument/2006/relationships/image" Target="../media/image1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7" Type="http://schemas.openxmlformats.org/officeDocument/2006/relationships/image" Target="../media/image143.png"/><Relationship Id="rId2" Type="http://schemas.openxmlformats.org/officeDocument/2006/relationships/customXml" Target="../ink/ink139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41.xml"/><Relationship Id="rId5" Type="http://schemas.openxmlformats.org/officeDocument/2006/relationships/image" Target="../media/image142.png"/><Relationship Id="rId4" Type="http://schemas.openxmlformats.org/officeDocument/2006/relationships/customXml" Target="../ink/ink14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4.xml"/><Relationship Id="rId3" Type="http://schemas.openxmlformats.org/officeDocument/2006/relationships/image" Target="../media/image144.png"/><Relationship Id="rId7" Type="http://schemas.openxmlformats.org/officeDocument/2006/relationships/image" Target="../media/image14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43.xml"/><Relationship Id="rId11" Type="http://schemas.openxmlformats.org/officeDocument/2006/relationships/image" Target="../media/image148.png"/><Relationship Id="rId5" Type="http://schemas.openxmlformats.org/officeDocument/2006/relationships/image" Target="../media/image145.png"/><Relationship Id="rId10" Type="http://schemas.openxmlformats.org/officeDocument/2006/relationships/customXml" Target="../ink/ink145.xml"/><Relationship Id="rId4" Type="http://schemas.openxmlformats.org/officeDocument/2006/relationships/customXml" Target="../ink/ink142.xml"/><Relationship Id="rId9" Type="http://schemas.openxmlformats.org/officeDocument/2006/relationships/image" Target="../media/image1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7" Type="http://schemas.openxmlformats.org/officeDocument/2006/relationships/image" Target="../media/image15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47.xml"/><Relationship Id="rId5" Type="http://schemas.openxmlformats.org/officeDocument/2006/relationships/image" Target="../media/image152.png"/><Relationship Id="rId4" Type="http://schemas.openxmlformats.org/officeDocument/2006/relationships/customXml" Target="../ink/ink1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5.png"/><Relationship Id="rId4" Type="http://schemas.openxmlformats.org/officeDocument/2006/relationships/customXml" Target="../ink/ink14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58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50.xml"/><Relationship Id="rId5" Type="http://schemas.openxmlformats.org/officeDocument/2006/relationships/image" Target="../media/image157.png"/><Relationship Id="rId4" Type="http://schemas.openxmlformats.org/officeDocument/2006/relationships/customXml" Target="../ink/ink14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7" Type="http://schemas.openxmlformats.org/officeDocument/2006/relationships/image" Target="../media/image16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52.xml"/><Relationship Id="rId5" Type="http://schemas.openxmlformats.org/officeDocument/2006/relationships/image" Target="../media/image160.png"/><Relationship Id="rId4" Type="http://schemas.openxmlformats.org/officeDocument/2006/relationships/customXml" Target="../ink/ink1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spc="50">
                <a:solidFill>
                  <a:srgbClr val="FFFFFF"/>
                </a:solidFill>
                <a:latin typeface="Georgia"/>
                <a:cs typeface="Georgia"/>
              </a:rPr>
              <a:t>CS</a:t>
            </a:r>
            <a:r>
              <a:rPr sz="1400" spc="13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>
                <a:solidFill>
                  <a:srgbClr val="FFFFFF"/>
                </a:solidFill>
                <a:latin typeface="Georgia"/>
                <a:cs typeface="Georgia"/>
              </a:rPr>
              <a:t>355/555</a:t>
            </a:r>
            <a:endParaRPr sz="1400">
              <a:latin typeface="Georgia"/>
              <a:cs typeface="Georgia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>
                <a:solidFill>
                  <a:srgbClr val="FFFFFF"/>
                </a:solidFill>
                <a:latin typeface="Georgia"/>
                <a:cs typeface="Georgia"/>
              </a:rPr>
              <a:t>Probability</a:t>
            </a:r>
            <a:r>
              <a:rPr sz="1400" spc="6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>
                <a:solidFill>
                  <a:srgbClr val="FFFFFF"/>
                </a:solidFill>
                <a:latin typeface="Georgia"/>
                <a:cs typeface="Georgia"/>
              </a:rPr>
              <a:t>and</a:t>
            </a:r>
            <a:r>
              <a:rPr sz="1400" spc="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>
                <a:solidFill>
                  <a:srgbClr val="FFFFFF"/>
                </a:solidFill>
                <a:latin typeface="Georgia"/>
                <a:cs typeface="Georgia"/>
              </a:rPr>
              <a:t>Statistics</a:t>
            </a:r>
            <a:r>
              <a:rPr sz="1400" spc="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1400" spc="6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25">
                <a:solidFill>
                  <a:srgbClr val="FFFFFF"/>
                </a:solidFill>
                <a:latin typeface="Georgia"/>
                <a:cs typeface="Georgia"/>
              </a:rPr>
              <a:t>CS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4649" y="1715668"/>
            <a:ext cx="1219200" cy="469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Georgia"/>
                <a:cs typeface="Georgia"/>
              </a:rPr>
              <a:t>B</a:t>
            </a:r>
            <a:r>
              <a:rPr lang="en-US" altLang="zh-CN" sz="1100" spc="-10" dirty="0">
                <a:latin typeface="Georgia"/>
                <a:cs typeface="Georgia"/>
              </a:rPr>
              <a:t>aocheng Geng</a:t>
            </a:r>
            <a:endParaRPr sz="11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50" dirty="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03/26/2024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</a:t>
            </a:fld>
            <a:r>
              <a:t>/27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135"/>
              </a:spcBef>
            </a:pPr>
            <a:r>
              <a:t>Copyright</a:t>
            </a:r>
            <a:r>
              <a:rPr spc="65"/>
              <a:t> </a:t>
            </a:r>
            <a:r>
              <a:rPr spc="-1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>
                <a:solidFill>
                  <a:srgbClr val="FFFFFF"/>
                </a:solidFill>
                <a:latin typeface="Georgia"/>
                <a:cs typeface="Georgia"/>
              </a:rPr>
              <a:t>Copyright</a:t>
            </a:r>
            <a:r>
              <a:rPr sz="1200" spc="-25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>
                <a:solidFill>
                  <a:srgbClr val="FFFFFF"/>
                </a:solidFill>
                <a:latin typeface="Georgia"/>
                <a:cs typeface="Georgia"/>
              </a:rPr>
              <a:t>Statement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>
                <a:latin typeface="Georgia"/>
                <a:cs typeface="Georgia"/>
              </a:rPr>
              <a:t>Materials</a:t>
            </a:r>
            <a:r>
              <a:rPr sz="1100" spc="15">
                <a:latin typeface="Georgia"/>
                <a:cs typeface="Georgia"/>
              </a:rPr>
              <a:t> </a:t>
            </a:r>
            <a:r>
              <a:rPr sz="1100" spc="-25">
                <a:latin typeface="Georgia"/>
                <a:cs typeface="Georgia"/>
              </a:rPr>
              <a:t>prepared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for</a:t>
            </a:r>
            <a:r>
              <a:rPr sz="1100" spc="15">
                <a:latin typeface="Georgia"/>
                <a:cs typeface="Georgia"/>
              </a:rPr>
              <a:t> </a:t>
            </a:r>
            <a:r>
              <a:rPr sz="1100" spc="-10">
                <a:latin typeface="Georgia"/>
                <a:cs typeface="Georgia"/>
              </a:rPr>
              <a:t>and/or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 spc="-25">
                <a:latin typeface="Georgia"/>
                <a:cs typeface="Georgia"/>
              </a:rPr>
              <a:t>included</a:t>
            </a:r>
            <a:r>
              <a:rPr sz="1100" spc="15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in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this</a:t>
            </a:r>
            <a:r>
              <a:rPr sz="1100" spc="15">
                <a:latin typeface="Georgia"/>
                <a:cs typeface="Georgia"/>
              </a:rPr>
              <a:t> </a:t>
            </a:r>
            <a:r>
              <a:rPr sz="1100" spc="-25">
                <a:latin typeface="Georgia"/>
                <a:cs typeface="Georgia"/>
              </a:rPr>
              <a:t>course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are</a:t>
            </a:r>
            <a:r>
              <a:rPr sz="1100" spc="15">
                <a:latin typeface="Georgia"/>
                <a:cs typeface="Georgia"/>
              </a:rPr>
              <a:t> </a:t>
            </a:r>
            <a:r>
              <a:rPr sz="1100" spc="-10">
                <a:latin typeface="Georgia"/>
                <a:cs typeface="Georgia"/>
              </a:rPr>
              <a:t>protected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 spc="-25">
                <a:latin typeface="Georgia"/>
                <a:cs typeface="Georgia"/>
              </a:rPr>
              <a:t>by </a:t>
            </a:r>
            <a:r>
              <a:rPr sz="1100" spc="-10">
                <a:latin typeface="Georgia"/>
                <a:cs typeface="Georgia"/>
              </a:rPr>
              <a:t>copyright</a:t>
            </a:r>
            <a:r>
              <a:rPr sz="1100" spc="45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law.</a:t>
            </a:r>
            <a:r>
              <a:rPr sz="1100" spc="145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They</a:t>
            </a:r>
            <a:r>
              <a:rPr sz="1100" spc="45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are</a:t>
            </a:r>
            <a:r>
              <a:rPr sz="1100" spc="45">
                <a:latin typeface="Georgia"/>
                <a:cs typeface="Georgia"/>
              </a:rPr>
              <a:t> </a:t>
            </a:r>
            <a:r>
              <a:rPr sz="1100" spc="-25">
                <a:latin typeface="Georgia"/>
                <a:cs typeface="Georgia"/>
              </a:rPr>
              <a:t>intended</a:t>
            </a:r>
            <a:r>
              <a:rPr sz="1100" spc="4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to</a:t>
            </a:r>
            <a:r>
              <a:rPr sz="1100" spc="5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be</a:t>
            </a:r>
            <a:r>
              <a:rPr sz="1100" spc="45">
                <a:latin typeface="Georgia"/>
                <a:cs typeface="Georgia"/>
              </a:rPr>
              <a:t> </a:t>
            </a:r>
            <a:r>
              <a:rPr sz="1100" spc="-10">
                <a:latin typeface="Georgia"/>
                <a:cs typeface="Georgia"/>
              </a:rPr>
              <a:t>used</a:t>
            </a:r>
            <a:r>
              <a:rPr sz="1100" spc="4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only</a:t>
            </a:r>
            <a:r>
              <a:rPr sz="1100" spc="45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by</a:t>
            </a:r>
            <a:r>
              <a:rPr sz="1100" spc="45">
                <a:latin typeface="Georgia"/>
                <a:cs typeface="Georgia"/>
              </a:rPr>
              <a:t> </a:t>
            </a:r>
            <a:r>
              <a:rPr sz="1100" spc="-20">
                <a:latin typeface="Georgia"/>
                <a:cs typeface="Georgia"/>
              </a:rPr>
              <a:t>students</a:t>
            </a:r>
            <a:r>
              <a:rPr sz="1100" spc="45">
                <a:latin typeface="Georgia"/>
                <a:cs typeface="Georgia"/>
              </a:rPr>
              <a:t> </a:t>
            </a:r>
            <a:r>
              <a:rPr sz="1100" spc="-20">
                <a:latin typeface="Georgia"/>
                <a:cs typeface="Georgia"/>
              </a:rPr>
              <a:t>enrolled </a:t>
            </a:r>
            <a:r>
              <a:rPr sz="1100">
                <a:latin typeface="Georgia"/>
                <a:cs typeface="Georgia"/>
              </a:rPr>
              <a:t>in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this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 spc="-25">
                <a:latin typeface="Georgia"/>
                <a:cs typeface="Georgia"/>
              </a:rPr>
              <a:t>course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 spc="-10">
                <a:latin typeface="Georgia"/>
                <a:cs typeface="Georgia"/>
              </a:rPr>
              <a:t>during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the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 spc="-10">
                <a:latin typeface="Georgia"/>
                <a:cs typeface="Georgia"/>
              </a:rPr>
              <a:t>current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term</a:t>
            </a:r>
            <a:r>
              <a:rPr sz="1100" spc="25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and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 spc="-20">
                <a:latin typeface="Georgia"/>
                <a:cs typeface="Georgia"/>
              </a:rPr>
              <a:t>should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not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be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 spc="-10">
                <a:latin typeface="Georgia"/>
                <a:cs typeface="Georgia"/>
              </a:rPr>
              <a:t>further </a:t>
            </a:r>
            <a:r>
              <a:rPr sz="1100" spc="-30">
                <a:latin typeface="Georgia"/>
                <a:cs typeface="Georgia"/>
              </a:rPr>
              <a:t>disseminated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without</a:t>
            </a:r>
            <a:r>
              <a:rPr sz="1100" spc="25">
                <a:latin typeface="Georgia"/>
                <a:cs typeface="Georgia"/>
              </a:rPr>
              <a:t> </a:t>
            </a:r>
            <a:r>
              <a:rPr sz="1100" spc="-10">
                <a:latin typeface="Georgia"/>
                <a:cs typeface="Georgia"/>
              </a:rPr>
              <a:t>prior</a:t>
            </a:r>
            <a:r>
              <a:rPr sz="1100" spc="25">
                <a:latin typeface="Georgia"/>
                <a:cs typeface="Georgia"/>
              </a:rPr>
              <a:t> </a:t>
            </a:r>
            <a:r>
              <a:rPr sz="1100" spc="-35">
                <a:latin typeface="Georgia"/>
                <a:cs typeface="Georgia"/>
              </a:rPr>
              <a:t>permission</a:t>
            </a:r>
            <a:r>
              <a:rPr sz="1100" spc="25">
                <a:latin typeface="Georgia"/>
                <a:cs typeface="Georgia"/>
              </a:rPr>
              <a:t> </a:t>
            </a:r>
            <a:r>
              <a:rPr sz="1100" spc="-10">
                <a:latin typeface="Georgia"/>
                <a:cs typeface="Georgia"/>
              </a:rPr>
              <a:t>from</a:t>
            </a:r>
            <a:r>
              <a:rPr sz="1100" spc="25">
                <a:latin typeface="Georgia"/>
                <a:cs typeface="Georgia"/>
              </a:rPr>
              <a:t> </a:t>
            </a:r>
            <a:r>
              <a:rPr sz="1100">
                <a:latin typeface="Georgia"/>
                <a:cs typeface="Georgia"/>
              </a:rPr>
              <a:t>the</a:t>
            </a:r>
            <a:r>
              <a:rPr sz="1100" spc="20">
                <a:latin typeface="Georgia"/>
                <a:cs typeface="Georgia"/>
              </a:rPr>
              <a:t> </a:t>
            </a:r>
            <a:r>
              <a:rPr sz="1100" spc="-25">
                <a:latin typeface="Georgia"/>
                <a:cs typeface="Georgia"/>
              </a:rPr>
              <a:t>course</a:t>
            </a:r>
            <a:r>
              <a:rPr sz="1100" spc="25">
                <a:latin typeface="Georgia"/>
                <a:cs typeface="Georgia"/>
              </a:rPr>
              <a:t> </a:t>
            </a:r>
            <a:r>
              <a:rPr sz="1100" spc="-10">
                <a:latin typeface="Georgia"/>
                <a:cs typeface="Georgia"/>
              </a:rPr>
              <a:t>instructor.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t>/27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50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" action="ppaction://noaction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Sample Test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E960F275-DB12-FB8A-C8E6-71268816A1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79" y="439329"/>
            <a:ext cx="4362450" cy="28678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D601EE7-E09B-82D6-FCAC-71E556162D97}"/>
                  </a:ext>
                </a:extLst>
              </p14:cNvPr>
              <p14:cNvContentPartPr/>
              <p14:nvPr/>
            </p14:nvContentPartPr>
            <p14:xfrm>
              <a:off x="3696291" y="1392120"/>
              <a:ext cx="18000" cy="21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D601EE7-E09B-82D6-FCAC-71E556162D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7651" y="1383480"/>
                <a:ext cx="356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DDC685A-1B32-CAD2-B5D8-7F98947C45FA}"/>
                  </a:ext>
                </a:extLst>
              </p14:cNvPr>
              <p14:cNvContentPartPr/>
              <p14:nvPr/>
            </p14:nvContentPartPr>
            <p14:xfrm>
              <a:off x="2328480" y="869040"/>
              <a:ext cx="885600" cy="25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DDC685A-1B32-CAD2-B5D8-7F98947C45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19120" y="859680"/>
                <a:ext cx="904320" cy="4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7287829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Sample Test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ABE4FA8A-66D5-B6FD-3E6E-61F04360C6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" y="434975"/>
            <a:ext cx="4610100" cy="18460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434938-B8DE-1A4E-A5DF-A74B446B290B}"/>
                  </a:ext>
                </a:extLst>
              </p14:cNvPr>
              <p14:cNvContentPartPr/>
              <p14:nvPr/>
            </p14:nvContentPartPr>
            <p14:xfrm>
              <a:off x="1301040" y="802440"/>
              <a:ext cx="3138480" cy="1579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434938-B8DE-1A4E-A5DF-A74B446B29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1680" y="793080"/>
                <a:ext cx="3157200" cy="159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CDAFEB2-C5BC-F96E-6D92-5295E21F5264}"/>
                  </a:ext>
                </a:extLst>
              </p14:cNvPr>
              <p14:cNvContentPartPr/>
              <p14:nvPr/>
            </p14:nvContentPartPr>
            <p14:xfrm>
              <a:off x="3115971" y="2097720"/>
              <a:ext cx="1026000" cy="55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CDAFEB2-C5BC-F96E-6D92-5295E21F526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07331" y="2089080"/>
                <a:ext cx="104364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E9FAAF-4A23-E33B-212F-8E21486F573A}"/>
                  </a:ext>
                </a:extLst>
              </p14:cNvPr>
              <p14:cNvContentPartPr/>
              <p14:nvPr/>
            </p14:nvContentPartPr>
            <p14:xfrm>
              <a:off x="4117131" y="950040"/>
              <a:ext cx="337320" cy="40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5E9FAAF-4A23-E33B-212F-8E21486F57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08491" y="941400"/>
                <a:ext cx="35496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8766D80-1133-3AFB-29EA-1606AA189BA2}"/>
                  </a:ext>
                </a:extLst>
              </p14:cNvPr>
              <p14:cNvContentPartPr/>
              <p14:nvPr/>
            </p14:nvContentPartPr>
            <p14:xfrm>
              <a:off x="1352331" y="1253880"/>
              <a:ext cx="194400" cy="23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8766D80-1133-3AFB-29EA-1606AA189B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43691" y="1245240"/>
                <a:ext cx="2120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73C008E-6F97-8AB2-2F00-4DBAAD459EA3}"/>
                  </a:ext>
                </a:extLst>
              </p14:cNvPr>
              <p14:cNvContentPartPr/>
              <p14:nvPr/>
            </p14:nvContentPartPr>
            <p14:xfrm>
              <a:off x="1359891" y="1090800"/>
              <a:ext cx="421560" cy="27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73C008E-6F97-8AB2-2F00-4DBAAD459EA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51251" y="1081800"/>
                <a:ext cx="4392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CA04D0C-2142-8208-2034-7BF8A1E86675}"/>
                  </a:ext>
                </a:extLst>
              </p14:cNvPr>
              <p14:cNvContentPartPr/>
              <p14:nvPr/>
            </p14:nvContentPartPr>
            <p14:xfrm>
              <a:off x="1366200" y="946800"/>
              <a:ext cx="3025440" cy="982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CA04D0C-2142-8208-2034-7BF8A1E8667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56840" y="937440"/>
                <a:ext cx="3044160" cy="10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7541239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4686EF-EDDA-99A1-51CA-A5BF77B8F673}"/>
                  </a:ext>
                </a:extLst>
              </p14:cNvPr>
              <p14:cNvContentPartPr/>
              <p14:nvPr/>
            </p14:nvContentPartPr>
            <p14:xfrm>
              <a:off x="61200" y="361800"/>
              <a:ext cx="4436640" cy="3097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4686EF-EDDA-99A1-51CA-A5BF77B8F6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840" y="352440"/>
                <a:ext cx="4455360" cy="31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15E5F11-C2CE-D725-3D81-941BE05AD4B6}"/>
                  </a:ext>
                </a:extLst>
              </p14:cNvPr>
              <p14:cNvContentPartPr/>
              <p14:nvPr/>
            </p14:nvContentPartPr>
            <p14:xfrm>
              <a:off x="2599731" y="2866680"/>
              <a:ext cx="191880" cy="55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15E5F11-C2CE-D725-3D81-941BE05AD4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0731" y="2857680"/>
                <a:ext cx="20952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4BA39C-3CE8-5627-C0B6-7AA1BAC89842}"/>
                  </a:ext>
                </a:extLst>
              </p14:cNvPr>
              <p14:cNvContentPartPr/>
              <p14:nvPr/>
            </p14:nvContentPartPr>
            <p14:xfrm>
              <a:off x="3559131" y="2914560"/>
              <a:ext cx="207360" cy="39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4BA39C-3CE8-5627-C0B6-7AA1BAC8984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50491" y="2905920"/>
                <a:ext cx="2250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EF948F-4A7A-5FCA-A893-BDFD64BDE5B7}"/>
                  </a:ext>
                </a:extLst>
              </p14:cNvPr>
              <p14:cNvContentPartPr/>
              <p14:nvPr/>
            </p14:nvContentPartPr>
            <p14:xfrm>
              <a:off x="1904571" y="2932560"/>
              <a:ext cx="29880" cy="9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EF948F-4A7A-5FCA-A893-BDFD64BDE5B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95931" y="2923560"/>
                <a:ext cx="475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12A8D2-0C95-2661-5640-8A169A4B26A6}"/>
                  </a:ext>
                </a:extLst>
              </p14:cNvPr>
              <p14:cNvContentPartPr/>
              <p14:nvPr/>
            </p14:nvContentPartPr>
            <p14:xfrm>
              <a:off x="101691" y="1882800"/>
              <a:ext cx="169920" cy="3283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12A8D2-0C95-2661-5640-8A169A4B26A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691" y="1874160"/>
                <a:ext cx="18756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D9A1525-54AD-CBD9-94EC-B0515809C8AE}"/>
                  </a:ext>
                </a:extLst>
              </p14:cNvPr>
              <p14:cNvContentPartPr/>
              <p14:nvPr/>
            </p14:nvContentPartPr>
            <p14:xfrm>
              <a:off x="2501451" y="795240"/>
              <a:ext cx="1711800" cy="43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D9A1525-54AD-CBD9-94EC-B0515809C8A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92451" y="786600"/>
                <a:ext cx="17294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4D29C0B-D60F-C242-1AD1-0DB6B12688C2}"/>
                  </a:ext>
                </a:extLst>
              </p14:cNvPr>
              <p14:cNvContentPartPr/>
              <p14:nvPr/>
            </p14:nvContentPartPr>
            <p14:xfrm>
              <a:off x="2589291" y="1314720"/>
              <a:ext cx="1459800" cy="100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4D29C0B-D60F-C242-1AD1-0DB6B12688C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80651" y="1306080"/>
                <a:ext cx="147744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21A77F7-4659-8519-6318-D8D53E4DE9CB}"/>
                  </a:ext>
                </a:extLst>
              </p14:cNvPr>
              <p14:cNvContentPartPr/>
              <p14:nvPr/>
            </p14:nvContentPartPr>
            <p14:xfrm>
              <a:off x="2552211" y="839880"/>
              <a:ext cx="1739880" cy="99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21A77F7-4659-8519-6318-D8D53E4DE9C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543211" y="830880"/>
                <a:ext cx="175752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593AACC-F4AD-3BE3-BA64-C6A8C0F9A03E}"/>
                  </a:ext>
                </a:extLst>
              </p14:cNvPr>
              <p14:cNvContentPartPr/>
              <p14:nvPr/>
            </p14:nvContentPartPr>
            <p14:xfrm>
              <a:off x="97731" y="347760"/>
              <a:ext cx="216360" cy="301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593AACC-F4AD-3BE3-BA64-C6A8C0F9A03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9091" y="339120"/>
                <a:ext cx="2340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A8B71EE-6DA8-78AF-681C-B41C02A04537}"/>
                  </a:ext>
                </a:extLst>
              </p14:cNvPr>
              <p14:cNvContentPartPr/>
              <p14:nvPr/>
            </p14:nvContentPartPr>
            <p14:xfrm>
              <a:off x="2592891" y="836280"/>
              <a:ext cx="1411560" cy="63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A8B71EE-6DA8-78AF-681C-B41C02A0453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83891" y="827280"/>
                <a:ext cx="14292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197EDD1-1053-479A-39A0-FDEFDE0463FE}"/>
                  </a:ext>
                </a:extLst>
              </p14:cNvPr>
              <p14:cNvContentPartPr/>
              <p14:nvPr/>
            </p14:nvContentPartPr>
            <p14:xfrm>
              <a:off x="2728611" y="1365840"/>
              <a:ext cx="1316520" cy="338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197EDD1-1053-479A-39A0-FDEFDE0463F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19611" y="1357200"/>
                <a:ext cx="1334160" cy="5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654346E7-AD26-D43A-C99A-2FF2DB4E2D0D}"/>
              </a:ext>
            </a:extLst>
          </p:cNvPr>
          <p:cNvGrpSpPr/>
          <p:nvPr/>
        </p:nvGrpSpPr>
        <p:grpSpPr>
          <a:xfrm>
            <a:off x="72531" y="2040480"/>
            <a:ext cx="227520" cy="200160"/>
            <a:chOff x="72531" y="2040480"/>
            <a:chExt cx="22752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3BCF5EF-1902-E1F6-12BE-5BECF497AB3E}"/>
                    </a:ext>
                  </a:extLst>
                </p14:cNvPr>
                <p14:cNvContentPartPr/>
                <p14:nvPr/>
              </p14:nvContentPartPr>
              <p14:xfrm>
                <a:off x="130851" y="2044080"/>
                <a:ext cx="612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3BCF5EF-1902-E1F6-12BE-5BECF497AB3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1851" y="2035440"/>
                  <a:ext cx="23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FDAAAB1-C11C-1161-6227-5A49869C35E9}"/>
                    </a:ext>
                  </a:extLst>
                </p14:cNvPr>
                <p14:cNvContentPartPr/>
                <p14:nvPr/>
              </p14:nvContentPartPr>
              <p14:xfrm>
                <a:off x="72531" y="2040480"/>
                <a:ext cx="227520" cy="200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FDAAAB1-C11C-1161-6227-5A49869C35E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891" y="2031480"/>
                  <a:ext cx="245160" cy="21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5BC1CF4-2596-4CCE-CEBB-906242E0477A}"/>
                  </a:ext>
                </a:extLst>
              </p14:cNvPr>
              <p14:cNvContentPartPr/>
              <p14:nvPr/>
            </p14:nvContentPartPr>
            <p14:xfrm>
              <a:off x="2688291" y="770400"/>
              <a:ext cx="1150560" cy="36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5BC1CF4-2596-4CCE-CEBB-906242E0477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679291" y="761760"/>
                <a:ext cx="116820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1421E8F-D5E7-436C-727F-EB65831CB060}"/>
                  </a:ext>
                </a:extLst>
              </p14:cNvPr>
              <p14:cNvContentPartPr/>
              <p14:nvPr/>
            </p14:nvContentPartPr>
            <p14:xfrm>
              <a:off x="2916171" y="1387080"/>
              <a:ext cx="60840" cy="118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1421E8F-D5E7-436C-727F-EB65831CB06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07531" y="1378080"/>
                <a:ext cx="78480" cy="2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833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53699C73-6D1F-6E9D-876C-8403DB9E4085}"/>
              </a:ext>
            </a:extLst>
          </p:cNvPr>
          <p:cNvGrpSpPr/>
          <p:nvPr/>
        </p:nvGrpSpPr>
        <p:grpSpPr>
          <a:xfrm>
            <a:off x="274131" y="408926"/>
            <a:ext cx="3970800" cy="1432080"/>
            <a:chOff x="274131" y="408926"/>
            <a:chExt cx="3970800" cy="143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E000A44-8F51-EAD0-DA5E-4B6B6C1CF40D}"/>
                    </a:ext>
                  </a:extLst>
                </p14:cNvPr>
                <p14:cNvContentPartPr/>
                <p14:nvPr/>
              </p14:nvContentPartPr>
              <p14:xfrm>
                <a:off x="496971" y="529166"/>
                <a:ext cx="124200" cy="670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E000A44-8F51-EAD0-DA5E-4B6B6C1CF40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8331" y="520166"/>
                  <a:ext cx="141840" cy="68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1BC0F06-9D01-71CE-69B5-CBB7F9106CF8}"/>
                    </a:ext>
                  </a:extLst>
                </p14:cNvPr>
                <p14:cNvContentPartPr/>
                <p14:nvPr/>
              </p14:nvContentPartPr>
              <p14:xfrm>
                <a:off x="386811" y="735446"/>
                <a:ext cx="253440" cy="19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1BC0F06-9D01-71CE-69B5-CBB7F9106C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8171" y="726446"/>
                  <a:ext cx="2710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9B6B30C-C78F-F754-2CC7-564471E335D1}"/>
                    </a:ext>
                  </a:extLst>
                </p14:cNvPr>
                <p14:cNvContentPartPr/>
                <p14:nvPr/>
              </p14:nvContentPartPr>
              <p14:xfrm>
                <a:off x="651771" y="861446"/>
                <a:ext cx="104400" cy="205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9B6B30C-C78F-F754-2CC7-564471E335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3131" y="852806"/>
                  <a:ext cx="122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DA76FAA-065D-C85A-4398-CC71412E33AF}"/>
                    </a:ext>
                  </a:extLst>
                </p14:cNvPr>
                <p14:cNvContentPartPr/>
                <p14:nvPr/>
              </p14:nvContentPartPr>
              <p14:xfrm>
                <a:off x="636651" y="802766"/>
                <a:ext cx="113760" cy="1566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DA76FAA-065D-C85A-4398-CC71412E33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8011" y="794126"/>
                  <a:ext cx="1314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18A8DFE-1AEA-A3D0-A372-253FC5CB1173}"/>
                    </a:ext>
                  </a:extLst>
                </p14:cNvPr>
                <p14:cNvContentPartPr/>
                <p14:nvPr/>
              </p14:nvContentPartPr>
              <p14:xfrm>
                <a:off x="774171" y="646526"/>
                <a:ext cx="67320" cy="300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18A8DFE-1AEA-A3D0-A372-253FC5CB11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5171" y="637886"/>
                  <a:ext cx="849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6341742-8475-0D10-2F17-5995C8E9B52A}"/>
                    </a:ext>
                  </a:extLst>
                </p14:cNvPr>
                <p14:cNvContentPartPr/>
                <p14:nvPr/>
              </p14:nvContentPartPr>
              <p14:xfrm>
                <a:off x="855171" y="717446"/>
                <a:ext cx="180000" cy="178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6341742-8475-0D10-2F17-5995C8E9B52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46171" y="708446"/>
                  <a:ext cx="1976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FCF1E62-5015-3451-4630-96D3DB95C00F}"/>
                    </a:ext>
                  </a:extLst>
                </p14:cNvPr>
                <p14:cNvContentPartPr/>
                <p14:nvPr/>
              </p14:nvContentPartPr>
              <p14:xfrm>
                <a:off x="854091" y="686126"/>
                <a:ext cx="140400" cy="208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FCF1E62-5015-3451-4630-96D3DB95C00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45451" y="677486"/>
                  <a:ext cx="1580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6987FF-B81B-B455-BD1B-7225A4C486C5}"/>
                    </a:ext>
                  </a:extLst>
                </p14:cNvPr>
                <p14:cNvContentPartPr/>
                <p14:nvPr/>
              </p14:nvContentPartPr>
              <p14:xfrm>
                <a:off x="1048491" y="626366"/>
                <a:ext cx="74160" cy="385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6987FF-B81B-B455-BD1B-7225A4C486C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9851" y="617726"/>
                  <a:ext cx="9180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A8D3F82-4912-CCE5-84A1-413D6AF9CE47}"/>
                    </a:ext>
                  </a:extLst>
                </p14:cNvPr>
                <p14:cNvContentPartPr/>
                <p14:nvPr/>
              </p14:nvContentPartPr>
              <p14:xfrm>
                <a:off x="1144611" y="719246"/>
                <a:ext cx="258840" cy="160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A8D3F82-4912-CCE5-84A1-413D6AF9CE4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35971" y="710246"/>
                  <a:ext cx="276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D8DE6F9-BA74-3220-5365-93B75C0D1A51}"/>
                    </a:ext>
                  </a:extLst>
                </p14:cNvPr>
                <p14:cNvContentPartPr/>
                <p14:nvPr/>
              </p14:nvContentPartPr>
              <p14:xfrm>
                <a:off x="1482651" y="532766"/>
                <a:ext cx="192240" cy="1075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D8DE6F9-BA74-3220-5365-93B75C0D1A5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74011" y="524126"/>
                  <a:ext cx="209880" cy="10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2958E3-BB55-6F5F-75E9-B71EE71EBAAC}"/>
                    </a:ext>
                  </a:extLst>
                </p14:cNvPr>
                <p14:cNvContentPartPr/>
                <p14:nvPr/>
              </p14:nvContentPartPr>
              <p14:xfrm>
                <a:off x="1944171" y="457526"/>
                <a:ext cx="174600" cy="99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2958E3-BB55-6F5F-75E9-B71EE71EBAA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35531" y="448886"/>
                  <a:ext cx="1922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D39A85-0597-4AD3-0AAF-258C2A9970E2}"/>
                    </a:ext>
                  </a:extLst>
                </p14:cNvPr>
                <p14:cNvContentPartPr/>
                <p14:nvPr/>
              </p14:nvContentPartPr>
              <p14:xfrm>
                <a:off x="2001771" y="408926"/>
                <a:ext cx="93960" cy="21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D39A85-0597-4AD3-0AAF-258C2A9970E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3131" y="399926"/>
                  <a:ext cx="1116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A76701A-DEBE-A3E2-2C7B-A0B67D772933}"/>
                    </a:ext>
                  </a:extLst>
                </p14:cNvPr>
                <p14:cNvContentPartPr/>
                <p14:nvPr/>
              </p14:nvContentPartPr>
              <p14:xfrm>
                <a:off x="1789011" y="657326"/>
                <a:ext cx="470880" cy="30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A76701A-DEBE-A3E2-2C7B-A0B67D77293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80371" y="648686"/>
                  <a:ext cx="4885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A827080-336C-2384-580F-F611CE59BA74}"/>
                    </a:ext>
                  </a:extLst>
                </p14:cNvPr>
                <p14:cNvContentPartPr/>
                <p14:nvPr/>
              </p14:nvContentPartPr>
              <p14:xfrm>
                <a:off x="1788291" y="772886"/>
                <a:ext cx="233640" cy="142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A827080-336C-2384-580F-F611CE59BA7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79651" y="764246"/>
                  <a:ext cx="2512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0A70C33-D102-8678-BA8C-978C765BFB54}"/>
                    </a:ext>
                  </a:extLst>
                </p14:cNvPr>
                <p14:cNvContentPartPr/>
                <p14:nvPr/>
              </p14:nvContentPartPr>
              <p14:xfrm>
                <a:off x="2040291" y="728246"/>
                <a:ext cx="93960" cy="187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0A70C33-D102-8678-BA8C-978C765BFB5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31651" y="719246"/>
                  <a:ext cx="1116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B63182B-D256-99A6-93D9-4E21AB054210}"/>
                    </a:ext>
                  </a:extLst>
                </p14:cNvPr>
                <p14:cNvContentPartPr/>
                <p14:nvPr/>
              </p14:nvContentPartPr>
              <p14:xfrm>
                <a:off x="2033451" y="741566"/>
                <a:ext cx="513000" cy="240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B63182B-D256-99A6-93D9-4E21AB05421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24811" y="732566"/>
                  <a:ext cx="5306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D3E4138-0C73-09BC-B4E7-F7A7DB10DCBD}"/>
                    </a:ext>
                  </a:extLst>
                </p14:cNvPr>
                <p14:cNvContentPartPr/>
                <p14:nvPr/>
              </p14:nvContentPartPr>
              <p14:xfrm>
                <a:off x="3164931" y="592886"/>
                <a:ext cx="256680" cy="222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D3E4138-0C73-09BC-B4E7-F7A7DB10DCB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55931" y="583886"/>
                  <a:ext cx="2743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C898C8C-5156-D602-2F38-78E482E8603D}"/>
                    </a:ext>
                  </a:extLst>
                </p14:cNvPr>
                <p14:cNvContentPartPr/>
                <p14:nvPr/>
              </p14:nvContentPartPr>
              <p14:xfrm>
                <a:off x="3199131" y="586046"/>
                <a:ext cx="221400" cy="195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898C8C-5156-D602-2F38-78E482E860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90131" y="577046"/>
                  <a:ext cx="239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CF9237F-873B-4808-5C79-8CDE34F251C4}"/>
                    </a:ext>
                  </a:extLst>
                </p14:cNvPr>
                <p14:cNvContentPartPr/>
                <p14:nvPr/>
              </p14:nvContentPartPr>
              <p14:xfrm>
                <a:off x="2906091" y="619166"/>
                <a:ext cx="138600" cy="166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CF9237F-873B-4808-5C79-8CDE34F251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97091" y="610526"/>
                  <a:ext cx="1562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0C249B2-33B9-3593-4C20-E3F931DEB409}"/>
                    </a:ext>
                  </a:extLst>
                </p14:cNvPr>
                <p14:cNvContentPartPr/>
                <p14:nvPr/>
              </p14:nvContentPartPr>
              <p14:xfrm>
                <a:off x="2638611" y="580286"/>
                <a:ext cx="89640" cy="274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0C249B2-33B9-3593-4C20-E3F931DEB40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29971" y="571286"/>
                  <a:ext cx="1072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5304CFB-12B1-2FD6-210B-15205BCBBEE9}"/>
                    </a:ext>
                  </a:extLst>
                </p14:cNvPr>
                <p14:cNvContentPartPr/>
                <p14:nvPr/>
              </p14:nvContentPartPr>
              <p14:xfrm>
                <a:off x="2732571" y="661286"/>
                <a:ext cx="111240" cy="119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5304CFB-12B1-2FD6-210B-15205BCBBE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23931" y="652646"/>
                  <a:ext cx="1288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BE10D38-5368-57AE-C241-EAB0D7529A50}"/>
                    </a:ext>
                  </a:extLst>
                </p14:cNvPr>
                <p14:cNvContentPartPr/>
                <p14:nvPr/>
              </p14:nvContentPartPr>
              <p14:xfrm>
                <a:off x="3414771" y="587846"/>
                <a:ext cx="180000" cy="159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BE10D38-5368-57AE-C241-EAB0D7529A5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06131" y="579206"/>
                  <a:ext cx="1976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61CF0B9-5120-8F5B-AB89-2B99E7A0B72A}"/>
                    </a:ext>
                  </a:extLst>
                </p14:cNvPr>
                <p14:cNvContentPartPr/>
                <p14:nvPr/>
              </p14:nvContentPartPr>
              <p14:xfrm>
                <a:off x="3607011" y="574166"/>
                <a:ext cx="2160" cy="199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61CF0B9-5120-8F5B-AB89-2B99E7A0B72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98011" y="565526"/>
                  <a:ext cx="198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A78B87F-E805-B2F8-6509-2B02A819916E}"/>
                    </a:ext>
                  </a:extLst>
                </p14:cNvPr>
                <p14:cNvContentPartPr/>
                <p14:nvPr/>
              </p14:nvContentPartPr>
              <p14:xfrm>
                <a:off x="3685851" y="568766"/>
                <a:ext cx="190800" cy="286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A78B87F-E805-B2F8-6509-2B02A81991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76851" y="559766"/>
                  <a:ext cx="2084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DD2D392-71FD-0801-53B8-5168DCF9C88E}"/>
                    </a:ext>
                  </a:extLst>
                </p14:cNvPr>
                <p14:cNvContentPartPr/>
                <p14:nvPr/>
              </p14:nvContentPartPr>
              <p14:xfrm>
                <a:off x="1878291" y="1024166"/>
                <a:ext cx="28080" cy="138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DD2D392-71FD-0801-53B8-5168DCF9C88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69651" y="1015166"/>
                  <a:ext cx="457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DEF2708-047B-83DC-5808-B08F49988BDF}"/>
                    </a:ext>
                  </a:extLst>
                </p14:cNvPr>
                <p14:cNvContentPartPr/>
                <p14:nvPr/>
              </p14:nvContentPartPr>
              <p14:xfrm>
                <a:off x="1692531" y="1204526"/>
                <a:ext cx="512640" cy="18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DEF2708-047B-83DC-5808-B08F49988BD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83891" y="1195886"/>
                  <a:ext cx="530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E24EC1-E9ED-78AF-D9E7-5E50A0A3E90E}"/>
                    </a:ext>
                  </a:extLst>
                </p14:cNvPr>
                <p14:cNvContentPartPr/>
                <p14:nvPr/>
              </p14:nvContentPartPr>
              <p14:xfrm>
                <a:off x="1786491" y="1304246"/>
                <a:ext cx="223920" cy="150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E24EC1-E9ED-78AF-D9E7-5E50A0A3E90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77491" y="1295606"/>
                  <a:ext cx="2415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A00AD4F-07CE-FBDF-FF64-FC95E70684EC}"/>
                    </a:ext>
                  </a:extLst>
                </p14:cNvPr>
                <p14:cNvContentPartPr/>
                <p14:nvPr/>
              </p14:nvContentPartPr>
              <p14:xfrm>
                <a:off x="2037051" y="1266806"/>
                <a:ext cx="86760" cy="148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A00AD4F-07CE-FBDF-FF64-FC95E70684E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028051" y="1258166"/>
                  <a:ext cx="104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B4D0E81-9E5C-357D-B9D2-6A21ABD285AA}"/>
                    </a:ext>
                  </a:extLst>
                </p14:cNvPr>
                <p14:cNvContentPartPr/>
                <p14:nvPr/>
              </p14:nvContentPartPr>
              <p14:xfrm>
                <a:off x="2044251" y="1269686"/>
                <a:ext cx="446760" cy="58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B4D0E81-9E5C-357D-B9D2-6A21ABD285A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035611" y="1260686"/>
                  <a:ext cx="4644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3C8260-815A-9000-7362-FB7EC928C79D}"/>
                    </a:ext>
                  </a:extLst>
                </p14:cNvPr>
                <p14:cNvContentPartPr/>
                <p14:nvPr/>
              </p14:nvContentPartPr>
              <p14:xfrm>
                <a:off x="2390571" y="1398926"/>
                <a:ext cx="64080" cy="90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3C8260-815A-9000-7362-FB7EC928C7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381931" y="1390286"/>
                  <a:ext cx="81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CE190B5-2218-A681-31DE-36BA662ECC12}"/>
                    </a:ext>
                  </a:extLst>
                </p14:cNvPr>
                <p14:cNvContentPartPr/>
                <p14:nvPr/>
              </p14:nvContentPartPr>
              <p14:xfrm>
                <a:off x="3242331" y="1156646"/>
                <a:ext cx="187560" cy="209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CE190B5-2218-A681-31DE-36BA662ECC1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33331" y="1148006"/>
                  <a:ext cx="205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2F06DA9-30D5-D2A4-A160-7390A3B71020}"/>
                    </a:ext>
                  </a:extLst>
                </p14:cNvPr>
                <p14:cNvContentPartPr/>
                <p14:nvPr/>
              </p14:nvContentPartPr>
              <p14:xfrm>
                <a:off x="3169251" y="1108766"/>
                <a:ext cx="261720" cy="222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2F06DA9-30D5-D2A4-A160-7390A3B710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60611" y="1099766"/>
                  <a:ext cx="2793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879AAE1-4D8D-1EC5-082D-7131D3AAFBB2}"/>
                    </a:ext>
                  </a:extLst>
                </p14:cNvPr>
                <p14:cNvContentPartPr/>
                <p14:nvPr/>
              </p14:nvContentPartPr>
              <p14:xfrm>
                <a:off x="2668491" y="1116326"/>
                <a:ext cx="378360" cy="227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879AAE1-4D8D-1EC5-082D-7131D3AAFBB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659491" y="1107326"/>
                  <a:ext cx="3960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4E860E2-E413-BBCF-9F45-6102BF9182FD}"/>
                    </a:ext>
                  </a:extLst>
                </p14:cNvPr>
                <p14:cNvContentPartPr/>
                <p14:nvPr/>
              </p14:nvContentPartPr>
              <p14:xfrm>
                <a:off x="2756331" y="1128206"/>
                <a:ext cx="68040" cy="241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4E860E2-E413-BBCF-9F45-6102BF9182F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47331" y="1119206"/>
                  <a:ext cx="856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F1A714C-4225-9F51-70AE-818ABCB74E3A}"/>
                    </a:ext>
                  </a:extLst>
                </p14:cNvPr>
                <p14:cNvContentPartPr/>
                <p14:nvPr/>
              </p14:nvContentPartPr>
              <p14:xfrm>
                <a:off x="2770011" y="1180766"/>
                <a:ext cx="153360" cy="15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F1A714C-4225-9F51-70AE-818ABCB74E3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61371" y="1172126"/>
                  <a:ext cx="171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8BB6288-1AEE-694E-F50A-8DB4535D7DBA}"/>
                    </a:ext>
                  </a:extLst>
                </p14:cNvPr>
                <p14:cNvContentPartPr/>
                <p14:nvPr/>
              </p14:nvContentPartPr>
              <p14:xfrm>
                <a:off x="2725011" y="1322966"/>
                <a:ext cx="85320" cy="62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8BB6288-1AEE-694E-F50A-8DB4535D7DB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16011" y="1314326"/>
                  <a:ext cx="102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637767F-5D2F-C284-C746-F14DD1E17A86}"/>
                    </a:ext>
                  </a:extLst>
                </p14:cNvPr>
                <p14:cNvContentPartPr/>
                <p14:nvPr/>
              </p14:nvContentPartPr>
              <p14:xfrm>
                <a:off x="2770731" y="1332686"/>
                <a:ext cx="48600" cy="105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637767F-5D2F-C284-C746-F14DD1E17A8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61731" y="1324046"/>
                  <a:ext cx="66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A240878-B3CB-C2F6-F9C5-8ECB633C0047}"/>
                    </a:ext>
                  </a:extLst>
                </p14:cNvPr>
                <p14:cNvContentPartPr/>
                <p14:nvPr/>
              </p14:nvContentPartPr>
              <p14:xfrm>
                <a:off x="3570651" y="1117766"/>
                <a:ext cx="166320" cy="162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A240878-B3CB-C2F6-F9C5-8ECB633C004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61651" y="1108766"/>
                  <a:ext cx="183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D47C8F1-7B43-3028-6690-C4B6343025E4}"/>
                    </a:ext>
                  </a:extLst>
                </p14:cNvPr>
                <p14:cNvContentPartPr/>
                <p14:nvPr/>
              </p14:nvContentPartPr>
              <p14:xfrm>
                <a:off x="3766491" y="1090766"/>
                <a:ext cx="340560" cy="271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D47C8F1-7B43-3028-6690-C4B6343025E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757491" y="1082126"/>
                  <a:ext cx="35820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3D8F805-1DC5-55FE-AAA4-0CD3FD9AF978}"/>
                    </a:ext>
                  </a:extLst>
                </p14:cNvPr>
                <p14:cNvContentPartPr/>
                <p14:nvPr/>
              </p14:nvContentPartPr>
              <p14:xfrm>
                <a:off x="1625211" y="1570646"/>
                <a:ext cx="38880" cy="251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3D8F805-1DC5-55FE-AAA4-0CD3FD9AF97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16211" y="1562006"/>
                  <a:ext cx="565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BED313F-03DC-77A4-BB7F-6D09A4C55391}"/>
                    </a:ext>
                  </a:extLst>
                </p14:cNvPr>
                <p14:cNvContentPartPr/>
                <p14:nvPr/>
              </p14:nvContentPartPr>
              <p14:xfrm>
                <a:off x="1906011" y="1621406"/>
                <a:ext cx="176760" cy="165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BED313F-03DC-77A4-BB7F-6D09A4C5539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97011" y="1612406"/>
                  <a:ext cx="1944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72CBE79-1EFB-CB96-707F-380DA8C886DD}"/>
                    </a:ext>
                  </a:extLst>
                </p14:cNvPr>
                <p14:cNvContentPartPr/>
                <p14:nvPr/>
              </p14:nvContentPartPr>
              <p14:xfrm>
                <a:off x="2705211" y="1688726"/>
                <a:ext cx="4320" cy="10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72CBE79-1EFB-CB96-707F-380DA8C886D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96211" y="1680086"/>
                  <a:ext cx="21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D654BA-E6ED-BCE6-F874-C32EE9B2317B}"/>
                    </a:ext>
                  </a:extLst>
                </p14:cNvPr>
                <p14:cNvContentPartPr/>
                <p14:nvPr/>
              </p14:nvContentPartPr>
              <p14:xfrm>
                <a:off x="2582811" y="1776926"/>
                <a:ext cx="47880" cy="64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D654BA-E6ED-BCE6-F874-C32EE9B2317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74171" y="1768286"/>
                  <a:ext cx="65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1F7E031-CDDE-643C-B7C0-9A3280984048}"/>
                    </a:ext>
                  </a:extLst>
                </p14:cNvPr>
                <p14:cNvContentPartPr/>
                <p14:nvPr/>
              </p14:nvContentPartPr>
              <p14:xfrm>
                <a:off x="3024171" y="1630766"/>
                <a:ext cx="135360" cy="145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1F7E031-CDDE-643C-B7C0-9A328098404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015171" y="1622126"/>
                  <a:ext cx="1530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0494337-D319-2D7D-4DE7-96F55820501F}"/>
                    </a:ext>
                  </a:extLst>
                </p14:cNvPr>
                <p14:cNvContentPartPr/>
                <p14:nvPr/>
              </p14:nvContentPartPr>
              <p14:xfrm>
                <a:off x="3151611" y="1670006"/>
                <a:ext cx="239400" cy="9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0494337-D319-2D7D-4DE7-96F55820501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142971" y="1661006"/>
                  <a:ext cx="2570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A7AA5A9-D931-01AB-1377-9E3E851B2E78}"/>
                    </a:ext>
                  </a:extLst>
                </p14:cNvPr>
                <p14:cNvContentPartPr/>
                <p14:nvPr/>
              </p14:nvContentPartPr>
              <p14:xfrm>
                <a:off x="3263931" y="1568846"/>
                <a:ext cx="63720" cy="225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A7AA5A9-D931-01AB-1377-9E3E851B2E7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54931" y="1559846"/>
                  <a:ext cx="813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E9BF3C-B9BC-C1A8-4C26-1C18CD06A84F}"/>
                    </a:ext>
                  </a:extLst>
                </p14:cNvPr>
                <p14:cNvContentPartPr/>
                <p14:nvPr/>
              </p14:nvContentPartPr>
              <p14:xfrm>
                <a:off x="3390651" y="1494686"/>
                <a:ext cx="111240" cy="299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3E9BF3C-B9BC-C1A8-4C26-1C18CD06A84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82011" y="1486046"/>
                  <a:ext cx="1288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8AD62CB-AF51-39FF-F28E-D236E2668061}"/>
                    </a:ext>
                  </a:extLst>
                </p14:cNvPr>
                <p14:cNvContentPartPr/>
                <p14:nvPr/>
              </p14:nvContentPartPr>
              <p14:xfrm>
                <a:off x="3520611" y="1637246"/>
                <a:ext cx="158040" cy="172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8AD62CB-AF51-39FF-F28E-D236E266806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11971" y="1628246"/>
                  <a:ext cx="175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6B42892-2BE0-CB87-7758-846D0E3489B9}"/>
                    </a:ext>
                  </a:extLst>
                </p14:cNvPr>
                <p14:cNvContentPartPr/>
                <p14:nvPr/>
              </p14:nvContentPartPr>
              <p14:xfrm>
                <a:off x="3646611" y="1624646"/>
                <a:ext cx="133560" cy="157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6B42892-2BE0-CB87-7758-846D0E3489B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37611" y="1616006"/>
                  <a:ext cx="1512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6D9A639-2879-671F-B5EB-108E1AB6D380}"/>
                    </a:ext>
                  </a:extLst>
                </p14:cNvPr>
                <p14:cNvContentPartPr/>
                <p14:nvPr/>
              </p14:nvContentPartPr>
              <p14:xfrm>
                <a:off x="3770451" y="1630406"/>
                <a:ext cx="183600" cy="110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6D9A639-2879-671F-B5EB-108E1AB6D38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61451" y="1621406"/>
                  <a:ext cx="2012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EC47A34-FC19-7A62-0CFC-64BD2F622A4C}"/>
                    </a:ext>
                  </a:extLst>
                </p14:cNvPr>
                <p14:cNvContentPartPr/>
                <p14:nvPr/>
              </p14:nvContentPartPr>
              <p14:xfrm>
                <a:off x="3931731" y="1533206"/>
                <a:ext cx="100080" cy="228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EC47A34-FC19-7A62-0CFC-64BD2F622A4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922731" y="1524206"/>
                  <a:ext cx="1177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01560F2-EC0D-3864-185B-3E4AFF5B66FF}"/>
                    </a:ext>
                  </a:extLst>
                </p14:cNvPr>
                <p14:cNvContentPartPr/>
                <p14:nvPr/>
              </p14:nvContentPartPr>
              <p14:xfrm>
                <a:off x="4015251" y="1592606"/>
                <a:ext cx="89280" cy="218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01560F2-EC0D-3864-185B-3E4AFF5B66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06611" y="1583606"/>
                  <a:ext cx="1069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D6242DA-3835-C733-C3B6-E321A39B7714}"/>
                    </a:ext>
                  </a:extLst>
                </p14:cNvPr>
                <p14:cNvContentPartPr/>
                <p14:nvPr/>
              </p14:nvContentPartPr>
              <p14:xfrm>
                <a:off x="4050891" y="1638326"/>
                <a:ext cx="194040" cy="184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D6242DA-3835-C733-C3B6-E321A39B771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041891" y="1629326"/>
                  <a:ext cx="2116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A3E6F0D-E087-6442-1718-C2B898FB9C4E}"/>
                    </a:ext>
                  </a:extLst>
                </p14:cNvPr>
                <p14:cNvContentPartPr/>
                <p14:nvPr/>
              </p14:nvContentPartPr>
              <p14:xfrm>
                <a:off x="274131" y="1270766"/>
                <a:ext cx="883440" cy="60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A3E6F0D-E087-6442-1718-C2B898FB9C4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65131" y="1261766"/>
                  <a:ext cx="901080" cy="7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386D84C-A158-B680-E9D7-2A4C800E768E}"/>
                  </a:ext>
                </a:extLst>
              </p14:cNvPr>
              <p14:cNvContentPartPr/>
              <p14:nvPr/>
            </p14:nvContentPartPr>
            <p14:xfrm>
              <a:off x="279531" y="1277246"/>
              <a:ext cx="845640" cy="446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386D84C-A158-B680-E9D7-2A4C800E768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70531" y="1268246"/>
                <a:ext cx="86328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2574473-F4FD-1E7E-2291-1B7CF6D37FFF}"/>
                  </a:ext>
                </a:extLst>
              </p14:cNvPr>
              <p14:cNvContentPartPr/>
              <p14:nvPr/>
            </p14:nvContentPartPr>
            <p14:xfrm>
              <a:off x="206811" y="1245566"/>
              <a:ext cx="783720" cy="802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2574473-F4FD-1E7E-2291-1B7CF6D37FF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8171" y="1236926"/>
                <a:ext cx="80136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E5ED321-0961-FB5C-7474-8F6E9D7CEF36}"/>
                  </a:ext>
                </a:extLst>
              </p14:cNvPr>
              <p14:cNvContentPartPr/>
              <p14:nvPr/>
            </p14:nvContentPartPr>
            <p14:xfrm>
              <a:off x="1967571" y="1555166"/>
              <a:ext cx="84600" cy="716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E5ED321-0961-FB5C-7474-8F6E9D7CEF3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958931" y="1546166"/>
                <a:ext cx="1022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E9A5DE7-A159-AB64-BE50-609D4E83FF4E}"/>
                  </a:ext>
                </a:extLst>
              </p14:cNvPr>
              <p14:cNvContentPartPr/>
              <p14:nvPr/>
            </p14:nvContentPartPr>
            <p14:xfrm>
              <a:off x="2734731" y="913286"/>
              <a:ext cx="22680" cy="2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E9A5DE7-A159-AB64-BE50-609D4E83FF4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726091" y="904286"/>
                <a:ext cx="4032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9BC5118-212E-3F97-D55D-14BB0A31AC13}"/>
                  </a:ext>
                </a:extLst>
              </p14:cNvPr>
              <p14:cNvContentPartPr/>
              <p14:nvPr/>
            </p14:nvContentPartPr>
            <p14:xfrm>
              <a:off x="3756411" y="1480286"/>
              <a:ext cx="360" cy="3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9BC5118-212E-3F97-D55D-14BB0A31AC1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747411" y="147128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CC9381E-E1D0-4E9A-FB57-05B7CC726864}"/>
              </a:ext>
            </a:extLst>
          </p:cNvPr>
          <p:cNvGrpSpPr/>
          <p:nvPr/>
        </p:nvGrpSpPr>
        <p:grpSpPr>
          <a:xfrm>
            <a:off x="202851" y="2000126"/>
            <a:ext cx="4316040" cy="1049040"/>
            <a:chOff x="202851" y="2000126"/>
            <a:chExt cx="4316040" cy="104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300D06B-AB4F-DA1C-B330-F00ACFFD9D4E}"/>
                    </a:ext>
                  </a:extLst>
                </p14:cNvPr>
                <p14:cNvContentPartPr/>
                <p14:nvPr/>
              </p14:nvContentPartPr>
              <p14:xfrm>
                <a:off x="202851" y="2222966"/>
                <a:ext cx="213120" cy="272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300D06B-AB4F-DA1C-B330-F00ACFFD9D4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3851" y="2213966"/>
                  <a:ext cx="2307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2F37986-E5AD-1B98-1AD2-ACEAB055271A}"/>
                    </a:ext>
                  </a:extLst>
                </p14:cNvPr>
                <p14:cNvContentPartPr/>
                <p14:nvPr/>
              </p14:nvContentPartPr>
              <p14:xfrm>
                <a:off x="210051" y="2279846"/>
                <a:ext cx="175680" cy="29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2F37986-E5AD-1B98-1AD2-ACEAB055271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01051" y="2271206"/>
                  <a:ext cx="193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8E7A455-2C19-4A0F-A0D4-D81318056516}"/>
                    </a:ext>
                  </a:extLst>
                </p14:cNvPr>
                <p14:cNvContentPartPr/>
                <p14:nvPr/>
              </p14:nvContentPartPr>
              <p14:xfrm>
                <a:off x="258651" y="2168966"/>
                <a:ext cx="158040" cy="22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8E7A455-2C19-4A0F-A0D4-D8131805651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0011" y="2160326"/>
                  <a:ext cx="175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F65EE1A-4A99-5845-58AF-C0D8E91FBFA0}"/>
                    </a:ext>
                  </a:extLst>
                </p14:cNvPr>
                <p14:cNvContentPartPr/>
                <p14:nvPr/>
              </p14:nvContentPartPr>
              <p14:xfrm>
                <a:off x="447291" y="2141246"/>
                <a:ext cx="175320" cy="10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F65EE1A-4A99-5845-58AF-C0D8E91FBFA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8651" y="2132606"/>
                  <a:ext cx="192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1FACC3A-A692-961E-DB49-0DBE30C63C01}"/>
                    </a:ext>
                  </a:extLst>
                </p14:cNvPr>
                <p14:cNvContentPartPr/>
                <p14:nvPr/>
              </p14:nvContentPartPr>
              <p14:xfrm>
                <a:off x="458091" y="2156726"/>
                <a:ext cx="203040" cy="360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1FACC3A-A692-961E-DB49-0DBE30C63C0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9091" y="2147726"/>
                  <a:ext cx="2206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99ABA2F-5570-F66E-9FE0-D2C724BD118C}"/>
                    </a:ext>
                  </a:extLst>
                </p14:cNvPr>
                <p14:cNvContentPartPr/>
                <p14:nvPr/>
              </p14:nvContentPartPr>
              <p14:xfrm>
                <a:off x="623331" y="2217206"/>
                <a:ext cx="174960" cy="186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99ABA2F-5570-F66E-9FE0-D2C724BD118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14331" y="2208566"/>
                  <a:ext cx="1926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325FD49-4D4F-AB74-7BC5-21E78EE57E1E}"/>
                    </a:ext>
                  </a:extLst>
                </p14:cNvPr>
                <p14:cNvContentPartPr/>
                <p14:nvPr/>
              </p14:nvContentPartPr>
              <p14:xfrm>
                <a:off x="591651" y="2134766"/>
                <a:ext cx="211320" cy="243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325FD49-4D4F-AB74-7BC5-21E78EE57E1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3011" y="2125766"/>
                  <a:ext cx="2289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8ED6836-CF85-BA4C-476F-3C309390FC0C}"/>
                    </a:ext>
                  </a:extLst>
                </p14:cNvPr>
                <p14:cNvContentPartPr/>
                <p14:nvPr/>
              </p14:nvContentPartPr>
              <p14:xfrm>
                <a:off x="841131" y="2032526"/>
                <a:ext cx="137160" cy="471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8ED6836-CF85-BA4C-476F-3C309390FC0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2491" y="2023526"/>
                  <a:ext cx="1548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0A30CC1-393B-43D4-C035-4A74E25E4349}"/>
                    </a:ext>
                  </a:extLst>
                </p14:cNvPr>
                <p14:cNvContentPartPr/>
                <p14:nvPr/>
              </p14:nvContentPartPr>
              <p14:xfrm>
                <a:off x="838251" y="2481086"/>
                <a:ext cx="181440" cy="22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0A30CC1-393B-43D4-C035-4A74E25E434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29611" y="2472446"/>
                  <a:ext cx="1990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27F3102-365F-D57E-E6CA-4322D7E68B2B}"/>
                    </a:ext>
                  </a:extLst>
                </p14:cNvPr>
                <p14:cNvContentPartPr/>
                <p14:nvPr/>
              </p14:nvContentPartPr>
              <p14:xfrm>
                <a:off x="1122651" y="2194166"/>
                <a:ext cx="113400" cy="10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27F3102-365F-D57E-E6CA-4322D7E68B2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13651" y="2185166"/>
                  <a:ext cx="131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4C13D75-C528-02FB-7A16-DD7A346E45B6}"/>
                    </a:ext>
                  </a:extLst>
                </p14:cNvPr>
                <p14:cNvContentPartPr/>
                <p14:nvPr/>
              </p14:nvContentPartPr>
              <p14:xfrm>
                <a:off x="1122291" y="2287046"/>
                <a:ext cx="195120" cy="11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4C13D75-C528-02FB-7A16-DD7A346E45B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13651" y="2278046"/>
                  <a:ext cx="212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83D74D4-3BCA-1F6D-E314-729D2DDAF9F3}"/>
                    </a:ext>
                  </a:extLst>
                </p14:cNvPr>
                <p14:cNvContentPartPr/>
                <p14:nvPr/>
              </p14:nvContentPartPr>
              <p14:xfrm>
                <a:off x="1450251" y="2130086"/>
                <a:ext cx="217080" cy="270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83D74D4-3BCA-1F6D-E314-729D2DDAF9F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41251" y="2121086"/>
                  <a:ext cx="2347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5459CF3-2618-FEEB-8552-30353A9ED72B}"/>
                    </a:ext>
                  </a:extLst>
                </p14:cNvPr>
                <p14:cNvContentPartPr/>
                <p14:nvPr/>
              </p14:nvContentPartPr>
              <p14:xfrm>
                <a:off x="1480491" y="2240246"/>
                <a:ext cx="194760" cy="51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5459CF3-2618-FEEB-8552-30353A9ED72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471491" y="2231246"/>
                  <a:ext cx="2124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9815FEE-C369-8682-C982-263436570E23}"/>
                    </a:ext>
                  </a:extLst>
                </p14:cNvPr>
                <p14:cNvContentPartPr/>
                <p14:nvPr/>
              </p14:nvContentPartPr>
              <p14:xfrm>
                <a:off x="1531611" y="2098766"/>
                <a:ext cx="302400" cy="57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9815FEE-C369-8682-C982-263436570E2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22971" y="2089766"/>
                  <a:ext cx="320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F410138-0FDF-3FF2-6E63-6B6E31BF0A7C}"/>
                    </a:ext>
                  </a:extLst>
                </p14:cNvPr>
                <p14:cNvContentPartPr/>
                <p14:nvPr/>
              </p14:nvContentPartPr>
              <p14:xfrm>
                <a:off x="1681731" y="2104166"/>
                <a:ext cx="228960" cy="3268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F410138-0FDF-3FF2-6E63-6B6E31BF0A7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673091" y="2095166"/>
                  <a:ext cx="2466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DC024BD-A8CD-BC5C-ADCF-E2610BA9DA3E}"/>
                    </a:ext>
                  </a:extLst>
                </p14:cNvPr>
                <p14:cNvContentPartPr/>
                <p14:nvPr/>
              </p14:nvContentPartPr>
              <p14:xfrm>
                <a:off x="1835811" y="2106326"/>
                <a:ext cx="162360" cy="2206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DC024BD-A8CD-BC5C-ADCF-E2610BA9DA3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827171" y="2097326"/>
                  <a:ext cx="1800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1008A88-A92A-B325-E773-3F77E22FDBC6}"/>
                    </a:ext>
                  </a:extLst>
                </p14:cNvPr>
                <p14:cNvContentPartPr/>
                <p14:nvPr/>
              </p14:nvContentPartPr>
              <p14:xfrm>
                <a:off x="2065491" y="2017046"/>
                <a:ext cx="30240" cy="455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1008A88-A92A-B325-E773-3F77E22FDBC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056491" y="2008406"/>
                  <a:ext cx="4788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9A1FDEF-4A5F-B569-DAD6-C0CADE1D742C}"/>
                    </a:ext>
                  </a:extLst>
                </p14:cNvPr>
                <p14:cNvContentPartPr/>
                <p14:nvPr/>
              </p14:nvContentPartPr>
              <p14:xfrm>
                <a:off x="2120571" y="2087966"/>
                <a:ext cx="115920" cy="3178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9A1FDEF-4A5F-B569-DAD6-C0CADE1D742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11571" y="2079326"/>
                  <a:ext cx="1335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E5827CA-CABB-C9FA-A417-E17D30A56D92}"/>
                    </a:ext>
                  </a:extLst>
                </p14:cNvPr>
                <p14:cNvContentPartPr/>
                <p14:nvPr/>
              </p14:nvContentPartPr>
              <p14:xfrm>
                <a:off x="2194731" y="2106326"/>
                <a:ext cx="129960" cy="276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E5827CA-CABB-C9FA-A417-E17D30A56D9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86091" y="2097686"/>
                  <a:ext cx="1476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099BF41-F145-FC6F-0B2F-A06A3DB441A6}"/>
                    </a:ext>
                  </a:extLst>
                </p14:cNvPr>
                <p14:cNvContentPartPr/>
                <p14:nvPr/>
              </p14:nvContentPartPr>
              <p14:xfrm>
                <a:off x="2298051" y="2061326"/>
                <a:ext cx="163800" cy="327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099BF41-F145-FC6F-0B2F-A06A3DB441A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289051" y="2052686"/>
                  <a:ext cx="1814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04C6221-F5E8-EADC-4FBC-E5997B69E794}"/>
                    </a:ext>
                  </a:extLst>
                </p14:cNvPr>
                <p14:cNvContentPartPr/>
                <p14:nvPr/>
              </p14:nvContentPartPr>
              <p14:xfrm>
                <a:off x="2358891" y="2413766"/>
                <a:ext cx="110160" cy="532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04C6221-F5E8-EADC-4FBC-E5997B69E79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50251" y="2404766"/>
                  <a:ext cx="1278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931B52B-698C-ACDE-3E78-1354B2166AA4}"/>
                    </a:ext>
                  </a:extLst>
                </p14:cNvPr>
                <p14:cNvContentPartPr/>
                <p14:nvPr/>
              </p14:nvContentPartPr>
              <p14:xfrm>
                <a:off x="2627451" y="2059526"/>
                <a:ext cx="28800" cy="418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931B52B-698C-ACDE-3E78-1354B2166AA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18451" y="2050526"/>
                  <a:ext cx="464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EC11735-77AC-2EEA-C00C-1201D9973A02}"/>
                    </a:ext>
                  </a:extLst>
                </p14:cNvPr>
                <p14:cNvContentPartPr/>
                <p14:nvPr/>
              </p14:nvContentPartPr>
              <p14:xfrm>
                <a:off x="2629971" y="2000126"/>
                <a:ext cx="144000" cy="190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EC11735-77AC-2EEA-C00C-1201D9973A0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621331" y="1991486"/>
                  <a:ext cx="161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EB3F613-1160-0CF3-C80C-3BF5C8CF9CB5}"/>
                    </a:ext>
                  </a:extLst>
                </p14:cNvPr>
                <p14:cNvContentPartPr/>
                <p14:nvPr/>
              </p14:nvContentPartPr>
              <p14:xfrm>
                <a:off x="2758491" y="2051246"/>
                <a:ext cx="125640" cy="343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EB3F613-1160-0CF3-C80C-3BF5C8CF9CB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49491" y="2042246"/>
                  <a:ext cx="1432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3E3151C-ED5E-5D42-7693-39515C3FD62B}"/>
                    </a:ext>
                  </a:extLst>
                </p14:cNvPr>
                <p14:cNvContentPartPr/>
                <p14:nvPr/>
              </p14:nvContentPartPr>
              <p14:xfrm>
                <a:off x="2823291" y="2069606"/>
                <a:ext cx="168480" cy="267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3E3151C-ED5E-5D42-7693-39515C3FD62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814651" y="2060606"/>
                  <a:ext cx="1861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7F74863-42BD-FF36-4DE0-DDAB1269C2C3}"/>
                    </a:ext>
                  </a:extLst>
                </p14:cNvPr>
                <p14:cNvContentPartPr/>
                <p14:nvPr/>
              </p14:nvContentPartPr>
              <p14:xfrm>
                <a:off x="2858211" y="2204606"/>
                <a:ext cx="106200" cy="25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7F74863-42BD-FF36-4DE0-DDAB1269C2C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849571" y="2195606"/>
                  <a:ext cx="123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4F67645-799D-D74E-6DA2-7F3A67179D20}"/>
                    </a:ext>
                  </a:extLst>
                </p14:cNvPr>
                <p14:cNvContentPartPr/>
                <p14:nvPr/>
              </p14:nvContentPartPr>
              <p14:xfrm>
                <a:off x="3079251" y="2081126"/>
                <a:ext cx="282240" cy="398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4F67645-799D-D74E-6DA2-7F3A67179D2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070251" y="2072126"/>
                  <a:ext cx="29988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BC4DC04-E8EE-C593-7C7D-65CBE547B332}"/>
                    </a:ext>
                  </a:extLst>
                </p14:cNvPr>
                <p14:cNvContentPartPr/>
                <p14:nvPr/>
              </p14:nvContentPartPr>
              <p14:xfrm>
                <a:off x="3272931" y="2178686"/>
                <a:ext cx="13680" cy="292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BC4DC04-E8EE-C593-7C7D-65CBE547B33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263931" y="2170046"/>
                  <a:ext cx="3132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3D5F18E-9BF9-FBC4-1D8B-9EF9B34F0758}"/>
                    </a:ext>
                  </a:extLst>
                </p14:cNvPr>
                <p14:cNvContentPartPr/>
                <p14:nvPr/>
              </p14:nvContentPartPr>
              <p14:xfrm>
                <a:off x="3410811" y="2129366"/>
                <a:ext cx="149760" cy="299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3D5F18E-9BF9-FBC4-1D8B-9EF9B34F075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02171" y="2120366"/>
                  <a:ext cx="16740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22704BC-1ACD-B0A4-9274-A758CA1EB662}"/>
                    </a:ext>
                  </a:extLst>
                </p14:cNvPr>
                <p14:cNvContentPartPr/>
                <p14:nvPr/>
              </p14:nvContentPartPr>
              <p14:xfrm>
                <a:off x="3405771" y="2166446"/>
                <a:ext cx="195480" cy="1504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22704BC-1ACD-B0A4-9274-A758CA1EB66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96771" y="2157806"/>
                  <a:ext cx="213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A6565E-ECFC-8F76-4A82-C580A6B60877}"/>
                    </a:ext>
                  </a:extLst>
                </p14:cNvPr>
                <p14:cNvContentPartPr/>
                <p14:nvPr/>
              </p14:nvContentPartPr>
              <p14:xfrm>
                <a:off x="3581091" y="2117126"/>
                <a:ext cx="181800" cy="38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A6565E-ECFC-8F76-4A82-C580A6B6087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72091" y="2108486"/>
                  <a:ext cx="199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5DA6E00-FDF1-D31A-605B-A4AFB17CC327}"/>
                    </a:ext>
                  </a:extLst>
                </p14:cNvPr>
                <p14:cNvContentPartPr/>
                <p14:nvPr/>
              </p14:nvContentPartPr>
              <p14:xfrm>
                <a:off x="3586131" y="2134766"/>
                <a:ext cx="206640" cy="348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5DA6E00-FDF1-D31A-605B-A4AFB17CC32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77131" y="2126126"/>
                  <a:ext cx="22428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B8E61A2-CF46-D053-16F4-6B7DF37B269A}"/>
                    </a:ext>
                  </a:extLst>
                </p14:cNvPr>
                <p14:cNvContentPartPr/>
                <p14:nvPr/>
              </p14:nvContentPartPr>
              <p14:xfrm>
                <a:off x="3707451" y="2244206"/>
                <a:ext cx="115560" cy="177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B8E61A2-CF46-D053-16F4-6B7DF37B269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98451" y="2235566"/>
                  <a:ext cx="1332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ABE53BC-56C6-6FFF-2430-C654A4A6DEAB}"/>
                    </a:ext>
                  </a:extLst>
                </p14:cNvPr>
                <p14:cNvContentPartPr/>
                <p14:nvPr/>
              </p14:nvContentPartPr>
              <p14:xfrm>
                <a:off x="3901851" y="2158166"/>
                <a:ext cx="11880" cy="373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ABE53BC-56C6-6FFF-2430-C654A4A6DEA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893211" y="2149166"/>
                  <a:ext cx="295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7B99A64-CF0B-CA92-1A93-5330DF5AEFD4}"/>
                    </a:ext>
                  </a:extLst>
                </p14:cNvPr>
                <p14:cNvContentPartPr/>
                <p14:nvPr/>
              </p14:nvContentPartPr>
              <p14:xfrm>
                <a:off x="3955851" y="2168966"/>
                <a:ext cx="19800" cy="2386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7B99A64-CF0B-CA92-1A93-5330DF5AEFD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946851" y="2160326"/>
                  <a:ext cx="374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5C1A355-E57B-6AD9-61DD-4DDAA493EE6E}"/>
                    </a:ext>
                  </a:extLst>
                </p14:cNvPr>
                <p14:cNvContentPartPr/>
                <p14:nvPr/>
              </p14:nvContentPartPr>
              <p14:xfrm>
                <a:off x="3978531" y="2134406"/>
                <a:ext cx="96120" cy="316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5C1A355-E57B-6AD9-61DD-4DDAA493EE6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969891" y="2125406"/>
                  <a:ext cx="11376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EA12D1B-E82C-FAE6-A9FE-B39AED62BF1D}"/>
                    </a:ext>
                  </a:extLst>
                </p14:cNvPr>
                <p14:cNvContentPartPr/>
                <p14:nvPr/>
              </p14:nvContentPartPr>
              <p14:xfrm>
                <a:off x="4091211" y="2076086"/>
                <a:ext cx="142560" cy="413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EA12D1B-E82C-FAE6-A9FE-B39AED62BF1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082211" y="2067446"/>
                  <a:ext cx="16020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E5C2C2E-A852-471D-E425-F1D83133A351}"/>
                    </a:ext>
                  </a:extLst>
                </p14:cNvPr>
                <p14:cNvContentPartPr/>
                <p14:nvPr/>
              </p14:nvContentPartPr>
              <p14:xfrm>
                <a:off x="4236291" y="2104886"/>
                <a:ext cx="42480" cy="401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E5C2C2E-A852-471D-E425-F1D83133A35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227651" y="2096246"/>
                  <a:ext cx="601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11DF16-9DA5-3FB0-37F3-9D2D53D8B1A5}"/>
                    </a:ext>
                  </a:extLst>
                </p14:cNvPr>
                <p14:cNvContentPartPr/>
                <p14:nvPr/>
              </p14:nvContentPartPr>
              <p14:xfrm>
                <a:off x="4194531" y="2032166"/>
                <a:ext cx="206280" cy="413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11DF16-9DA5-3FB0-37F3-9D2D53D8B1A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185531" y="2023526"/>
                  <a:ext cx="2239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B4F03AF-BCE1-6F38-C6BE-5BE1635D9934}"/>
                    </a:ext>
                  </a:extLst>
                </p14:cNvPr>
                <p14:cNvContentPartPr/>
                <p14:nvPr/>
              </p14:nvContentPartPr>
              <p14:xfrm>
                <a:off x="4407291" y="2201366"/>
                <a:ext cx="52200" cy="200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B4F03AF-BCE1-6F38-C6BE-5BE1635D993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398651" y="2192366"/>
                  <a:ext cx="698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3863062-EB75-5108-7861-F0E36501CC13}"/>
                    </a:ext>
                  </a:extLst>
                </p14:cNvPr>
                <p14:cNvContentPartPr/>
                <p14:nvPr/>
              </p14:nvContentPartPr>
              <p14:xfrm>
                <a:off x="4413771" y="2146646"/>
                <a:ext cx="105120" cy="320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3863062-EB75-5108-7861-F0E36501CC1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405131" y="2137646"/>
                  <a:ext cx="12276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E8F265C-1F0A-486B-348F-E5810F6A1654}"/>
                    </a:ext>
                  </a:extLst>
                </p14:cNvPr>
                <p14:cNvContentPartPr/>
                <p14:nvPr/>
              </p14:nvContentPartPr>
              <p14:xfrm>
                <a:off x="4460571" y="2134766"/>
                <a:ext cx="46800" cy="440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E8F265C-1F0A-486B-348F-E5810F6A165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51571" y="2125766"/>
                  <a:ext cx="6444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D7D12E1-CA51-EC61-675B-B291B5BB51A0}"/>
                    </a:ext>
                  </a:extLst>
                </p14:cNvPr>
                <p14:cNvContentPartPr/>
                <p14:nvPr/>
              </p14:nvContentPartPr>
              <p14:xfrm>
                <a:off x="2654811" y="2478926"/>
                <a:ext cx="360" cy="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D7D12E1-CA51-EC61-675B-B291B5BB51A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45811" y="2469926"/>
                  <a:ext cx="18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356B029-7A44-E5D2-AA79-337E584D6F08}"/>
                    </a:ext>
                  </a:extLst>
                </p14:cNvPr>
                <p14:cNvContentPartPr/>
                <p14:nvPr/>
              </p14:nvContentPartPr>
              <p14:xfrm>
                <a:off x="2627451" y="2473526"/>
                <a:ext cx="426960" cy="85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356B029-7A44-E5D2-AA79-337E584D6F08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618811" y="2464526"/>
                  <a:ext cx="444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5F8BC99-606B-80A0-DF6B-0398360ED881}"/>
                    </a:ext>
                  </a:extLst>
                </p14:cNvPr>
                <p14:cNvContentPartPr/>
                <p14:nvPr/>
              </p14:nvContentPartPr>
              <p14:xfrm>
                <a:off x="2675691" y="2636966"/>
                <a:ext cx="144720" cy="99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5F8BC99-606B-80A0-DF6B-0398360ED88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667051" y="2627966"/>
                  <a:ext cx="162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47787DC-29DE-0E0C-E611-416FCD64A4FD}"/>
                    </a:ext>
                  </a:extLst>
                </p14:cNvPr>
                <p14:cNvContentPartPr/>
                <p14:nvPr/>
              </p14:nvContentPartPr>
              <p14:xfrm>
                <a:off x="2607651" y="2775926"/>
                <a:ext cx="229680" cy="11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47787DC-29DE-0E0C-E611-416FCD64A4F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599011" y="2766926"/>
                  <a:ext cx="247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A73E3B7-AB61-AF0E-51C1-C045010A8D67}"/>
                    </a:ext>
                  </a:extLst>
                </p14:cNvPr>
                <p14:cNvContentPartPr/>
                <p14:nvPr/>
              </p14:nvContentPartPr>
              <p14:xfrm>
                <a:off x="2704491" y="2859086"/>
                <a:ext cx="92880" cy="190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A73E3B7-AB61-AF0E-51C1-C045010A8D6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695491" y="2850086"/>
                  <a:ext cx="1105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2898DCA-ADAF-6F76-A438-B3DCCB7A1586}"/>
                    </a:ext>
                  </a:extLst>
                </p14:cNvPr>
                <p14:cNvContentPartPr/>
                <p14:nvPr/>
              </p14:nvContentPartPr>
              <p14:xfrm>
                <a:off x="2728971" y="2852246"/>
                <a:ext cx="115920" cy="4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2898DCA-ADAF-6F76-A438-B3DCCB7A158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719971" y="2843246"/>
                  <a:ext cx="13356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837F32E7-DA55-B66B-24A8-DD1626664C48}"/>
                  </a:ext>
                </a:extLst>
              </p14:cNvPr>
              <p14:cNvContentPartPr/>
              <p14:nvPr/>
            </p14:nvContentPartPr>
            <p14:xfrm>
              <a:off x="125640" y="1465560"/>
              <a:ext cx="4419360" cy="19353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837F32E7-DA55-B66B-24A8-DD1626664C48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116280" y="1456200"/>
                <a:ext cx="4438080" cy="19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0B45D343-83DC-4CE8-1D7D-7D13F7C8B3C3}"/>
                  </a:ext>
                </a:extLst>
              </p14:cNvPr>
              <p14:cNvContentPartPr/>
              <p14:nvPr/>
            </p14:nvContentPartPr>
            <p14:xfrm>
              <a:off x="86040" y="339120"/>
              <a:ext cx="3356280" cy="31003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0B45D343-83DC-4CE8-1D7D-7D13F7C8B3C3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76680" y="329760"/>
                <a:ext cx="3375000" cy="311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3393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Sample Test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Graphical user interface, text, application, Word&#10;&#10;Description automatically generated">
            <a:extLst>
              <a:ext uri="{FF2B5EF4-FFF2-40B4-BE49-F238E27FC236}">
                <a16:creationId xmlns:a16="http://schemas.microsoft.com/office/drawing/2014/main" id="{F64FDFAC-69AC-4CEA-B89B-210A07D4CE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975"/>
            <a:ext cx="4610100" cy="107233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6880168-9F0A-AFD6-6D22-4D953FC7338D}"/>
                  </a:ext>
                </a:extLst>
              </p14:cNvPr>
              <p14:cNvContentPartPr/>
              <p14:nvPr/>
            </p14:nvContentPartPr>
            <p14:xfrm>
              <a:off x="195120" y="303120"/>
              <a:ext cx="4368960" cy="3009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6880168-9F0A-AFD6-6D22-4D953FC733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760" y="293760"/>
                <a:ext cx="4387680" cy="30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DB3EDAF-7607-212E-F4AE-C1C92EAB6D6C}"/>
                  </a:ext>
                </a:extLst>
              </p14:cNvPr>
              <p14:cNvContentPartPr/>
              <p14:nvPr/>
            </p14:nvContentPartPr>
            <p14:xfrm>
              <a:off x="2598480" y="317520"/>
              <a:ext cx="1908360" cy="2655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DB3EDAF-7607-212E-F4AE-C1C92EAB6D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89120" y="308160"/>
                <a:ext cx="1927080" cy="267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2905722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Sample Test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Box and whisker chart&#10;&#10;Description automatically generated with low confidence">
            <a:extLst>
              <a:ext uri="{FF2B5EF4-FFF2-40B4-BE49-F238E27FC236}">
                <a16:creationId xmlns:a16="http://schemas.microsoft.com/office/drawing/2014/main" id="{3EE0D70F-E408-4B4B-C78D-D5DA59531B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" y="456745"/>
            <a:ext cx="4610100" cy="22391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F0B6AF-FCED-17A8-1A1D-D18189798E73}"/>
                  </a:ext>
                </a:extLst>
              </p14:cNvPr>
              <p14:cNvContentPartPr/>
              <p14:nvPr/>
            </p14:nvContentPartPr>
            <p14:xfrm>
              <a:off x="159120" y="249840"/>
              <a:ext cx="4493160" cy="3202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F0B6AF-FCED-17A8-1A1D-D18189798E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9760" y="240480"/>
                <a:ext cx="4511880" cy="322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AB0AAFF-5DA4-5282-7F5F-A6EF314E33E7}"/>
                  </a:ext>
                </a:extLst>
              </p14:cNvPr>
              <p14:cNvContentPartPr/>
              <p14:nvPr/>
            </p14:nvContentPartPr>
            <p14:xfrm>
              <a:off x="3239091" y="793800"/>
              <a:ext cx="234720" cy="43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AB0AAFF-5DA4-5282-7F5F-A6EF314E33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30451" y="784800"/>
                <a:ext cx="25236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8D3431A-AA4E-8275-D0ED-0684A6EA1CA2}"/>
                  </a:ext>
                </a:extLst>
              </p14:cNvPr>
              <p14:cNvContentPartPr/>
              <p14:nvPr/>
            </p14:nvContentPartPr>
            <p14:xfrm>
              <a:off x="1157931" y="1391760"/>
              <a:ext cx="16200" cy="10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8D3431A-AA4E-8275-D0ED-0684A6EA1C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49291" y="1382760"/>
                <a:ext cx="338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986741D-C2D6-1CED-D0BB-4D6913FBF1D5}"/>
                  </a:ext>
                </a:extLst>
              </p14:cNvPr>
              <p14:cNvContentPartPr/>
              <p14:nvPr/>
            </p14:nvContentPartPr>
            <p14:xfrm>
              <a:off x="1408680" y="899640"/>
              <a:ext cx="3164760" cy="2264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86741D-C2D6-1CED-D0BB-4D6913FBF1D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99320" y="890280"/>
                <a:ext cx="3183480" cy="22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9414550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3EE0C5-620A-705C-E677-289482D2232B}"/>
                  </a:ext>
                </a:extLst>
              </p14:cNvPr>
              <p14:cNvContentPartPr/>
              <p14:nvPr/>
            </p14:nvContentPartPr>
            <p14:xfrm>
              <a:off x="325080" y="437400"/>
              <a:ext cx="3847320" cy="2137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3EE0C5-620A-705C-E677-289482D223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720" y="428040"/>
                <a:ext cx="3866040" cy="21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9F20288-A729-97BA-64E4-6D0FCD02FB36}"/>
                  </a:ext>
                </a:extLst>
              </p14:cNvPr>
              <p14:cNvContentPartPr/>
              <p14:nvPr/>
            </p14:nvContentPartPr>
            <p14:xfrm>
              <a:off x="1378800" y="888120"/>
              <a:ext cx="2966760" cy="2385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9F20288-A729-97BA-64E4-6D0FCD02FB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9440" y="878760"/>
                <a:ext cx="2985480" cy="24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39923D-7CB5-EC76-F9A6-70A656C24693}"/>
                  </a:ext>
                </a:extLst>
              </p14:cNvPr>
              <p14:cNvContentPartPr/>
              <p14:nvPr/>
            </p14:nvContentPartPr>
            <p14:xfrm>
              <a:off x="146880" y="385200"/>
              <a:ext cx="356040" cy="318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39923D-7CB5-EC76-F9A6-70A656C2469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520" y="375840"/>
                <a:ext cx="374760" cy="33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2651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Sample Test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8F28A41-696A-CCE5-7B99-CD52E3A6A4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180"/>
            <a:ext cx="4610100" cy="22583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B7833E-C59B-E277-DD12-CC4008348684}"/>
                  </a:ext>
                </a:extLst>
              </p14:cNvPr>
              <p14:cNvContentPartPr/>
              <p14:nvPr/>
            </p14:nvContentPartPr>
            <p14:xfrm>
              <a:off x="324000" y="947520"/>
              <a:ext cx="4259520" cy="2402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B7833E-C59B-E277-DD12-CC40083486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4640" y="938160"/>
                <a:ext cx="4278240" cy="24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CA84486-C05F-7453-2F3C-4DF0284D25B6}"/>
                  </a:ext>
                </a:extLst>
              </p14:cNvPr>
              <p14:cNvContentPartPr/>
              <p14:nvPr/>
            </p14:nvContentPartPr>
            <p14:xfrm>
              <a:off x="952560" y="1711440"/>
              <a:ext cx="3017160" cy="1585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CA84486-C05F-7453-2F3C-4DF0284D25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43200" y="1702080"/>
                <a:ext cx="3035880" cy="160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C289665-623E-4E51-BABF-4C4FEBDDD686}"/>
                  </a:ext>
                </a:extLst>
              </p14:cNvPr>
              <p14:cNvContentPartPr/>
              <p14:nvPr/>
            </p14:nvContentPartPr>
            <p14:xfrm>
              <a:off x="2998971" y="1295640"/>
              <a:ext cx="25920" cy="86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C289665-623E-4E51-BABF-4C4FEBDDD6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90331" y="1286640"/>
                <a:ext cx="435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1E33972-03D4-F33A-EA2B-540E228C0AEE}"/>
                  </a:ext>
                </a:extLst>
              </p14:cNvPr>
              <p14:cNvContentPartPr/>
              <p14:nvPr/>
            </p14:nvContentPartPr>
            <p14:xfrm>
              <a:off x="226800" y="1683360"/>
              <a:ext cx="2819160" cy="16390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1E33972-03D4-F33A-EA2B-540E228C0AE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7440" y="1674000"/>
                <a:ext cx="2837880" cy="1657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9903539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Sample Test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D9C3921-B722-A207-B0A7-E77959FFAD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087"/>
            <a:ext cx="4610100" cy="284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01988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FC6B6874-FA3B-063B-4F3C-0B8BDCA0DA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87588" y="480492"/>
            <a:ext cx="3460750" cy="259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93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Sample Test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Graphical user interface, text, timeline&#10;&#10;Description automatically generated">
            <a:extLst>
              <a:ext uri="{FF2B5EF4-FFF2-40B4-BE49-F238E27FC236}">
                <a16:creationId xmlns:a16="http://schemas.microsoft.com/office/drawing/2014/main" id="{D77C9138-8528-7049-82FC-BB9856D87B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1175"/>
            <a:ext cx="4610100" cy="18236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08EBFD3-1169-2380-79A2-40883188E378}"/>
                  </a:ext>
                </a:extLst>
              </p14:cNvPr>
              <p14:cNvContentPartPr/>
              <p14:nvPr/>
            </p14:nvContentPartPr>
            <p14:xfrm>
              <a:off x="396360" y="334800"/>
              <a:ext cx="4178880" cy="2989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08EBFD3-1169-2380-79A2-40883188E3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7000" y="325440"/>
                <a:ext cx="4197600" cy="30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06957E-C574-0BF1-2F3F-C6CD957E8287}"/>
                  </a:ext>
                </a:extLst>
              </p14:cNvPr>
              <p14:cNvContentPartPr/>
              <p14:nvPr/>
            </p14:nvContentPartPr>
            <p14:xfrm>
              <a:off x="2352600" y="3308760"/>
              <a:ext cx="643680" cy="43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06957E-C574-0BF1-2F3F-C6CD957E82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43240" y="3299400"/>
                <a:ext cx="662400" cy="6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5856939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Sample Test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C757717-E65B-CF99-6579-626CB8FD2F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4975"/>
            <a:ext cx="4610100" cy="20883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FCCA21-CCB6-080B-F388-F1644C46CA78}"/>
                  </a:ext>
                </a:extLst>
              </p14:cNvPr>
              <p14:cNvContentPartPr/>
              <p14:nvPr/>
            </p14:nvContentPartPr>
            <p14:xfrm>
              <a:off x="180720" y="775440"/>
              <a:ext cx="4156920" cy="2430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FCCA21-CCB6-080B-F388-F1644C46CA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360" y="766080"/>
                <a:ext cx="4175640" cy="244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0124451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Sample Test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464C5DB-F9F5-B12D-6319-556E98A1D8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1118"/>
            <a:ext cx="4610100" cy="25185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77D0EE-2C60-E85E-7498-2172154C0A97}"/>
                  </a:ext>
                </a:extLst>
              </p14:cNvPr>
              <p14:cNvContentPartPr/>
              <p14:nvPr/>
            </p14:nvContentPartPr>
            <p14:xfrm>
              <a:off x="146520" y="311040"/>
              <a:ext cx="4476960" cy="3066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77D0EE-2C60-E85E-7498-2172154C0A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7160" y="301680"/>
                <a:ext cx="4495680" cy="30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3003C4-98E3-3FB5-8832-D0AFFA13EFB7}"/>
                  </a:ext>
                </a:extLst>
              </p14:cNvPr>
              <p14:cNvContentPartPr/>
              <p14:nvPr/>
            </p14:nvContentPartPr>
            <p14:xfrm>
              <a:off x="3257280" y="1136160"/>
              <a:ext cx="1333440" cy="2264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3003C4-98E3-3FB5-8832-D0AFFA13EFB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47920" y="1126800"/>
                <a:ext cx="1352160" cy="228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4330288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9288" y="62405"/>
            <a:ext cx="258508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US" sz="1400" spc="75">
                <a:solidFill>
                  <a:srgbClr val="FFFFFF"/>
                </a:solidFill>
                <a:latin typeface="Times New Roman"/>
                <a:cs typeface="Times New Roman"/>
              </a:rPr>
              <a:t>Sample Test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0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83652" y="3353673"/>
            <a:ext cx="254127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355/555Probability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23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Computer</a:t>
            </a:r>
            <a:r>
              <a:rPr sz="600" b="0" spc="229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Scientists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0"/>
              </a:lnSpc>
            </a:pPr>
            <a:r>
              <a:rPr spc="-10"/>
              <a:t>39/40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6A31BC91-EC34-B334-48A1-49EFE2A7B6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39" y="587375"/>
            <a:ext cx="4610100" cy="9923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9E7120-C211-5A11-CE44-4FA5471FA6FE}"/>
                  </a:ext>
                </a:extLst>
              </p14:cNvPr>
              <p14:cNvContentPartPr/>
              <p14:nvPr/>
            </p14:nvContentPartPr>
            <p14:xfrm>
              <a:off x="286560" y="1294560"/>
              <a:ext cx="4176360" cy="1911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9E7120-C211-5A11-CE44-4FA5471FA6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7200" y="1285200"/>
                <a:ext cx="4195080" cy="19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B54B68-0436-ED54-70F9-82D0D3D17F4F}"/>
                  </a:ext>
                </a:extLst>
              </p14:cNvPr>
              <p14:cNvContentPartPr/>
              <p14:nvPr/>
            </p14:nvContentPartPr>
            <p14:xfrm>
              <a:off x="2078640" y="3254400"/>
              <a:ext cx="1216080" cy="33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B54B68-0436-ED54-70F9-82D0D3D17F4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69280" y="3245040"/>
                <a:ext cx="1234800" cy="5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6089408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M2AVRSERJEAQ-585345103-43148</_dlc_DocId>
    <_dlc_DocIdUrl xmlns="c01506f5-305e-4c16-814a-34df78f45099">
      <Url>https://uab365.sharepoint.com/sites/provost/cas/departments/cis/_layouts/15/DocIdRedir.aspx?ID=M2AVRSERJEAQ-585345103-43148</Url>
      <Description>M2AVRSERJEAQ-585345103-43148</Description>
    </_dlc_DocIdUrl>
  </documentManagement>
</p:properties>
</file>

<file path=customXml/itemProps1.xml><?xml version="1.0" encoding="utf-8"?>
<ds:datastoreItem xmlns:ds="http://schemas.openxmlformats.org/officeDocument/2006/customXml" ds:itemID="{FA8C95F3-8CAA-4DB9-B7A4-C17A352360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87238E-97E9-4FAD-9302-AFAED877BFFC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54734460-0AFE-4CAC-BB50-9581F00D90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2B8A1331-A22E-480F-B429-89601039D01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576</TotalTime>
  <Words>251</Words>
  <Application>Microsoft Office PowerPoint</Application>
  <PresentationFormat>Custom</PresentationFormat>
  <Paragraphs>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Bookman Old Style</vt:lpstr>
      <vt:lpstr>Century</vt:lpstr>
      <vt:lpstr>Georgia</vt:lpstr>
      <vt:lpstr>Times New Roman</vt:lpstr>
      <vt:lpstr>Office Theme</vt:lpstr>
      <vt:lpstr>PowerPoint Presentation</vt:lpstr>
      <vt:lpstr>Copyright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3</cp:revision>
  <dcterms:created xsi:type="dcterms:W3CDTF">2023-02-15T16:51:52Z</dcterms:created>
  <dcterms:modified xsi:type="dcterms:W3CDTF">2024-03-27T02:22:03Z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2023-02-15T00:00:00Z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019ca49c-9934-4936-b02a-ad3dac0565ce</vt:lpwstr>
  </property>
</Properties>
</file>